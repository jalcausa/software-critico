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8" r:id="rId1"/>
  </p:sldMasterIdLst>
  <p:notesMasterIdLst>
    <p:notesMasterId r:id="rId134"/>
  </p:notesMasterIdLst>
  <p:handoutMasterIdLst>
    <p:handoutMasterId r:id="rId135"/>
  </p:handoutMasterIdLst>
  <p:sldIdLst>
    <p:sldId id="256" r:id="rId2"/>
    <p:sldId id="516" r:id="rId3"/>
    <p:sldId id="471" r:id="rId4"/>
    <p:sldId id="517" r:id="rId5"/>
    <p:sldId id="518" r:id="rId6"/>
    <p:sldId id="519" r:id="rId7"/>
    <p:sldId id="520" r:id="rId8"/>
    <p:sldId id="526" r:id="rId9"/>
    <p:sldId id="521" r:id="rId10"/>
    <p:sldId id="619" r:id="rId11"/>
    <p:sldId id="618" r:id="rId12"/>
    <p:sldId id="620" r:id="rId13"/>
    <p:sldId id="621" r:id="rId14"/>
    <p:sldId id="645" r:id="rId15"/>
    <p:sldId id="624" r:id="rId16"/>
    <p:sldId id="626" r:id="rId17"/>
    <p:sldId id="627" r:id="rId18"/>
    <p:sldId id="628" r:id="rId19"/>
    <p:sldId id="629" r:id="rId20"/>
    <p:sldId id="630" r:id="rId21"/>
    <p:sldId id="631" r:id="rId22"/>
    <p:sldId id="632" r:id="rId23"/>
    <p:sldId id="633" r:id="rId24"/>
    <p:sldId id="634" r:id="rId25"/>
    <p:sldId id="635" r:id="rId26"/>
    <p:sldId id="636" r:id="rId27"/>
    <p:sldId id="637" r:id="rId28"/>
    <p:sldId id="638" r:id="rId29"/>
    <p:sldId id="639" r:id="rId30"/>
    <p:sldId id="640" r:id="rId31"/>
    <p:sldId id="641" r:id="rId32"/>
    <p:sldId id="643" r:id="rId33"/>
    <p:sldId id="644" r:id="rId34"/>
    <p:sldId id="528" r:id="rId35"/>
    <p:sldId id="529" r:id="rId36"/>
    <p:sldId id="530" r:id="rId37"/>
    <p:sldId id="531" r:id="rId38"/>
    <p:sldId id="532" r:id="rId39"/>
    <p:sldId id="533" r:id="rId40"/>
    <p:sldId id="616" r:id="rId41"/>
    <p:sldId id="617" r:id="rId42"/>
    <p:sldId id="535" r:id="rId43"/>
    <p:sldId id="536" r:id="rId44"/>
    <p:sldId id="537" r:id="rId45"/>
    <p:sldId id="538" r:id="rId46"/>
    <p:sldId id="540" r:id="rId47"/>
    <p:sldId id="541" r:id="rId48"/>
    <p:sldId id="542" r:id="rId49"/>
    <p:sldId id="543" r:id="rId50"/>
    <p:sldId id="544" r:id="rId51"/>
    <p:sldId id="546" r:id="rId52"/>
    <p:sldId id="547" r:id="rId53"/>
    <p:sldId id="548" r:id="rId54"/>
    <p:sldId id="549" r:id="rId55"/>
    <p:sldId id="550" r:id="rId56"/>
    <p:sldId id="551" r:id="rId57"/>
    <p:sldId id="552" r:id="rId58"/>
    <p:sldId id="553" r:id="rId59"/>
    <p:sldId id="554" r:id="rId60"/>
    <p:sldId id="555" r:id="rId61"/>
    <p:sldId id="556" r:id="rId62"/>
    <p:sldId id="557" r:id="rId63"/>
    <p:sldId id="558" r:id="rId64"/>
    <p:sldId id="559" r:id="rId65"/>
    <p:sldId id="560" r:id="rId66"/>
    <p:sldId id="561" r:id="rId67"/>
    <p:sldId id="562" r:id="rId68"/>
    <p:sldId id="563" r:id="rId69"/>
    <p:sldId id="564" r:id="rId70"/>
    <p:sldId id="565" r:id="rId71"/>
    <p:sldId id="566" r:id="rId72"/>
    <p:sldId id="567" r:id="rId73"/>
    <p:sldId id="568" r:id="rId74"/>
    <p:sldId id="569" r:id="rId75"/>
    <p:sldId id="570" r:id="rId76"/>
    <p:sldId id="571" r:id="rId77"/>
    <p:sldId id="572" r:id="rId78"/>
    <p:sldId id="573" r:id="rId79"/>
    <p:sldId id="574" r:id="rId80"/>
    <p:sldId id="575" r:id="rId81"/>
    <p:sldId id="576" r:id="rId82"/>
    <p:sldId id="577" r:id="rId83"/>
    <p:sldId id="579" r:id="rId84"/>
    <p:sldId id="578" r:id="rId85"/>
    <p:sldId id="580" r:id="rId86"/>
    <p:sldId id="581" r:id="rId87"/>
    <p:sldId id="611" r:id="rId88"/>
    <p:sldId id="612" r:id="rId89"/>
    <p:sldId id="613" r:id="rId90"/>
    <p:sldId id="614" r:id="rId91"/>
    <p:sldId id="582" r:id="rId92"/>
    <p:sldId id="583" r:id="rId93"/>
    <p:sldId id="584" r:id="rId94"/>
    <p:sldId id="585" r:id="rId95"/>
    <p:sldId id="586" r:id="rId96"/>
    <p:sldId id="587" r:id="rId97"/>
    <p:sldId id="588" r:id="rId98"/>
    <p:sldId id="589" r:id="rId99"/>
    <p:sldId id="590" r:id="rId100"/>
    <p:sldId id="591" r:id="rId101"/>
    <p:sldId id="592" r:id="rId102"/>
    <p:sldId id="593" r:id="rId103"/>
    <p:sldId id="595" r:id="rId104"/>
    <p:sldId id="594" r:id="rId105"/>
    <p:sldId id="429" r:id="rId106"/>
    <p:sldId id="259" r:id="rId107"/>
    <p:sldId id="260" r:id="rId108"/>
    <p:sldId id="261" r:id="rId109"/>
    <p:sldId id="262" r:id="rId110"/>
    <p:sldId id="263" r:id="rId111"/>
    <p:sldId id="264" r:id="rId112"/>
    <p:sldId id="265" r:id="rId113"/>
    <p:sldId id="266" r:id="rId114"/>
    <p:sldId id="430" r:id="rId115"/>
    <p:sldId id="431" r:id="rId116"/>
    <p:sldId id="432" r:id="rId117"/>
    <p:sldId id="433" r:id="rId118"/>
    <p:sldId id="596" r:id="rId119"/>
    <p:sldId id="597" r:id="rId120"/>
    <p:sldId id="600" r:id="rId121"/>
    <p:sldId id="598" r:id="rId122"/>
    <p:sldId id="599" r:id="rId123"/>
    <p:sldId id="601" r:id="rId124"/>
    <p:sldId id="602" r:id="rId125"/>
    <p:sldId id="603" r:id="rId126"/>
    <p:sldId id="604" r:id="rId127"/>
    <p:sldId id="605" r:id="rId128"/>
    <p:sldId id="606" r:id="rId129"/>
    <p:sldId id="607" r:id="rId130"/>
    <p:sldId id="608" r:id="rId131"/>
    <p:sldId id="609" r:id="rId132"/>
    <p:sldId id="610" r:id="rId13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 id="{FC2C48A8-0C3E-4F85-B520-FE592C579225}">
          <p14:sldIdLst>
            <p14:sldId id="256"/>
            <p14:sldId id="516"/>
            <p14:sldId id="471"/>
            <p14:sldId id="517"/>
            <p14:sldId id="518"/>
            <p14:sldId id="519"/>
            <p14:sldId id="520"/>
            <p14:sldId id="526"/>
            <p14:sldId id="521"/>
            <p14:sldId id="619"/>
            <p14:sldId id="618"/>
            <p14:sldId id="620"/>
            <p14:sldId id="621"/>
            <p14:sldId id="645"/>
            <p14:sldId id="624"/>
            <p14:sldId id="626"/>
            <p14:sldId id="627"/>
            <p14:sldId id="628"/>
            <p14:sldId id="629"/>
            <p14:sldId id="630"/>
            <p14:sldId id="631"/>
            <p14:sldId id="632"/>
            <p14:sldId id="633"/>
            <p14:sldId id="634"/>
            <p14:sldId id="635"/>
            <p14:sldId id="636"/>
            <p14:sldId id="637"/>
            <p14:sldId id="638"/>
            <p14:sldId id="639"/>
            <p14:sldId id="640"/>
            <p14:sldId id="641"/>
            <p14:sldId id="643"/>
            <p14:sldId id="644"/>
            <p14:sldId id="528"/>
            <p14:sldId id="529"/>
            <p14:sldId id="530"/>
            <p14:sldId id="531"/>
            <p14:sldId id="532"/>
            <p14:sldId id="533"/>
            <p14:sldId id="616"/>
            <p14:sldId id="617"/>
            <p14:sldId id="535"/>
            <p14:sldId id="536"/>
            <p14:sldId id="537"/>
            <p14:sldId id="538"/>
            <p14:sldId id="540"/>
            <p14:sldId id="541"/>
            <p14:sldId id="542"/>
            <p14:sldId id="543"/>
            <p14:sldId id="544"/>
            <p14:sldId id="546"/>
            <p14:sldId id="547"/>
            <p14:sldId id="548"/>
            <p14:sldId id="549"/>
            <p14:sldId id="550"/>
            <p14:sldId id="551"/>
            <p14:sldId id="552"/>
            <p14:sldId id="553"/>
            <p14:sldId id="554"/>
            <p14:sldId id="555"/>
            <p14:sldId id="556"/>
            <p14:sldId id="557"/>
            <p14:sldId id="558"/>
            <p14:sldId id="559"/>
            <p14:sldId id="560"/>
            <p14:sldId id="561"/>
            <p14:sldId id="562"/>
            <p14:sldId id="563"/>
            <p14:sldId id="564"/>
            <p14:sldId id="565"/>
            <p14:sldId id="566"/>
            <p14:sldId id="567"/>
            <p14:sldId id="568"/>
            <p14:sldId id="569"/>
            <p14:sldId id="570"/>
            <p14:sldId id="571"/>
            <p14:sldId id="572"/>
            <p14:sldId id="573"/>
            <p14:sldId id="574"/>
            <p14:sldId id="575"/>
            <p14:sldId id="576"/>
            <p14:sldId id="577"/>
            <p14:sldId id="579"/>
            <p14:sldId id="578"/>
            <p14:sldId id="580"/>
            <p14:sldId id="581"/>
            <p14:sldId id="611"/>
            <p14:sldId id="612"/>
            <p14:sldId id="613"/>
            <p14:sldId id="614"/>
            <p14:sldId id="582"/>
            <p14:sldId id="583"/>
            <p14:sldId id="584"/>
            <p14:sldId id="585"/>
            <p14:sldId id="586"/>
            <p14:sldId id="587"/>
            <p14:sldId id="588"/>
            <p14:sldId id="589"/>
            <p14:sldId id="590"/>
            <p14:sldId id="591"/>
            <p14:sldId id="592"/>
            <p14:sldId id="593"/>
            <p14:sldId id="595"/>
            <p14:sldId id="594"/>
            <p14:sldId id="429"/>
            <p14:sldId id="259"/>
            <p14:sldId id="260"/>
            <p14:sldId id="261"/>
            <p14:sldId id="262"/>
            <p14:sldId id="263"/>
            <p14:sldId id="264"/>
            <p14:sldId id="265"/>
            <p14:sldId id="266"/>
            <p14:sldId id="430"/>
            <p14:sldId id="431"/>
            <p14:sldId id="432"/>
            <p14:sldId id="433"/>
            <p14:sldId id="596"/>
            <p14:sldId id="597"/>
            <p14:sldId id="600"/>
            <p14:sldId id="598"/>
            <p14:sldId id="599"/>
            <p14:sldId id="601"/>
            <p14:sldId id="602"/>
            <p14:sldId id="603"/>
            <p14:sldId id="604"/>
            <p14:sldId id="605"/>
            <p14:sldId id="606"/>
            <p14:sldId id="607"/>
            <p14:sldId id="608"/>
            <p14:sldId id="609"/>
            <p14:sldId id="610"/>
          </p14:sldIdLst>
        </p14:section>
        <p14:section name="Introduction" id="{380D269F-7B28-4CEC-9DB8-BD4926B12276}">
          <p14:sldIdLst/>
        </p14:section>
        <p14:section name="PSQUASAR" id="{E9EBA62B-0130-414D-AF97-4085C53C25D4}">
          <p14:sldIdLst/>
        </p14:section>
        <p14:section name="PQS" id="{741A0E5B-9068-4218-B105-EAF972A3F687}">
          <p14:sldIdLst/>
        </p14:section>
        <p14:section name="Case study" id="{21E85042-12F4-45E3-AFDE-18AE39D1A6E7}">
          <p14:sldIdLst/>
        </p14:section>
        <p14:section name="SCADA" id="{E94301D7-6E71-4E5B-B4F3-0B27FF0911E3}">
          <p14:sldIdLst/>
        </p14:section>
        <p14:section name="Conclusions" id="{93B19ED0-4245-45AF-8DD7-8CC7CC3DBB80}">
          <p14:sldIdLst/>
        </p14:section>
        <p14:section name="Otros" id="{1972AB1D-CD80-40BC-9B63-3C01CB42247C}">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AAE189-834C-C549-AA48-6BD9B51E1A97}" v="16" dt="2024-09-27T08:37:59.52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78"/>
    <p:restoredTop sz="94635"/>
  </p:normalViewPr>
  <p:slideViewPr>
    <p:cSldViewPr snapToGrid="0">
      <p:cViewPr varScale="1">
        <p:scale>
          <a:sx n="146" d="100"/>
          <a:sy n="146" d="100"/>
        </p:scale>
        <p:origin x="728" y="160"/>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uel Díaz Rodríguez" userId="ad3297c4-a1d0-4ef3-804a-cf14fe12b873" providerId="ADAL" clId="{0AA02DBF-EF45-CC42-BAC4-2F4DBB555AED}"/>
    <pc:docChg chg="undo custSel addSld delSld modSld modMainMaster modSection modNotesMaster modShowInfo">
      <pc:chgData name="Manuel Díaz Rodríguez" userId="ad3297c4-a1d0-4ef3-804a-cf14fe12b873" providerId="ADAL" clId="{0AA02DBF-EF45-CC42-BAC4-2F4DBB555AED}" dt="2024-09-25T11:58:58.586" v="210" actId="2744"/>
      <pc:docMkLst>
        <pc:docMk/>
      </pc:docMkLst>
      <pc:sldChg chg="delSp modSp mod modNotes">
        <pc:chgData name="Manuel Díaz Rodríguez" userId="ad3297c4-a1d0-4ef3-804a-cf14fe12b873" providerId="ADAL" clId="{0AA02DBF-EF45-CC42-BAC4-2F4DBB555AED}" dt="2024-09-22T09:32:17.412" v="27" actId="1076"/>
        <pc:sldMkLst>
          <pc:docMk/>
          <pc:sldMk cId="0" sldId="256"/>
        </pc:sldMkLst>
        <pc:spChg chg="mod">
          <ac:chgData name="Manuel Díaz Rodríguez" userId="ad3297c4-a1d0-4ef3-804a-cf14fe12b873" providerId="ADAL" clId="{0AA02DBF-EF45-CC42-BAC4-2F4DBB555AED}" dt="2024-09-22T09:32:08.984" v="2"/>
          <ac:spMkLst>
            <pc:docMk/>
            <pc:sldMk cId="0" sldId="256"/>
            <ac:spMk id="2" creationId="{00000000-0000-0000-0000-000000000000}"/>
          </ac:spMkLst>
        </pc:spChg>
        <pc:spChg chg="mod">
          <ac:chgData name="Manuel Díaz Rodríguez" userId="ad3297c4-a1d0-4ef3-804a-cf14fe12b873" providerId="ADAL" clId="{0AA02DBF-EF45-CC42-BAC4-2F4DBB555AED}" dt="2024-09-22T09:32:08.984" v="2"/>
          <ac:spMkLst>
            <pc:docMk/>
            <pc:sldMk cId="0" sldId="256"/>
            <ac:spMk id="3" creationId="{00000000-0000-0000-0000-000000000000}"/>
          </ac:spMkLst>
        </pc:spChg>
        <pc:spChg chg="mod">
          <ac:chgData name="Manuel Díaz Rodríguez" userId="ad3297c4-a1d0-4ef3-804a-cf14fe12b873" providerId="ADAL" clId="{0AA02DBF-EF45-CC42-BAC4-2F4DBB555AED}" dt="2024-09-22T09:32:08.984" v="2"/>
          <ac:spMkLst>
            <pc:docMk/>
            <pc:sldMk cId="0" sldId="256"/>
            <ac:spMk id="4" creationId="{00000000-0000-0000-0000-000000000000}"/>
          </ac:spMkLst>
        </pc:spChg>
        <pc:picChg chg="mod">
          <ac:chgData name="Manuel Díaz Rodríguez" userId="ad3297c4-a1d0-4ef3-804a-cf14fe12b873" providerId="ADAL" clId="{0AA02DBF-EF45-CC42-BAC4-2F4DBB555AED}" dt="2024-09-22T09:32:17.412" v="27" actId="1076"/>
          <ac:picMkLst>
            <pc:docMk/>
            <pc:sldMk cId="0" sldId="256"/>
            <ac:picMk id="1027" creationId="{00000000-0000-0000-0000-000000000000}"/>
          </ac:picMkLst>
        </pc:picChg>
        <pc:picChg chg="del mod">
          <ac:chgData name="Manuel Díaz Rodríguez" userId="ad3297c4-a1d0-4ef3-804a-cf14fe12b873" providerId="ADAL" clId="{0AA02DBF-EF45-CC42-BAC4-2F4DBB555AED}" dt="2024-09-22T09:32:11.286" v="19" actId="478"/>
          <ac:picMkLst>
            <pc:docMk/>
            <pc:sldMk cId="0" sldId="256"/>
            <ac:picMk id="1028" creationId="{00000000-0000-0000-0000-000000000000}"/>
          </ac:picMkLst>
        </pc:picChg>
      </pc:sldChg>
      <pc:sldChg chg="modSp modNotes">
        <pc:chgData name="Manuel Díaz Rodríguez" userId="ad3297c4-a1d0-4ef3-804a-cf14fe12b873" providerId="ADAL" clId="{0AA02DBF-EF45-CC42-BAC4-2F4DBB555AED}" dt="2024-09-22T09:35:55.233" v="105"/>
        <pc:sldMkLst>
          <pc:docMk/>
          <pc:sldMk cId="372065764" sldId="259"/>
        </pc:sldMkLst>
        <pc:spChg chg="mod">
          <ac:chgData name="Manuel Díaz Rodríguez" userId="ad3297c4-a1d0-4ef3-804a-cf14fe12b873" providerId="ADAL" clId="{0AA02DBF-EF45-CC42-BAC4-2F4DBB555AED}" dt="2024-09-22T09:35:55.233" v="105"/>
          <ac:spMkLst>
            <pc:docMk/>
            <pc:sldMk cId="372065764" sldId="259"/>
            <ac:spMk id="2" creationId="{9A7C1B1E-B95B-44F2-9A9E-4F5B6FAA9FFF}"/>
          </ac:spMkLst>
        </pc:spChg>
        <pc:spChg chg="mod">
          <ac:chgData name="Manuel Díaz Rodríguez" userId="ad3297c4-a1d0-4ef3-804a-cf14fe12b873" providerId="ADAL" clId="{0AA02DBF-EF45-CC42-BAC4-2F4DBB555AED}" dt="2024-09-22T09:32:08.984" v="2"/>
          <ac:spMkLst>
            <pc:docMk/>
            <pc:sldMk cId="372065764" sldId="259"/>
            <ac:spMk id="3" creationId="{D4294589-5E77-4410-8E6A-2B010650AEB2}"/>
          </ac:spMkLst>
        </pc:spChg>
        <pc:spChg chg="mod">
          <ac:chgData name="Manuel Díaz Rodríguez" userId="ad3297c4-a1d0-4ef3-804a-cf14fe12b873" providerId="ADAL" clId="{0AA02DBF-EF45-CC42-BAC4-2F4DBB555AED}" dt="2024-09-22T09:35:55.233" v="105"/>
          <ac:spMkLst>
            <pc:docMk/>
            <pc:sldMk cId="372065764" sldId="259"/>
            <ac:spMk id="5" creationId="{E415F76E-2B8E-433F-A8AF-737B9A58255D}"/>
          </ac:spMkLst>
        </pc:spChg>
        <pc:spChg chg="mod">
          <ac:chgData name="Manuel Díaz Rodríguez" userId="ad3297c4-a1d0-4ef3-804a-cf14fe12b873" providerId="ADAL" clId="{0AA02DBF-EF45-CC42-BAC4-2F4DBB555AED}" dt="2024-09-22T09:32:08.984" v="2"/>
          <ac:spMkLst>
            <pc:docMk/>
            <pc:sldMk cId="372065764" sldId="259"/>
            <ac:spMk id="6" creationId="{014CAF7E-9DC1-4300-81C8-F0CBE4A0676C}"/>
          </ac:spMkLst>
        </pc:spChg>
        <pc:spChg chg="mod">
          <ac:chgData name="Manuel Díaz Rodríguez" userId="ad3297c4-a1d0-4ef3-804a-cf14fe12b873" providerId="ADAL" clId="{0AA02DBF-EF45-CC42-BAC4-2F4DBB555AED}" dt="2024-09-22T09:32:08.984" v="2"/>
          <ac:spMkLst>
            <pc:docMk/>
            <pc:sldMk cId="372065764" sldId="259"/>
            <ac:spMk id="9" creationId="{165CF18C-F97A-C24C-BC41-21B15BC687D0}"/>
          </ac:spMkLst>
        </pc:spChg>
      </pc:sldChg>
      <pc:sldChg chg="modSp modNotes">
        <pc:chgData name="Manuel Díaz Rodríguez" userId="ad3297c4-a1d0-4ef3-804a-cf14fe12b873" providerId="ADAL" clId="{0AA02DBF-EF45-CC42-BAC4-2F4DBB555AED}" dt="2024-09-22T09:35:55.233" v="105"/>
        <pc:sldMkLst>
          <pc:docMk/>
          <pc:sldMk cId="1210529294" sldId="260"/>
        </pc:sldMkLst>
        <pc:spChg chg="mod">
          <ac:chgData name="Manuel Díaz Rodríguez" userId="ad3297c4-a1d0-4ef3-804a-cf14fe12b873" providerId="ADAL" clId="{0AA02DBF-EF45-CC42-BAC4-2F4DBB555AED}" dt="2024-09-22T09:35:55.233" v="105"/>
          <ac:spMkLst>
            <pc:docMk/>
            <pc:sldMk cId="1210529294" sldId="260"/>
            <ac:spMk id="2" creationId="{C240EFF3-8932-40D7-8F4A-CBF67F340D52}"/>
          </ac:spMkLst>
        </pc:spChg>
        <pc:spChg chg="mod">
          <ac:chgData name="Manuel Díaz Rodríguez" userId="ad3297c4-a1d0-4ef3-804a-cf14fe12b873" providerId="ADAL" clId="{0AA02DBF-EF45-CC42-BAC4-2F4DBB555AED}" dt="2024-09-22T09:35:55.233" v="105"/>
          <ac:spMkLst>
            <pc:docMk/>
            <pc:sldMk cId="1210529294" sldId="260"/>
            <ac:spMk id="3" creationId="{B3252C12-E7C0-421C-99CB-EB799A566E8C}"/>
          </ac:spMkLst>
        </pc:spChg>
        <pc:spChg chg="mod">
          <ac:chgData name="Manuel Díaz Rodríguez" userId="ad3297c4-a1d0-4ef3-804a-cf14fe12b873" providerId="ADAL" clId="{0AA02DBF-EF45-CC42-BAC4-2F4DBB555AED}" dt="2024-09-22T09:35:55.233" v="105"/>
          <ac:spMkLst>
            <pc:docMk/>
            <pc:sldMk cId="1210529294" sldId="260"/>
            <ac:spMk id="5" creationId="{434E6408-A9B4-49B2-9540-2C552A8ECA48}"/>
          </ac:spMkLst>
        </pc:spChg>
        <pc:spChg chg="mod">
          <ac:chgData name="Manuel Díaz Rodríguez" userId="ad3297c4-a1d0-4ef3-804a-cf14fe12b873" providerId="ADAL" clId="{0AA02DBF-EF45-CC42-BAC4-2F4DBB555AED}" dt="2024-09-22T09:32:08.984" v="2"/>
          <ac:spMkLst>
            <pc:docMk/>
            <pc:sldMk cId="1210529294" sldId="260"/>
            <ac:spMk id="6" creationId="{4D862332-F55B-9742-8D34-938C7473D8DB}"/>
          </ac:spMkLst>
        </pc:spChg>
      </pc:sldChg>
      <pc:sldChg chg="modSp mod modNotes">
        <pc:chgData name="Manuel Díaz Rodríguez" userId="ad3297c4-a1d0-4ef3-804a-cf14fe12b873" providerId="ADAL" clId="{0AA02DBF-EF45-CC42-BAC4-2F4DBB555AED}" dt="2024-09-22T09:35:55.233" v="105"/>
        <pc:sldMkLst>
          <pc:docMk/>
          <pc:sldMk cId="742847804" sldId="261"/>
        </pc:sldMkLst>
        <pc:spChg chg="mod">
          <ac:chgData name="Manuel Díaz Rodríguez" userId="ad3297c4-a1d0-4ef3-804a-cf14fe12b873" providerId="ADAL" clId="{0AA02DBF-EF45-CC42-BAC4-2F4DBB555AED}" dt="2024-09-22T09:35:55.233" v="105"/>
          <ac:spMkLst>
            <pc:docMk/>
            <pc:sldMk cId="742847804" sldId="261"/>
            <ac:spMk id="2" creationId="{1B9A3F44-DFB8-4A07-8486-5DDEBB7787BF}"/>
          </ac:spMkLst>
        </pc:spChg>
        <pc:spChg chg="mod">
          <ac:chgData name="Manuel Díaz Rodríguez" userId="ad3297c4-a1d0-4ef3-804a-cf14fe12b873" providerId="ADAL" clId="{0AA02DBF-EF45-CC42-BAC4-2F4DBB555AED}" dt="2024-09-22T09:35:55.233" v="105"/>
          <ac:spMkLst>
            <pc:docMk/>
            <pc:sldMk cId="742847804" sldId="261"/>
            <ac:spMk id="3" creationId="{4D9D40EA-4BCB-4F7E-BFE1-498CB53AFF4B}"/>
          </ac:spMkLst>
        </pc:spChg>
        <pc:spChg chg="mod">
          <ac:chgData name="Manuel Díaz Rodríguez" userId="ad3297c4-a1d0-4ef3-804a-cf14fe12b873" providerId="ADAL" clId="{0AA02DBF-EF45-CC42-BAC4-2F4DBB555AED}" dt="2024-09-22T09:35:55.233" v="105"/>
          <ac:spMkLst>
            <pc:docMk/>
            <pc:sldMk cId="742847804" sldId="261"/>
            <ac:spMk id="5" creationId="{AA3D73E9-5779-4CDD-8311-BBE3FD96F781}"/>
          </ac:spMkLst>
        </pc:spChg>
        <pc:spChg chg="mod">
          <ac:chgData name="Manuel Díaz Rodríguez" userId="ad3297c4-a1d0-4ef3-804a-cf14fe12b873" providerId="ADAL" clId="{0AA02DBF-EF45-CC42-BAC4-2F4DBB555AED}" dt="2024-09-22T09:32:08.984" v="2"/>
          <ac:spMkLst>
            <pc:docMk/>
            <pc:sldMk cId="742847804" sldId="261"/>
            <ac:spMk id="6" creationId="{648CF35E-5C2B-DD4D-9725-3883872C25CF}"/>
          </ac:spMkLst>
        </pc:spChg>
      </pc:sldChg>
      <pc:sldChg chg="modSp modNotes">
        <pc:chgData name="Manuel Díaz Rodríguez" userId="ad3297c4-a1d0-4ef3-804a-cf14fe12b873" providerId="ADAL" clId="{0AA02DBF-EF45-CC42-BAC4-2F4DBB555AED}" dt="2024-09-22T09:35:55.233" v="105"/>
        <pc:sldMkLst>
          <pc:docMk/>
          <pc:sldMk cId="3264772797" sldId="262"/>
        </pc:sldMkLst>
        <pc:spChg chg="mod">
          <ac:chgData name="Manuel Díaz Rodríguez" userId="ad3297c4-a1d0-4ef3-804a-cf14fe12b873" providerId="ADAL" clId="{0AA02DBF-EF45-CC42-BAC4-2F4DBB555AED}" dt="2024-09-22T09:35:55.233" v="105"/>
          <ac:spMkLst>
            <pc:docMk/>
            <pc:sldMk cId="3264772797" sldId="262"/>
            <ac:spMk id="2" creationId="{7CD21D22-8EED-4479-BAD6-01F3E75E997F}"/>
          </ac:spMkLst>
        </pc:spChg>
        <pc:spChg chg="mod">
          <ac:chgData name="Manuel Díaz Rodríguez" userId="ad3297c4-a1d0-4ef3-804a-cf14fe12b873" providerId="ADAL" clId="{0AA02DBF-EF45-CC42-BAC4-2F4DBB555AED}" dt="2024-09-22T09:35:55.233" v="105"/>
          <ac:spMkLst>
            <pc:docMk/>
            <pc:sldMk cId="3264772797" sldId="262"/>
            <ac:spMk id="5" creationId="{BED8E422-A2D7-4492-AE6B-CA920A4FAD70}"/>
          </ac:spMkLst>
        </pc:spChg>
        <pc:spChg chg="mod">
          <ac:chgData name="Manuel Díaz Rodríguez" userId="ad3297c4-a1d0-4ef3-804a-cf14fe12b873" providerId="ADAL" clId="{0AA02DBF-EF45-CC42-BAC4-2F4DBB555AED}" dt="2024-09-22T09:32:08.984" v="2"/>
          <ac:spMkLst>
            <pc:docMk/>
            <pc:sldMk cId="3264772797" sldId="262"/>
            <ac:spMk id="6" creationId="{B9899F2C-1537-4A28-A8F0-BF51A818A795}"/>
          </ac:spMkLst>
        </pc:spChg>
        <pc:spChg chg="mod">
          <ac:chgData name="Manuel Díaz Rodríguez" userId="ad3297c4-a1d0-4ef3-804a-cf14fe12b873" providerId="ADAL" clId="{0AA02DBF-EF45-CC42-BAC4-2F4DBB555AED}" dt="2024-09-22T09:32:08.984" v="2"/>
          <ac:spMkLst>
            <pc:docMk/>
            <pc:sldMk cId="3264772797" sldId="262"/>
            <ac:spMk id="7" creationId="{80C87B67-EDFF-4399-AB42-B987A3FC7A59}"/>
          </ac:spMkLst>
        </pc:spChg>
        <pc:spChg chg="mod">
          <ac:chgData name="Manuel Díaz Rodríguez" userId="ad3297c4-a1d0-4ef3-804a-cf14fe12b873" providerId="ADAL" clId="{0AA02DBF-EF45-CC42-BAC4-2F4DBB555AED}" dt="2024-09-22T09:32:08.984" v="2"/>
          <ac:spMkLst>
            <pc:docMk/>
            <pc:sldMk cId="3264772797" sldId="262"/>
            <ac:spMk id="8" creationId="{D44F33E9-D44F-44E7-B016-A1DF9AB0B690}"/>
          </ac:spMkLst>
        </pc:spChg>
        <pc:spChg chg="mod">
          <ac:chgData name="Manuel Díaz Rodríguez" userId="ad3297c4-a1d0-4ef3-804a-cf14fe12b873" providerId="ADAL" clId="{0AA02DBF-EF45-CC42-BAC4-2F4DBB555AED}" dt="2024-09-22T09:32:08.984" v="2"/>
          <ac:spMkLst>
            <pc:docMk/>
            <pc:sldMk cId="3264772797" sldId="262"/>
            <ac:spMk id="9" creationId="{88869B3D-C20E-47D4-BAD1-F52F73C61CBD}"/>
          </ac:spMkLst>
        </pc:spChg>
        <pc:spChg chg="mod">
          <ac:chgData name="Manuel Díaz Rodríguez" userId="ad3297c4-a1d0-4ef3-804a-cf14fe12b873" providerId="ADAL" clId="{0AA02DBF-EF45-CC42-BAC4-2F4DBB555AED}" dt="2024-09-22T09:32:08.984" v="2"/>
          <ac:spMkLst>
            <pc:docMk/>
            <pc:sldMk cId="3264772797" sldId="262"/>
            <ac:spMk id="10" creationId="{FCB3B6E1-5B74-4582-8AD0-AA79489A5445}"/>
          </ac:spMkLst>
        </pc:spChg>
        <pc:spChg chg="mod">
          <ac:chgData name="Manuel Díaz Rodríguez" userId="ad3297c4-a1d0-4ef3-804a-cf14fe12b873" providerId="ADAL" clId="{0AA02DBF-EF45-CC42-BAC4-2F4DBB555AED}" dt="2024-09-22T09:32:08.984" v="2"/>
          <ac:spMkLst>
            <pc:docMk/>
            <pc:sldMk cId="3264772797" sldId="262"/>
            <ac:spMk id="11" creationId="{6464A13C-C125-49B6-BE01-219F2E1B860F}"/>
          </ac:spMkLst>
        </pc:spChg>
        <pc:spChg chg="mod">
          <ac:chgData name="Manuel Díaz Rodríguez" userId="ad3297c4-a1d0-4ef3-804a-cf14fe12b873" providerId="ADAL" clId="{0AA02DBF-EF45-CC42-BAC4-2F4DBB555AED}" dt="2024-09-22T09:32:08.984" v="2"/>
          <ac:spMkLst>
            <pc:docMk/>
            <pc:sldMk cId="3264772797" sldId="262"/>
            <ac:spMk id="12" creationId="{59CB1C10-4A04-4B36-8F46-D146617DBAA8}"/>
          </ac:spMkLst>
        </pc:spChg>
        <pc:spChg chg="mod">
          <ac:chgData name="Manuel Díaz Rodríguez" userId="ad3297c4-a1d0-4ef3-804a-cf14fe12b873" providerId="ADAL" clId="{0AA02DBF-EF45-CC42-BAC4-2F4DBB555AED}" dt="2024-09-22T09:32:08.984" v="2"/>
          <ac:spMkLst>
            <pc:docMk/>
            <pc:sldMk cId="3264772797" sldId="262"/>
            <ac:spMk id="13" creationId="{B3F0393A-866C-47AA-A1DB-0F8A89AAF3D8}"/>
          </ac:spMkLst>
        </pc:spChg>
        <pc:spChg chg="mod">
          <ac:chgData name="Manuel Díaz Rodríguez" userId="ad3297c4-a1d0-4ef3-804a-cf14fe12b873" providerId="ADAL" clId="{0AA02DBF-EF45-CC42-BAC4-2F4DBB555AED}" dt="2024-09-22T09:32:08.984" v="2"/>
          <ac:spMkLst>
            <pc:docMk/>
            <pc:sldMk cId="3264772797" sldId="262"/>
            <ac:spMk id="14" creationId="{31A33852-2ABC-4399-A839-FC9772DE800D}"/>
          </ac:spMkLst>
        </pc:spChg>
        <pc:spChg chg="mod">
          <ac:chgData name="Manuel Díaz Rodríguez" userId="ad3297c4-a1d0-4ef3-804a-cf14fe12b873" providerId="ADAL" clId="{0AA02DBF-EF45-CC42-BAC4-2F4DBB555AED}" dt="2024-09-22T09:32:08.984" v="2"/>
          <ac:spMkLst>
            <pc:docMk/>
            <pc:sldMk cId="3264772797" sldId="262"/>
            <ac:spMk id="15" creationId="{DBDDE802-6A9D-4257-BE85-E1C78DDD0DCE}"/>
          </ac:spMkLst>
        </pc:spChg>
        <pc:spChg chg="mod">
          <ac:chgData name="Manuel Díaz Rodríguez" userId="ad3297c4-a1d0-4ef3-804a-cf14fe12b873" providerId="ADAL" clId="{0AA02DBF-EF45-CC42-BAC4-2F4DBB555AED}" dt="2024-09-22T09:32:08.984" v="2"/>
          <ac:spMkLst>
            <pc:docMk/>
            <pc:sldMk cId="3264772797" sldId="262"/>
            <ac:spMk id="16" creationId="{4E21559D-568A-4853-9F9C-9CE8E620CA41}"/>
          </ac:spMkLst>
        </pc:spChg>
        <pc:spChg chg="mod">
          <ac:chgData name="Manuel Díaz Rodríguez" userId="ad3297c4-a1d0-4ef3-804a-cf14fe12b873" providerId="ADAL" clId="{0AA02DBF-EF45-CC42-BAC4-2F4DBB555AED}" dt="2024-09-22T09:32:08.984" v="2"/>
          <ac:spMkLst>
            <pc:docMk/>
            <pc:sldMk cId="3264772797" sldId="262"/>
            <ac:spMk id="17" creationId="{B2FDD4FB-0B23-4E24-8956-266ED2AECCF0}"/>
          </ac:spMkLst>
        </pc:spChg>
        <pc:spChg chg="mod">
          <ac:chgData name="Manuel Díaz Rodríguez" userId="ad3297c4-a1d0-4ef3-804a-cf14fe12b873" providerId="ADAL" clId="{0AA02DBF-EF45-CC42-BAC4-2F4DBB555AED}" dt="2024-09-22T09:32:08.984" v="2"/>
          <ac:spMkLst>
            <pc:docMk/>
            <pc:sldMk cId="3264772797" sldId="262"/>
            <ac:spMk id="18" creationId="{A6B1491B-6C5B-458B-BEFE-5A11F343D73B}"/>
          </ac:spMkLst>
        </pc:spChg>
        <pc:spChg chg="mod">
          <ac:chgData name="Manuel Díaz Rodríguez" userId="ad3297c4-a1d0-4ef3-804a-cf14fe12b873" providerId="ADAL" clId="{0AA02DBF-EF45-CC42-BAC4-2F4DBB555AED}" dt="2024-09-22T09:32:08.984" v="2"/>
          <ac:spMkLst>
            <pc:docMk/>
            <pc:sldMk cId="3264772797" sldId="262"/>
            <ac:spMk id="19" creationId="{361C8C2C-8E2A-4603-8063-33CA2C184276}"/>
          </ac:spMkLst>
        </pc:spChg>
        <pc:spChg chg="mod">
          <ac:chgData name="Manuel Díaz Rodríguez" userId="ad3297c4-a1d0-4ef3-804a-cf14fe12b873" providerId="ADAL" clId="{0AA02DBF-EF45-CC42-BAC4-2F4DBB555AED}" dt="2024-09-22T09:32:08.984" v="2"/>
          <ac:spMkLst>
            <pc:docMk/>
            <pc:sldMk cId="3264772797" sldId="262"/>
            <ac:spMk id="26" creationId="{615222C0-85DA-4BAA-A3BA-D621148991F0}"/>
          </ac:spMkLst>
        </pc:spChg>
        <pc:cxnChg chg="mod">
          <ac:chgData name="Manuel Díaz Rodríguez" userId="ad3297c4-a1d0-4ef3-804a-cf14fe12b873" providerId="ADAL" clId="{0AA02DBF-EF45-CC42-BAC4-2F4DBB555AED}" dt="2024-09-22T09:32:08.984" v="2"/>
          <ac:cxnSpMkLst>
            <pc:docMk/>
            <pc:sldMk cId="3264772797" sldId="262"/>
            <ac:cxnSpMk id="21" creationId="{56404DA9-BD0E-4804-9C83-CAC9EE490FDD}"/>
          </ac:cxnSpMkLst>
        </pc:cxnChg>
        <pc:cxnChg chg="mod">
          <ac:chgData name="Manuel Díaz Rodríguez" userId="ad3297c4-a1d0-4ef3-804a-cf14fe12b873" providerId="ADAL" clId="{0AA02DBF-EF45-CC42-BAC4-2F4DBB555AED}" dt="2024-09-22T09:32:08.984" v="2"/>
          <ac:cxnSpMkLst>
            <pc:docMk/>
            <pc:sldMk cId="3264772797" sldId="262"/>
            <ac:cxnSpMk id="22" creationId="{66362FD6-98A8-44EB-B70B-17D5A3B1B1AD}"/>
          </ac:cxnSpMkLst>
        </pc:cxnChg>
        <pc:cxnChg chg="mod">
          <ac:chgData name="Manuel Díaz Rodríguez" userId="ad3297c4-a1d0-4ef3-804a-cf14fe12b873" providerId="ADAL" clId="{0AA02DBF-EF45-CC42-BAC4-2F4DBB555AED}" dt="2024-09-22T09:32:08.984" v="2"/>
          <ac:cxnSpMkLst>
            <pc:docMk/>
            <pc:sldMk cId="3264772797" sldId="262"/>
            <ac:cxnSpMk id="24" creationId="{B5CF7B21-AE70-4CB5-AC0E-C8A8BD1DC5E2}"/>
          </ac:cxnSpMkLst>
        </pc:cxnChg>
      </pc:sldChg>
      <pc:sldChg chg="modSp modNotes">
        <pc:chgData name="Manuel Díaz Rodríguez" userId="ad3297c4-a1d0-4ef3-804a-cf14fe12b873" providerId="ADAL" clId="{0AA02DBF-EF45-CC42-BAC4-2F4DBB555AED}" dt="2024-09-22T09:35:55.233" v="105"/>
        <pc:sldMkLst>
          <pc:docMk/>
          <pc:sldMk cId="1194716194" sldId="263"/>
        </pc:sldMkLst>
        <pc:spChg chg="mod">
          <ac:chgData name="Manuel Díaz Rodríguez" userId="ad3297c4-a1d0-4ef3-804a-cf14fe12b873" providerId="ADAL" clId="{0AA02DBF-EF45-CC42-BAC4-2F4DBB555AED}" dt="2024-09-22T09:35:55.233" v="105"/>
          <ac:spMkLst>
            <pc:docMk/>
            <pc:sldMk cId="1194716194" sldId="263"/>
            <ac:spMk id="2" creationId="{7CD21D22-8EED-4479-BAD6-01F3E75E997F}"/>
          </ac:spMkLst>
        </pc:spChg>
        <pc:spChg chg="mod">
          <ac:chgData name="Manuel Díaz Rodríguez" userId="ad3297c4-a1d0-4ef3-804a-cf14fe12b873" providerId="ADAL" clId="{0AA02DBF-EF45-CC42-BAC4-2F4DBB555AED}" dt="2024-09-22T09:32:08.984" v="2"/>
          <ac:spMkLst>
            <pc:docMk/>
            <pc:sldMk cId="1194716194" sldId="263"/>
            <ac:spMk id="3" creationId="{50F82E9F-3715-46AF-9181-6416590BB72A}"/>
          </ac:spMkLst>
        </pc:spChg>
        <pc:spChg chg="mod">
          <ac:chgData name="Manuel Díaz Rodríguez" userId="ad3297c4-a1d0-4ef3-804a-cf14fe12b873" providerId="ADAL" clId="{0AA02DBF-EF45-CC42-BAC4-2F4DBB555AED}" dt="2024-09-22T09:35:55.233" v="105"/>
          <ac:spMkLst>
            <pc:docMk/>
            <pc:sldMk cId="1194716194" sldId="263"/>
            <ac:spMk id="5" creationId="{BED8E422-A2D7-4492-AE6B-CA920A4FAD70}"/>
          </ac:spMkLst>
        </pc:spChg>
        <pc:spChg chg="mod">
          <ac:chgData name="Manuel Díaz Rodríguez" userId="ad3297c4-a1d0-4ef3-804a-cf14fe12b873" providerId="ADAL" clId="{0AA02DBF-EF45-CC42-BAC4-2F4DBB555AED}" dt="2024-09-22T09:32:08.984" v="2"/>
          <ac:spMkLst>
            <pc:docMk/>
            <pc:sldMk cId="1194716194" sldId="263"/>
            <ac:spMk id="6" creationId="{B9899F2C-1537-4A28-A8F0-BF51A818A795}"/>
          </ac:spMkLst>
        </pc:spChg>
        <pc:spChg chg="mod">
          <ac:chgData name="Manuel Díaz Rodríguez" userId="ad3297c4-a1d0-4ef3-804a-cf14fe12b873" providerId="ADAL" clId="{0AA02DBF-EF45-CC42-BAC4-2F4DBB555AED}" dt="2024-09-22T09:32:08.984" v="2"/>
          <ac:spMkLst>
            <pc:docMk/>
            <pc:sldMk cId="1194716194" sldId="263"/>
            <ac:spMk id="7" creationId="{80C87B67-EDFF-4399-AB42-B987A3FC7A59}"/>
          </ac:spMkLst>
        </pc:spChg>
        <pc:spChg chg="mod">
          <ac:chgData name="Manuel Díaz Rodríguez" userId="ad3297c4-a1d0-4ef3-804a-cf14fe12b873" providerId="ADAL" clId="{0AA02DBF-EF45-CC42-BAC4-2F4DBB555AED}" dt="2024-09-22T09:32:08.984" v="2"/>
          <ac:spMkLst>
            <pc:docMk/>
            <pc:sldMk cId="1194716194" sldId="263"/>
            <ac:spMk id="8" creationId="{D44F33E9-D44F-44E7-B016-A1DF9AB0B690}"/>
          </ac:spMkLst>
        </pc:spChg>
        <pc:spChg chg="mod">
          <ac:chgData name="Manuel Díaz Rodríguez" userId="ad3297c4-a1d0-4ef3-804a-cf14fe12b873" providerId="ADAL" clId="{0AA02DBF-EF45-CC42-BAC4-2F4DBB555AED}" dt="2024-09-22T09:32:08.984" v="2"/>
          <ac:spMkLst>
            <pc:docMk/>
            <pc:sldMk cId="1194716194" sldId="263"/>
            <ac:spMk id="9" creationId="{88869B3D-C20E-47D4-BAD1-F52F73C61CBD}"/>
          </ac:spMkLst>
        </pc:spChg>
        <pc:spChg chg="mod">
          <ac:chgData name="Manuel Díaz Rodríguez" userId="ad3297c4-a1d0-4ef3-804a-cf14fe12b873" providerId="ADAL" clId="{0AA02DBF-EF45-CC42-BAC4-2F4DBB555AED}" dt="2024-09-22T09:32:08.984" v="2"/>
          <ac:spMkLst>
            <pc:docMk/>
            <pc:sldMk cId="1194716194" sldId="263"/>
            <ac:spMk id="10" creationId="{FCB3B6E1-5B74-4582-8AD0-AA79489A5445}"/>
          </ac:spMkLst>
        </pc:spChg>
        <pc:spChg chg="mod">
          <ac:chgData name="Manuel Díaz Rodríguez" userId="ad3297c4-a1d0-4ef3-804a-cf14fe12b873" providerId="ADAL" clId="{0AA02DBF-EF45-CC42-BAC4-2F4DBB555AED}" dt="2024-09-22T09:32:08.984" v="2"/>
          <ac:spMkLst>
            <pc:docMk/>
            <pc:sldMk cId="1194716194" sldId="263"/>
            <ac:spMk id="11" creationId="{6464A13C-C125-49B6-BE01-219F2E1B860F}"/>
          </ac:spMkLst>
        </pc:spChg>
        <pc:spChg chg="mod">
          <ac:chgData name="Manuel Díaz Rodríguez" userId="ad3297c4-a1d0-4ef3-804a-cf14fe12b873" providerId="ADAL" clId="{0AA02DBF-EF45-CC42-BAC4-2F4DBB555AED}" dt="2024-09-22T09:32:08.984" v="2"/>
          <ac:spMkLst>
            <pc:docMk/>
            <pc:sldMk cId="1194716194" sldId="263"/>
            <ac:spMk id="12" creationId="{59CB1C10-4A04-4B36-8F46-D146617DBAA8}"/>
          </ac:spMkLst>
        </pc:spChg>
        <pc:spChg chg="mod">
          <ac:chgData name="Manuel Díaz Rodríguez" userId="ad3297c4-a1d0-4ef3-804a-cf14fe12b873" providerId="ADAL" clId="{0AA02DBF-EF45-CC42-BAC4-2F4DBB555AED}" dt="2024-09-22T09:32:08.984" v="2"/>
          <ac:spMkLst>
            <pc:docMk/>
            <pc:sldMk cId="1194716194" sldId="263"/>
            <ac:spMk id="13" creationId="{B3F0393A-866C-47AA-A1DB-0F8A89AAF3D8}"/>
          </ac:spMkLst>
        </pc:spChg>
        <pc:spChg chg="mod">
          <ac:chgData name="Manuel Díaz Rodríguez" userId="ad3297c4-a1d0-4ef3-804a-cf14fe12b873" providerId="ADAL" clId="{0AA02DBF-EF45-CC42-BAC4-2F4DBB555AED}" dt="2024-09-22T09:32:08.984" v="2"/>
          <ac:spMkLst>
            <pc:docMk/>
            <pc:sldMk cId="1194716194" sldId="263"/>
            <ac:spMk id="14" creationId="{31A33852-2ABC-4399-A839-FC9772DE800D}"/>
          </ac:spMkLst>
        </pc:spChg>
        <pc:spChg chg="mod">
          <ac:chgData name="Manuel Díaz Rodríguez" userId="ad3297c4-a1d0-4ef3-804a-cf14fe12b873" providerId="ADAL" clId="{0AA02DBF-EF45-CC42-BAC4-2F4DBB555AED}" dt="2024-09-22T09:32:08.984" v="2"/>
          <ac:spMkLst>
            <pc:docMk/>
            <pc:sldMk cId="1194716194" sldId="263"/>
            <ac:spMk id="15" creationId="{DBDDE802-6A9D-4257-BE85-E1C78DDD0DCE}"/>
          </ac:spMkLst>
        </pc:spChg>
        <pc:spChg chg="mod">
          <ac:chgData name="Manuel Díaz Rodríguez" userId="ad3297c4-a1d0-4ef3-804a-cf14fe12b873" providerId="ADAL" clId="{0AA02DBF-EF45-CC42-BAC4-2F4DBB555AED}" dt="2024-09-22T09:32:08.984" v="2"/>
          <ac:spMkLst>
            <pc:docMk/>
            <pc:sldMk cId="1194716194" sldId="263"/>
            <ac:spMk id="16" creationId="{4E21559D-568A-4853-9F9C-9CE8E620CA41}"/>
          </ac:spMkLst>
        </pc:spChg>
        <pc:spChg chg="mod">
          <ac:chgData name="Manuel Díaz Rodríguez" userId="ad3297c4-a1d0-4ef3-804a-cf14fe12b873" providerId="ADAL" clId="{0AA02DBF-EF45-CC42-BAC4-2F4DBB555AED}" dt="2024-09-22T09:32:08.984" v="2"/>
          <ac:spMkLst>
            <pc:docMk/>
            <pc:sldMk cId="1194716194" sldId="263"/>
            <ac:spMk id="17" creationId="{B2FDD4FB-0B23-4E24-8956-266ED2AECCF0}"/>
          </ac:spMkLst>
        </pc:spChg>
        <pc:spChg chg="mod">
          <ac:chgData name="Manuel Díaz Rodríguez" userId="ad3297c4-a1d0-4ef3-804a-cf14fe12b873" providerId="ADAL" clId="{0AA02DBF-EF45-CC42-BAC4-2F4DBB555AED}" dt="2024-09-22T09:32:08.984" v="2"/>
          <ac:spMkLst>
            <pc:docMk/>
            <pc:sldMk cId="1194716194" sldId="263"/>
            <ac:spMk id="18" creationId="{A6B1491B-6C5B-458B-BEFE-5A11F343D73B}"/>
          </ac:spMkLst>
        </pc:spChg>
        <pc:spChg chg="mod">
          <ac:chgData name="Manuel Díaz Rodríguez" userId="ad3297c4-a1d0-4ef3-804a-cf14fe12b873" providerId="ADAL" clId="{0AA02DBF-EF45-CC42-BAC4-2F4DBB555AED}" dt="2024-09-22T09:32:08.984" v="2"/>
          <ac:spMkLst>
            <pc:docMk/>
            <pc:sldMk cId="1194716194" sldId="263"/>
            <ac:spMk id="23" creationId="{DA5D836A-D8BB-499E-BE78-D8C5A8518383}"/>
          </ac:spMkLst>
        </pc:spChg>
        <pc:spChg chg="mod">
          <ac:chgData name="Manuel Díaz Rodríguez" userId="ad3297c4-a1d0-4ef3-804a-cf14fe12b873" providerId="ADAL" clId="{0AA02DBF-EF45-CC42-BAC4-2F4DBB555AED}" dt="2024-09-22T09:32:08.984" v="2"/>
          <ac:spMkLst>
            <pc:docMk/>
            <pc:sldMk cId="1194716194" sldId="263"/>
            <ac:spMk id="28" creationId="{A983C554-9641-4274-96E4-5A9AE546CD7B}"/>
          </ac:spMkLst>
        </pc:spChg>
        <pc:spChg chg="mod">
          <ac:chgData name="Manuel Díaz Rodríguez" userId="ad3297c4-a1d0-4ef3-804a-cf14fe12b873" providerId="ADAL" clId="{0AA02DBF-EF45-CC42-BAC4-2F4DBB555AED}" dt="2024-09-22T09:32:08.984" v="2"/>
          <ac:spMkLst>
            <pc:docMk/>
            <pc:sldMk cId="1194716194" sldId="263"/>
            <ac:spMk id="29" creationId="{126F8460-C7AC-4602-8E88-6C12A687166A}"/>
          </ac:spMkLst>
        </pc:spChg>
        <pc:spChg chg="mod">
          <ac:chgData name="Manuel Díaz Rodríguez" userId="ad3297c4-a1d0-4ef3-804a-cf14fe12b873" providerId="ADAL" clId="{0AA02DBF-EF45-CC42-BAC4-2F4DBB555AED}" dt="2024-09-22T09:32:08.984" v="2"/>
          <ac:spMkLst>
            <pc:docMk/>
            <pc:sldMk cId="1194716194" sldId="263"/>
            <ac:spMk id="30" creationId="{18FFE1CD-C464-4B11-8C6E-20D0B809415A}"/>
          </ac:spMkLst>
        </pc:spChg>
        <pc:spChg chg="mod">
          <ac:chgData name="Manuel Díaz Rodríguez" userId="ad3297c4-a1d0-4ef3-804a-cf14fe12b873" providerId="ADAL" clId="{0AA02DBF-EF45-CC42-BAC4-2F4DBB555AED}" dt="2024-09-22T09:32:08.984" v="2"/>
          <ac:spMkLst>
            <pc:docMk/>
            <pc:sldMk cId="1194716194" sldId="263"/>
            <ac:spMk id="31" creationId="{54E9D1EC-F36B-444D-8D8B-AEBB6A83DDD3}"/>
          </ac:spMkLst>
        </pc:spChg>
        <pc:spChg chg="mod">
          <ac:chgData name="Manuel Díaz Rodríguez" userId="ad3297c4-a1d0-4ef3-804a-cf14fe12b873" providerId="ADAL" clId="{0AA02DBF-EF45-CC42-BAC4-2F4DBB555AED}" dt="2024-09-22T09:32:08.984" v="2"/>
          <ac:spMkLst>
            <pc:docMk/>
            <pc:sldMk cId="1194716194" sldId="263"/>
            <ac:spMk id="32" creationId="{5F7E1AD5-02B6-4855-B67A-E76A6D6BDF3E}"/>
          </ac:spMkLst>
        </pc:spChg>
        <pc:spChg chg="mod">
          <ac:chgData name="Manuel Díaz Rodríguez" userId="ad3297c4-a1d0-4ef3-804a-cf14fe12b873" providerId="ADAL" clId="{0AA02DBF-EF45-CC42-BAC4-2F4DBB555AED}" dt="2024-09-22T09:32:08.984" v="2"/>
          <ac:spMkLst>
            <pc:docMk/>
            <pc:sldMk cId="1194716194" sldId="263"/>
            <ac:spMk id="33" creationId="{3D5E3571-3413-4C92-9ACF-9D26BAE0C85C}"/>
          </ac:spMkLst>
        </pc:spChg>
        <pc:spChg chg="mod">
          <ac:chgData name="Manuel Díaz Rodríguez" userId="ad3297c4-a1d0-4ef3-804a-cf14fe12b873" providerId="ADAL" clId="{0AA02DBF-EF45-CC42-BAC4-2F4DBB555AED}" dt="2024-09-22T09:32:08.984" v="2"/>
          <ac:spMkLst>
            <pc:docMk/>
            <pc:sldMk cId="1194716194" sldId="263"/>
            <ac:spMk id="34" creationId="{B35AA444-9830-433C-8AC8-69FEF9E6DFB4}"/>
          </ac:spMkLst>
        </pc:spChg>
        <pc:cxnChg chg="mod">
          <ac:chgData name="Manuel Díaz Rodríguez" userId="ad3297c4-a1d0-4ef3-804a-cf14fe12b873" providerId="ADAL" clId="{0AA02DBF-EF45-CC42-BAC4-2F4DBB555AED}" dt="2024-09-22T09:32:08.984" v="2"/>
          <ac:cxnSpMkLst>
            <pc:docMk/>
            <pc:sldMk cId="1194716194" sldId="263"/>
            <ac:cxnSpMk id="35" creationId="{0787B273-5B59-4187-95C3-846CBD2185B0}"/>
          </ac:cxnSpMkLst>
        </pc:cxnChg>
        <pc:cxnChg chg="mod">
          <ac:chgData name="Manuel Díaz Rodríguez" userId="ad3297c4-a1d0-4ef3-804a-cf14fe12b873" providerId="ADAL" clId="{0AA02DBF-EF45-CC42-BAC4-2F4DBB555AED}" dt="2024-09-22T09:32:08.984" v="2"/>
          <ac:cxnSpMkLst>
            <pc:docMk/>
            <pc:sldMk cId="1194716194" sldId="263"/>
            <ac:cxnSpMk id="36" creationId="{17C0EF4D-9685-4DDA-AB77-8D80724AE9A0}"/>
          </ac:cxnSpMkLst>
        </pc:cxnChg>
        <pc:cxnChg chg="mod">
          <ac:chgData name="Manuel Díaz Rodríguez" userId="ad3297c4-a1d0-4ef3-804a-cf14fe12b873" providerId="ADAL" clId="{0AA02DBF-EF45-CC42-BAC4-2F4DBB555AED}" dt="2024-09-22T09:32:08.984" v="2"/>
          <ac:cxnSpMkLst>
            <pc:docMk/>
            <pc:sldMk cId="1194716194" sldId="263"/>
            <ac:cxnSpMk id="37" creationId="{4CC4CB8C-6CF8-4DA2-A5CE-7BF5AAF0CD2D}"/>
          </ac:cxnSpMkLst>
        </pc:cxnChg>
      </pc:sldChg>
      <pc:sldChg chg="modSp mod modNotes">
        <pc:chgData name="Manuel Díaz Rodríguez" userId="ad3297c4-a1d0-4ef3-804a-cf14fe12b873" providerId="ADAL" clId="{0AA02DBF-EF45-CC42-BAC4-2F4DBB555AED}" dt="2024-09-22T09:35:55.233" v="105"/>
        <pc:sldMkLst>
          <pc:docMk/>
          <pc:sldMk cId="1719228346" sldId="264"/>
        </pc:sldMkLst>
        <pc:spChg chg="mod">
          <ac:chgData name="Manuel Díaz Rodríguez" userId="ad3297c4-a1d0-4ef3-804a-cf14fe12b873" providerId="ADAL" clId="{0AA02DBF-EF45-CC42-BAC4-2F4DBB555AED}" dt="2024-09-22T09:35:55.233" v="105"/>
          <ac:spMkLst>
            <pc:docMk/>
            <pc:sldMk cId="1719228346" sldId="264"/>
            <ac:spMk id="3" creationId="{B7D0CEB9-0FBF-45CC-B296-F5F3E24B03BA}"/>
          </ac:spMkLst>
        </pc:spChg>
        <pc:spChg chg="mod">
          <ac:chgData name="Manuel Díaz Rodríguez" userId="ad3297c4-a1d0-4ef3-804a-cf14fe12b873" providerId="ADAL" clId="{0AA02DBF-EF45-CC42-BAC4-2F4DBB555AED}" dt="2024-09-22T09:35:55.233" v="105"/>
          <ac:spMkLst>
            <pc:docMk/>
            <pc:sldMk cId="1719228346" sldId="264"/>
            <ac:spMk id="4" creationId="{63DEA3FD-E415-4D0A-9ECF-202E7B44B41D}"/>
          </ac:spMkLst>
        </pc:spChg>
        <pc:spChg chg="mod">
          <ac:chgData name="Manuel Díaz Rodríguez" userId="ad3297c4-a1d0-4ef3-804a-cf14fe12b873" providerId="ADAL" clId="{0AA02DBF-EF45-CC42-BAC4-2F4DBB555AED}" dt="2024-09-22T09:35:55.233" v="105"/>
          <ac:spMkLst>
            <pc:docMk/>
            <pc:sldMk cId="1719228346" sldId="264"/>
            <ac:spMk id="5" creationId="{0DC84A87-41B5-4023-A74F-1931094CFB5D}"/>
          </ac:spMkLst>
        </pc:spChg>
        <pc:spChg chg="mod">
          <ac:chgData name="Manuel Díaz Rodríguez" userId="ad3297c4-a1d0-4ef3-804a-cf14fe12b873" providerId="ADAL" clId="{0AA02DBF-EF45-CC42-BAC4-2F4DBB555AED}" dt="2024-09-22T09:35:55.233" v="105"/>
          <ac:spMkLst>
            <pc:docMk/>
            <pc:sldMk cId="1719228346" sldId="264"/>
            <ac:spMk id="6" creationId="{F911C172-FB6B-4A81-A40B-C3D4E9DF7C39}"/>
          </ac:spMkLst>
        </pc:spChg>
      </pc:sldChg>
      <pc:sldChg chg="modSp modNotes">
        <pc:chgData name="Manuel Díaz Rodríguez" userId="ad3297c4-a1d0-4ef3-804a-cf14fe12b873" providerId="ADAL" clId="{0AA02DBF-EF45-CC42-BAC4-2F4DBB555AED}" dt="2024-09-22T09:35:55.233" v="105"/>
        <pc:sldMkLst>
          <pc:docMk/>
          <pc:sldMk cId="1538656448" sldId="265"/>
        </pc:sldMkLst>
        <pc:spChg chg="mod">
          <ac:chgData name="Manuel Díaz Rodríguez" userId="ad3297c4-a1d0-4ef3-804a-cf14fe12b873" providerId="ADAL" clId="{0AA02DBF-EF45-CC42-BAC4-2F4DBB555AED}" dt="2024-09-22T09:35:55.233" v="105"/>
          <ac:spMkLst>
            <pc:docMk/>
            <pc:sldMk cId="1538656448" sldId="265"/>
            <ac:spMk id="2" creationId="{398EB0D0-90A8-4148-A74F-4BB3321C2CC4}"/>
          </ac:spMkLst>
        </pc:spChg>
        <pc:spChg chg="mod">
          <ac:chgData name="Manuel Díaz Rodríguez" userId="ad3297c4-a1d0-4ef3-804a-cf14fe12b873" providerId="ADAL" clId="{0AA02DBF-EF45-CC42-BAC4-2F4DBB555AED}" dt="2024-09-22T09:32:08.984" v="2"/>
          <ac:spMkLst>
            <pc:docMk/>
            <pc:sldMk cId="1538656448" sldId="265"/>
            <ac:spMk id="3" creationId="{05363A94-74E0-4AA7-8DFA-BD019FBBA5D7}"/>
          </ac:spMkLst>
        </pc:spChg>
        <pc:spChg chg="mod">
          <ac:chgData name="Manuel Díaz Rodríguez" userId="ad3297c4-a1d0-4ef3-804a-cf14fe12b873" providerId="ADAL" clId="{0AA02DBF-EF45-CC42-BAC4-2F4DBB555AED}" dt="2024-09-22T09:35:55.233" v="105"/>
          <ac:spMkLst>
            <pc:docMk/>
            <pc:sldMk cId="1538656448" sldId="265"/>
            <ac:spMk id="5" creationId="{44DFA098-C8F0-4C9D-9C66-C4A5DB4B6624}"/>
          </ac:spMkLst>
        </pc:spChg>
      </pc:sldChg>
      <pc:sldChg chg="modSp mod modNotes">
        <pc:chgData name="Manuel Díaz Rodríguez" userId="ad3297c4-a1d0-4ef3-804a-cf14fe12b873" providerId="ADAL" clId="{0AA02DBF-EF45-CC42-BAC4-2F4DBB555AED}" dt="2024-09-22T09:35:55.233" v="105"/>
        <pc:sldMkLst>
          <pc:docMk/>
          <pc:sldMk cId="3774919703" sldId="266"/>
        </pc:sldMkLst>
        <pc:spChg chg="mod">
          <ac:chgData name="Manuel Díaz Rodríguez" userId="ad3297c4-a1d0-4ef3-804a-cf14fe12b873" providerId="ADAL" clId="{0AA02DBF-EF45-CC42-BAC4-2F4DBB555AED}" dt="2024-09-22T09:35:55.233" v="105"/>
          <ac:spMkLst>
            <pc:docMk/>
            <pc:sldMk cId="3774919703" sldId="266"/>
            <ac:spMk id="2" creationId="{CE046263-97E6-479D-8DED-A9A2C0AC2B6C}"/>
          </ac:spMkLst>
        </pc:spChg>
        <pc:spChg chg="mod">
          <ac:chgData name="Manuel Díaz Rodríguez" userId="ad3297c4-a1d0-4ef3-804a-cf14fe12b873" providerId="ADAL" clId="{0AA02DBF-EF45-CC42-BAC4-2F4DBB555AED}" dt="2024-09-22T09:35:55.233" v="105"/>
          <ac:spMkLst>
            <pc:docMk/>
            <pc:sldMk cId="3774919703" sldId="266"/>
            <ac:spMk id="3" creationId="{F6C32FDB-61C0-4424-9ADF-1AADA1B69860}"/>
          </ac:spMkLst>
        </pc:spChg>
        <pc:spChg chg="mod">
          <ac:chgData name="Manuel Díaz Rodríguez" userId="ad3297c4-a1d0-4ef3-804a-cf14fe12b873" providerId="ADAL" clId="{0AA02DBF-EF45-CC42-BAC4-2F4DBB555AED}" dt="2024-09-22T09:35:55.233" v="105"/>
          <ac:spMkLst>
            <pc:docMk/>
            <pc:sldMk cId="3774919703" sldId="266"/>
            <ac:spMk id="5" creationId="{72CFEE1A-9544-4593-A873-74CAB567B296}"/>
          </ac:spMkLst>
        </pc:spChg>
      </pc:sldChg>
      <pc:sldChg chg="modSp mod">
        <pc:chgData name="Manuel Díaz Rodríguez" userId="ad3297c4-a1d0-4ef3-804a-cf14fe12b873" providerId="ADAL" clId="{0AA02DBF-EF45-CC42-BAC4-2F4DBB555AED}" dt="2024-09-22T09:35:55.233" v="105"/>
        <pc:sldMkLst>
          <pc:docMk/>
          <pc:sldMk cId="3977520649" sldId="429"/>
        </pc:sldMkLst>
        <pc:spChg chg="mod">
          <ac:chgData name="Manuel Díaz Rodríguez" userId="ad3297c4-a1d0-4ef3-804a-cf14fe12b873" providerId="ADAL" clId="{0AA02DBF-EF45-CC42-BAC4-2F4DBB555AED}" dt="2024-09-22T09:35:55.233" v="105"/>
          <ac:spMkLst>
            <pc:docMk/>
            <pc:sldMk cId="3977520649" sldId="429"/>
            <ac:spMk id="2" creationId="{6123B7B7-9D82-4C0F-B694-42F32E7FAFD1}"/>
          </ac:spMkLst>
        </pc:spChg>
        <pc:spChg chg="mod">
          <ac:chgData name="Manuel Díaz Rodríguez" userId="ad3297c4-a1d0-4ef3-804a-cf14fe12b873" providerId="ADAL" clId="{0AA02DBF-EF45-CC42-BAC4-2F4DBB555AED}" dt="2024-09-22T09:35:55.233" v="105"/>
          <ac:spMkLst>
            <pc:docMk/>
            <pc:sldMk cId="3977520649" sldId="429"/>
            <ac:spMk id="3" creationId="{66DDC32F-D2A2-48AC-BF02-8871D6547A20}"/>
          </ac:spMkLst>
        </pc:spChg>
        <pc:spChg chg="mod">
          <ac:chgData name="Manuel Díaz Rodríguez" userId="ad3297c4-a1d0-4ef3-804a-cf14fe12b873" providerId="ADAL" clId="{0AA02DBF-EF45-CC42-BAC4-2F4DBB555AED}" dt="2024-09-22T09:35:55.233" v="105"/>
          <ac:spMkLst>
            <pc:docMk/>
            <pc:sldMk cId="3977520649" sldId="429"/>
            <ac:spMk id="5" creationId="{EC6BD642-EAD1-4D16-9E8D-755B10C4A255}"/>
          </ac:spMkLst>
        </pc:spChg>
        <pc:spChg chg="mod">
          <ac:chgData name="Manuel Díaz Rodríguez" userId="ad3297c4-a1d0-4ef3-804a-cf14fe12b873" providerId="ADAL" clId="{0AA02DBF-EF45-CC42-BAC4-2F4DBB555AED}" dt="2024-09-22T09:32:08.984" v="2"/>
          <ac:spMkLst>
            <pc:docMk/>
            <pc:sldMk cId="3977520649" sldId="429"/>
            <ac:spMk id="6" creationId="{2FECEF96-FCB6-8145-867B-8F5436F27949}"/>
          </ac:spMkLst>
        </pc:spChg>
      </pc:sldChg>
      <pc:sldChg chg="modSp mod modNotes">
        <pc:chgData name="Manuel Díaz Rodríguez" userId="ad3297c4-a1d0-4ef3-804a-cf14fe12b873" providerId="ADAL" clId="{0AA02DBF-EF45-CC42-BAC4-2F4DBB555AED}" dt="2024-09-22T09:35:55.233" v="105"/>
        <pc:sldMkLst>
          <pc:docMk/>
          <pc:sldMk cId="3210208039" sldId="430"/>
        </pc:sldMkLst>
        <pc:spChg chg="mod">
          <ac:chgData name="Manuel Díaz Rodríguez" userId="ad3297c4-a1d0-4ef3-804a-cf14fe12b873" providerId="ADAL" clId="{0AA02DBF-EF45-CC42-BAC4-2F4DBB555AED}" dt="2024-09-22T09:35:55.233" v="105"/>
          <ac:spMkLst>
            <pc:docMk/>
            <pc:sldMk cId="3210208039" sldId="430"/>
            <ac:spMk id="2" creationId="{F5C5FC0A-2500-4E25-AF53-3B44AAA32FAB}"/>
          </ac:spMkLst>
        </pc:spChg>
        <pc:spChg chg="mod">
          <ac:chgData name="Manuel Díaz Rodríguez" userId="ad3297c4-a1d0-4ef3-804a-cf14fe12b873" providerId="ADAL" clId="{0AA02DBF-EF45-CC42-BAC4-2F4DBB555AED}" dt="2024-09-22T09:35:55.233" v="105"/>
          <ac:spMkLst>
            <pc:docMk/>
            <pc:sldMk cId="3210208039" sldId="430"/>
            <ac:spMk id="4" creationId="{1E708AE1-AD75-4013-9D05-CEE6F897284B}"/>
          </ac:spMkLst>
        </pc:spChg>
        <pc:spChg chg="mod">
          <ac:chgData name="Manuel Díaz Rodríguez" userId="ad3297c4-a1d0-4ef3-804a-cf14fe12b873" providerId="ADAL" clId="{0AA02DBF-EF45-CC42-BAC4-2F4DBB555AED}" dt="2024-09-22T09:35:55.233" v="105"/>
          <ac:spMkLst>
            <pc:docMk/>
            <pc:sldMk cId="3210208039" sldId="430"/>
            <ac:spMk id="5" creationId="{1F514FA7-E99F-4645-99E3-F0751132FC93}"/>
          </ac:spMkLst>
        </pc:spChg>
        <pc:spChg chg="mod">
          <ac:chgData name="Manuel Díaz Rodríguez" userId="ad3297c4-a1d0-4ef3-804a-cf14fe12b873" providerId="ADAL" clId="{0AA02DBF-EF45-CC42-BAC4-2F4DBB555AED}" dt="2024-09-22T09:32:08.984" v="2"/>
          <ac:spMkLst>
            <pc:docMk/>
            <pc:sldMk cId="3210208039" sldId="430"/>
            <ac:spMk id="7" creationId="{ABB38D85-8EC4-47BE-9426-5582578EC638}"/>
          </ac:spMkLst>
        </pc:spChg>
        <pc:spChg chg="mod">
          <ac:chgData name="Manuel Díaz Rodríguez" userId="ad3297c4-a1d0-4ef3-804a-cf14fe12b873" providerId="ADAL" clId="{0AA02DBF-EF45-CC42-BAC4-2F4DBB555AED}" dt="2024-09-22T09:32:08.984" v="2"/>
          <ac:spMkLst>
            <pc:docMk/>
            <pc:sldMk cId="3210208039" sldId="430"/>
            <ac:spMk id="8" creationId="{77F7AA89-B86D-4C13-B0C4-06CD17F92B1B}"/>
          </ac:spMkLst>
        </pc:spChg>
        <pc:spChg chg="mod">
          <ac:chgData name="Manuel Díaz Rodríguez" userId="ad3297c4-a1d0-4ef3-804a-cf14fe12b873" providerId="ADAL" clId="{0AA02DBF-EF45-CC42-BAC4-2F4DBB555AED}" dt="2024-09-22T09:32:08.984" v="2"/>
          <ac:spMkLst>
            <pc:docMk/>
            <pc:sldMk cId="3210208039" sldId="430"/>
            <ac:spMk id="9" creationId="{4A2552E5-E1A0-4C2C-A9D2-108ED444D175}"/>
          </ac:spMkLst>
        </pc:spChg>
        <pc:spChg chg="mod">
          <ac:chgData name="Manuel Díaz Rodríguez" userId="ad3297c4-a1d0-4ef3-804a-cf14fe12b873" providerId="ADAL" clId="{0AA02DBF-EF45-CC42-BAC4-2F4DBB555AED}" dt="2024-09-22T09:32:08.984" v="2"/>
          <ac:spMkLst>
            <pc:docMk/>
            <pc:sldMk cId="3210208039" sldId="430"/>
            <ac:spMk id="10" creationId="{05D3EFD7-E23A-4612-91C7-EEEFF5669A58}"/>
          </ac:spMkLst>
        </pc:spChg>
        <pc:spChg chg="mod">
          <ac:chgData name="Manuel Díaz Rodríguez" userId="ad3297c4-a1d0-4ef3-804a-cf14fe12b873" providerId="ADAL" clId="{0AA02DBF-EF45-CC42-BAC4-2F4DBB555AED}" dt="2024-09-22T09:32:08.984" v="2"/>
          <ac:spMkLst>
            <pc:docMk/>
            <pc:sldMk cId="3210208039" sldId="430"/>
            <ac:spMk id="11" creationId="{F94E5815-D939-4B7F-B433-7302AF538619}"/>
          </ac:spMkLst>
        </pc:spChg>
        <pc:spChg chg="mod">
          <ac:chgData name="Manuel Díaz Rodríguez" userId="ad3297c4-a1d0-4ef3-804a-cf14fe12b873" providerId="ADAL" clId="{0AA02DBF-EF45-CC42-BAC4-2F4DBB555AED}" dt="2024-09-22T09:32:08.984" v="2"/>
          <ac:spMkLst>
            <pc:docMk/>
            <pc:sldMk cId="3210208039" sldId="430"/>
            <ac:spMk id="14" creationId="{6292F995-338F-4C08-AD19-9BD46B0E2E84}"/>
          </ac:spMkLst>
        </pc:spChg>
        <pc:spChg chg="mod">
          <ac:chgData name="Manuel Díaz Rodríguez" userId="ad3297c4-a1d0-4ef3-804a-cf14fe12b873" providerId="ADAL" clId="{0AA02DBF-EF45-CC42-BAC4-2F4DBB555AED}" dt="2024-09-22T09:32:08.984" v="2"/>
          <ac:spMkLst>
            <pc:docMk/>
            <pc:sldMk cId="3210208039" sldId="430"/>
            <ac:spMk id="16" creationId="{2FE97CF9-F045-4A93-87A2-C5A0667AF2EF}"/>
          </ac:spMkLst>
        </pc:spChg>
        <pc:spChg chg="mod">
          <ac:chgData name="Manuel Díaz Rodríguez" userId="ad3297c4-a1d0-4ef3-804a-cf14fe12b873" providerId="ADAL" clId="{0AA02DBF-EF45-CC42-BAC4-2F4DBB555AED}" dt="2024-09-22T09:32:08.984" v="2"/>
          <ac:spMkLst>
            <pc:docMk/>
            <pc:sldMk cId="3210208039" sldId="430"/>
            <ac:spMk id="17" creationId="{FCE04440-C0AD-45B2-8594-DD7DC856A1C1}"/>
          </ac:spMkLst>
        </pc:spChg>
        <pc:spChg chg="mod">
          <ac:chgData name="Manuel Díaz Rodríguez" userId="ad3297c4-a1d0-4ef3-804a-cf14fe12b873" providerId="ADAL" clId="{0AA02DBF-EF45-CC42-BAC4-2F4DBB555AED}" dt="2024-09-22T09:32:08.984" v="2"/>
          <ac:spMkLst>
            <pc:docMk/>
            <pc:sldMk cId="3210208039" sldId="430"/>
            <ac:spMk id="18" creationId="{3D659D6B-29E5-4FA4-AF43-A0C816294FD9}"/>
          </ac:spMkLst>
        </pc:spChg>
        <pc:spChg chg="mod">
          <ac:chgData name="Manuel Díaz Rodríguez" userId="ad3297c4-a1d0-4ef3-804a-cf14fe12b873" providerId="ADAL" clId="{0AA02DBF-EF45-CC42-BAC4-2F4DBB555AED}" dt="2024-09-22T09:32:08.984" v="2"/>
          <ac:spMkLst>
            <pc:docMk/>
            <pc:sldMk cId="3210208039" sldId="430"/>
            <ac:spMk id="20" creationId="{E0ED1C8C-5DE7-492F-84FF-40E510ACE92A}"/>
          </ac:spMkLst>
        </pc:spChg>
        <pc:spChg chg="mod">
          <ac:chgData name="Manuel Díaz Rodríguez" userId="ad3297c4-a1d0-4ef3-804a-cf14fe12b873" providerId="ADAL" clId="{0AA02DBF-EF45-CC42-BAC4-2F4DBB555AED}" dt="2024-09-22T09:32:08.984" v="2"/>
          <ac:spMkLst>
            <pc:docMk/>
            <pc:sldMk cId="3210208039" sldId="430"/>
            <ac:spMk id="21" creationId="{034897BF-FE42-4124-A6C6-2E3DCD7CDE2B}"/>
          </ac:spMkLst>
        </pc:spChg>
        <pc:spChg chg="mod">
          <ac:chgData name="Manuel Díaz Rodríguez" userId="ad3297c4-a1d0-4ef3-804a-cf14fe12b873" providerId="ADAL" clId="{0AA02DBF-EF45-CC42-BAC4-2F4DBB555AED}" dt="2024-09-22T09:32:08.984" v="2"/>
          <ac:spMkLst>
            <pc:docMk/>
            <pc:sldMk cId="3210208039" sldId="430"/>
            <ac:spMk id="25" creationId="{86307108-E3B6-48C8-B3C0-7F9F3D667F76}"/>
          </ac:spMkLst>
        </pc:spChg>
        <pc:spChg chg="mod">
          <ac:chgData name="Manuel Díaz Rodríguez" userId="ad3297c4-a1d0-4ef3-804a-cf14fe12b873" providerId="ADAL" clId="{0AA02DBF-EF45-CC42-BAC4-2F4DBB555AED}" dt="2024-09-22T09:32:08.984" v="2"/>
          <ac:spMkLst>
            <pc:docMk/>
            <pc:sldMk cId="3210208039" sldId="430"/>
            <ac:spMk id="26" creationId="{850C1838-6985-4962-BE8B-E3B1214B9C44}"/>
          </ac:spMkLst>
        </pc:spChg>
        <pc:spChg chg="mod">
          <ac:chgData name="Manuel Díaz Rodríguez" userId="ad3297c4-a1d0-4ef3-804a-cf14fe12b873" providerId="ADAL" clId="{0AA02DBF-EF45-CC42-BAC4-2F4DBB555AED}" dt="2024-09-22T09:32:08.984" v="2"/>
          <ac:spMkLst>
            <pc:docMk/>
            <pc:sldMk cId="3210208039" sldId="430"/>
            <ac:spMk id="27" creationId="{A1234C42-E06A-4BEF-8D52-DB5D930D6E78}"/>
          </ac:spMkLst>
        </pc:spChg>
        <pc:spChg chg="mod">
          <ac:chgData name="Manuel Díaz Rodríguez" userId="ad3297c4-a1d0-4ef3-804a-cf14fe12b873" providerId="ADAL" clId="{0AA02DBF-EF45-CC42-BAC4-2F4DBB555AED}" dt="2024-09-22T09:32:08.984" v="2"/>
          <ac:spMkLst>
            <pc:docMk/>
            <pc:sldMk cId="3210208039" sldId="430"/>
            <ac:spMk id="31" creationId="{BA25C95A-E1CF-4021-AE4E-64ECCAF0A5A9}"/>
          </ac:spMkLst>
        </pc:spChg>
        <pc:spChg chg="mod">
          <ac:chgData name="Manuel Díaz Rodríguez" userId="ad3297c4-a1d0-4ef3-804a-cf14fe12b873" providerId="ADAL" clId="{0AA02DBF-EF45-CC42-BAC4-2F4DBB555AED}" dt="2024-09-22T09:32:08.984" v="2"/>
          <ac:spMkLst>
            <pc:docMk/>
            <pc:sldMk cId="3210208039" sldId="430"/>
            <ac:spMk id="32" creationId="{9A3F48AF-C98D-4CF5-9D6F-BEF57E151C16}"/>
          </ac:spMkLst>
        </pc:spChg>
        <pc:spChg chg="mod">
          <ac:chgData name="Manuel Díaz Rodríguez" userId="ad3297c4-a1d0-4ef3-804a-cf14fe12b873" providerId="ADAL" clId="{0AA02DBF-EF45-CC42-BAC4-2F4DBB555AED}" dt="2024-09-22T09:32:08.984" v="2"/>
          <ac:spMkLst>
            <pc:docMk/>
            <pc:sldMk cId="3210208039" sldId="430"/>
            <ac:spMk id="35" creationId="{BE694A83-2355-402E-853E-E0C0FD873BB9}"/>
          </ac:spMkLst>
        </pc:spChg>
        <pc:spChg chg="mod">
          <ac:chgData name="Manuel Díaz Rodríguez" userId="ad3297c4-a1d0-4ef3-804a-cf14fe12b873" providerId="ADAL" clId="{0AA02DBF-EF45-CC42-BAC4-2F4DBB555AED}" dt="2024-09-22T09:32:08.984" v="2"/>
          <ac:spMkLst>
            <pc:docMk/>
            <pc:sldMk cId="3210208039" sldId="430"/>
            <ac:spMk id="36" creationId="{F0F30562-0A73-422B-BE39-848385961EB1}"/>
          </ac:spMkLst>
        </pc:spChg>
        <pc:spChg chg="mod">
          <ac:chgData name="Manuel Díaz Rodríguez" userId="ad3297c4-a1d0-4ef3-804a-cf14fe12b873" providerId="ADAL" clId="{0AA02DBF-EF45-CC42-BAC4-2F4DBB555AED}" dt="2024-09-22T09:32:08.984" v="2"/>
          <ac:spMkLst>
            <pc:docMk/>
            <pc:sldMk cId="3210208039" sldId="430"/>
            <ac:spMk id="37" creationId="{8D403D1C-434E-4AD3-8E61-AF7E96A53E93}"/>
          </ac:spMkLst>
        </pc:spChg>
        <pc:spChg chg="mod">
          <ac:chgData name="Manuel Díaz Rodríguez" userId="ad3297c4-a1d0-4ef3-804a-cf14fe12b873" providerId="ADAL" clId="{0AA02DBF-EF45-CC42-BAC4-2F4DBB555AED}" dt="2024-09-22T09:35:55.233" v="105"/>
          <ac:spMkLst>
            <pc:docMk/>
            <pc:sldMk cId="3210208039" sldId="430"/>
            <ac:spMk id="38" creationId="{EB02F932-0A3A-4455-BD93-FE61E23653C4}"/>
          </ac:spMkLst>
        </pc:spChg>
        <pc:grpChg chg="mod">
          <ac:chgData name="Manuel Díaz Rodríguez" userId="ad3297c4-a1d0-4ef3-804a-cf14fe12b873" providerId="ADAL" clId="{0AA02DBF-EF45-CC42-BAC4-2F4DBB555AED}" dt="2024-09-22T09:32:08.984" v="2"/>
          <ac:grpSpMkLst>
            <pc:docMk/>
            <pc:sldMk cId="3210208039" sldId="430"/>
            <ac:grpSpMk id="13" creationId="{77D2B706-E50B-4341-B082-88E3A540D7E2}"/>
          </ac:grpSpMkLst>
        </pc:grpChg>
        <pc:grpChg chg="mod">
          <ac:chgData name="Manuel Díaz Rodríguez" userId="ad3297c4-a1d0-4ef3-804a-cf14fe12b873" providerId="ADAL" clId="{0AA02DBF-EF45-CC42-BAC4-2F4DBB555AED}" dt="2024-09-22T09:32:08.984" v="2"/>
          <ac:grpSpMkLst>
            <pc:docMk/>
            <pc:sldMk cId="3210208039" sldId="430"/>
            <ac:grpSpMk id="15" creationId="{F4401F1F-7D0A-4B79-B259-58A7BF659E7A}"/>
          </ac:grpSpMkLst>
        </pc:grpChg>
        <pc:grpChg chg="mod">
          <ac:chgData name="Manuel Díaz Rodríguez" userId="ad3297c4-a1d0-4ef3-804a-cf14fe12b873" providerId="ADAL" clId="{0AA02DBF-EF45-CC42-BAC4-2F4DBB555AED}" dt="2024-09-22T09:32:08.984" v="2"/>
          <ac:grpSpMkLst>
            <pc:docMk/>
            <pc:sldMk cId="3210208039" sldId="430"/>
            <ac:grpSpMk id="19" creationId="{CC61C77C-831E-4985-9CF2-1759F5C7283F}"/>
          </ac:grpSpMkLst>
        </pc:grpChg>
        <pc:grpChg chg="mod">
          <ac:chgData name="Manuel Díaz Rodríguez" userId="ad3297c4-a1d0-4ef3-804a-cf14fe12b873" providerId="ADAL" clId="{0AA02DBF-EF45-CC42-BAC4-2F4DBB555AED}" dt="2024-09-22T09:32:08.984" v="2"/>
          <ac:grpSpMkLst>
            <pc:docMk/>
            <pc:sldMk cId="3210208039" sldId="430"/>
            <ac:grpSpMk id="22" creationId="{7301C448-F6BE-4DF2-8BDA-13B2E49EFE51}"/>
          </ac:grpSpMkLst>
        </pc:grpChg>
        <pc:grpChg chg="mod">
          <ac:chgData name="Manuel Díaz Rodríguez" userId="ad3297c4-a1d0-4ef3-804a-cf14fe12b873" providerId="ADAL" clId="{0AA02DBF-EF45-CC42-BAC4-2F4DBB555AED}" dt="2024-09-22T09:32:08.984" v="2"/>
          <ac:grpSpMkLst>
            <pc:docMk/>
            <pc:sldMk cId="3210208039" sldId="430"/>
            <ac:grpSpMk id="23" creationId="{E6ECB3B3-B01C-4426-9A07-F45E2B6077EE}"/>
          </ac:grpSpMkLst>
        </pc:grpChg>
        <pc:grpChg chg="mod">
          <ac:chgData name="Manuel Díaz Rodríguez" userId="ad3297c4-a1d0-4ef3-804a-cf14fe12b873" providerId="ADAL" clId="{0AA02DBF-EF45-CC42-BAC4-2F4DBB555AED}" dt="2024-09-22T09:32:08.984" v="2"/>
          <ac:grpSpMkLst>
            <pc:docMk/>
            <pc:sldMk cId="3210208039" sldId="430"/>
            <ac:grpSpMk id="24" creationId="{E8DC6B96-11C5-4818-ABF9-0773C7B97485}"/>
          </ac:grpSpMkLst>
        </pc:grpChg>
        <pc:cxnChg chg="mod">
          <ac:chgData name="Manuel Díaz Rodríguez" userId="ad3297c4-a1d0-4ef3-804a-cf14fe12b873" providerId="ADAL" clId="{0AA02DBF-EF45-CC42-BAC4-2F4DBB555AED}" dt="2024-09-22T09:32:08.984" v="2"/>
          <ac:cxnSpMkLst>
            <pc:docMk/>
            <pc:sldMk cId="3210208039" sldId="430"/>
            <ac:cxnSpMk id="33" creationId="{C5CDDC7A-36CA-4242-B935-E626F60D75E2}"/>
          </ac:cxnSpMkLst>
        </pc:cxnChg>
      </pc:sldChg>
      <pc:sldChg chg="modSp mod modNotes">
        <pc:chgData name="Manuel Díaz Rodríguez" userId="ad3297c4-a1d0-4ef3-804a-cf14fe12b873" providerId="ADAL" clId="{0AA02DBF-EF45-CC42-BAC4-2F4DBB555AED}" dt="2024-09-22T09:35:55.233" v="105"/>
        <pc:sldMkLst>
          <pc:docMk/>
          <pc:sldMk cId="3306531269" sldId="431"/>
        </pc:sldMkLst>
        <pc:spChg chg="mod">
          <ac:chgData name="Manuel Díaz Rodríguez" userId="ad3297c4-a1d0-4ef3-804a-cf14fe12b873" providerId="ADAL" clId="{0AA02DBF-EF45-CC42-BAC4-2F4DBB555AED}" dt="2024-09-22T09:35:55.233" v="105"/>
          <ac:spMkLst>
            <pc:docMk/>
            <pc:sldMk cId="3306531269" sldId="431"/>
            <ac:spMk id="2" creationId="{F5C5FC0A-2500-4E25-AF53-3B44AAA32FAB}"/>
          </ac:spMkLst>
        </pc:spChg>
        <pc:spChg chg="mod">
          <ac:chgData name="Manuel Díaz Rodríguez" userId="ad3297c4-a1d0-4ef3-804a-cf14fe12b873" providerId="ADAL" clId="{0AA02DBF-EF45-CC42-BAC4-2F4DBB555AED}" dt="2024-09-22T09:35:55.233" v="105"/>
          <ac:spMkLst>
            <pc:docMk/>
            <pc:sldMk cId="3306531269" sldId="431"/>
            <ac:spMk id="4" creationId="{1E708AE1-AD75-4013-9D05-CEE6F897284B}"/>
          </ac:spMkLst>
        </pc:spChg>
        <pc:spChg chg="mod">
          <ac:chgData name="Manuel Díaz Rodríguez" userId="ad3297c4-a1d0-4ef3-804a-cf14fe12b873" providerId="ADAL" clId="{0AA02DBF-EF45-CC42-BAC4-2F4DBB555AED}" dt="2024-09-22T09:35:55.233" v="105"/>
          <ac:spMkLst>
            <pc:docMk/>
            <pc:sldMk cId="3306531269" sldId="431"/>
            <ac:spMk id="5" creationId="{1F514FA7-E99F-4645-99E3-F0751132FC93}"/>
          </ac:spMkLst>
        </pc:spChg>
        <pc:spChg chg="mod">
          <ac:chgData name="Manuel Díaz Rodríguez" userId="ad3297c4-a1d0-4ef3-804a-cf14fe12b873" providerId="ADAL" clId="{0AA02DBF-EF45-CC42-BAC4-2F4DBB555AED}" dt="2024-09-22T09:32:08.984" v="2"/>
          <ac:spMkLst>
            <pc:docMk/>
            <pc:sldMk cId="3306531269" sldId="431"/>
            <ac:spMk id="7" creationId="{ABB38D85-8EC4-47BE-9426-5582578EC638}"/>
          </ac:spMkLst>
        </pc:spChg>
        <pc:spChg chg="mod">
          <ac:chgData name="Manuel Díaz Rodríguez" userId="ad3297c4-a1d0-4ef3-804a-cf14fe12b873" providerId="ADAL" clId="{0AA02DBF-EF45-CC42-BAC4-2F4DBB555AED}" dt="2024-09-22T09:32:08.984" v="2"/>
          <ac:spMkLst>
            <pc:docMk/>
            <pc:sldMk cId="3306531269" sldId="431"/>
            <ac:spMk id="8" creationId="{77F7AA89-B86D-4C13-B0C4-06CD17F92B1B}"/>
          </ac:spMkLst>
        </pc:spChg>
        <pc:spChg chg="mod">
          <ac:chgData name="Manuel Díaz Rodríguez" userId="ad3297c4-a1d0-4ef3-804a-cf14fe12b873" providerId="ADAL" clId="{0AA02DBF-EF45-CC42-BAC4-2F4DBB555AED}" dt="2024-09-22T09:32:08.984" v="2"/>
          <ac:spMkLst>
            <pc:docMk/>
            <pc:sldMk cId="3306531269" sldId="431"/>
            <ac:spMk id="9" creationId="{4A2552E5-E1A0-4C2C-A9D2-108ED444D175}"/>
          </ac:spMkLst>
        </pc:spChg>
        <pc:spChg chg="mod">
          <ac:chgData name="Manuel Díaz Rodríguez" userId="ad3297c4-a1d0-4ef3-804a-cf14fe12b873" providerId="ADAL" clId="{0AA02DBF-EF45-CC42-BAC4-2F4DBB555AED}" dt="2024-09-22T09:32:08.984" v="2"/>
          <ac:spMkLst>
            <pc:docMk/>
            <pc:sldMk cId="3306531269" sldId="431"/>
            <ac:spMk id="10" creationId="{05D3EFD7-E23A-4612-91C7-EEEFF5669A58}"/>
          </ac:spMkLst>
        </pc:spChg>
        <pc:spChg chg="mod">
          <ac:chgData name="Manuel Díaz Rodríguez" userId="ad3297c4-a1d0-4ef3-804a-cf14fe12b873" providerId="ADAL" clId="{0AA02DBF-EF45-CC42-BAC4-2F4DBB555AED}" dt="2024-09-22T09:32:08.984" v="2"/>
          <ac:spMkLst>
            <pc:docMk/>
            <pc:sldMk cId="3306531269" sldId="431"/>
            <ac:spMk id="11" creationId="{F94E5815-D939-4B7F-B433-7302AF538619}"/>
          </ac:spMkLst>
        </pc:spChg>
        <pc:spChg chg="mod">
          <ac:chgData name="Manuel Díaz Rodríguez" userId="ad3297c4-a1d0-4ef3-804a-cf14fe12b873" providerId="ADAL" clId="{0AA02DBF-EF45-CC42-BAC4-2F4DBB555AED}" dt="2024-09-22T09:32:08.984" v="2"/>
          <ac:spMkLst>
            <pc:docMk/>
            <pc:sldMk cId="3306531269" sldId="431"/>
            <ac:spMk id="14" creationId="{6292F995-338F-4C08-AD19-9BD46B0E2E84}"/>
          </ac:spMkLst>
        </pc:spChg>
        <pc:spChg chg="mod">
          <ac:chgData name="Manuel Díaz Rodríguez" userId="ad3297c4-a1d0-4ef3-804a-cf14fe12b873" providerId="ADAL" clId="{0AA02DBF-EF45-CC42-BAC4-2F4DBB555AED}" dt="2024-09-22T09:32:08.984" v="2"/>
          <ac:spMkLst>
            <pc:docMk/>
            <pc:sldMk cId="3306531269" sldId="431"/>
            <ac:spMk id="16" creationId="{2FE97CF9-F045-4A93-87A2-C5A0667AF2EF}"/>
          </ac:spMkLst>
        </pc:spChg>
        <pc:spChg chg="mod">
          <ac:chgData name="Manuel Díaz Rodríguez" userId="ad3297c4-a1d0-4ef3-804a-cf14fe12b873" providerId="ADAL" clId="{0AA02DBF-EF45-CC42-BAC4-2F4DBB555AED}" dt="2024-09-22T09:32:08.984" v="2"/>
          <ac:spMkLst>
            <pc:docMk/>
            <pc:sldMk cId="3306531269" sldId="431"/>
            <ac:spMk id="17" creationId="{FCE04440-C0AD-45B2-8594-DD7DC856A1C1}"/>
          </ac:spMkLst>
        </pc:spChg>
        <pc:spChg chg="mod">
          <ac:chgData name="Manuel Díaz Rodríguez" userId="ad3297c4-a1d0-4ef3-804a-cf14fe12b873" providerId="ADAL" clId="{0AA02DBF-EF45-CC42-BAC4-2F4DBB555AED}" dt="2024-09-22T09:32:08.984" v="2"/>
          <ac:spMkLst>
            <pc:docMk/>
            <pc:sldMk cId="3306531269" sldId="431"/>
            <ac:spMk id="18" creationId="{3D659D6B-29E5-4FA4-AF43-A0C816294FD9}"/>
          </ac:spMkLst>
        </pc:spChg>
        <pc:spChg chg="mod">
          <ac:chgData name="Manuel Díaz Rodríguez" userId="ad3297c4-a1d0-4ef3-804a-cf14fe12b873" providerId="ADAL" clId="{0AA02DBF-EF45-CC42-BAC4-2F4DBB555AED}" dt="2024-09-22T09:32:08.984" v="2"/>
          <ac:spMkLst>
            <pc:docMk/>
            <pc:sldMk cId="3306531269" sldId="431"/>
            <ac:spMk id="20" creationId="{E0ED1C8C-5DE7-492F-84FF-40E510ACE92A}"/>
          </ac:spMkLst>
        </pc:spChg>
        <pc:spChg chg="mod">
          <ac:chgData name="Manuel Díaz Rodríguez" userId="ad3297c4-a1d0-4ef3-804a-cf14fe12b873" providerId="ADAL" clId="{0AA02DBF-EF45-CC42-BAC4-2F4DBB555AED}" dt="2024-09-22T09:32:08.984" v="2"/>
          <ac:spMkLst>
            <pc:docMk/>
            <pc:sldMk cId="3306531269" sldId="431"/>
            <ac:spMk id="21" creationId="{034897BF-FE42-4124-A6C6-2E3DCD7CDE2B}"/>
          </ac:spMkLst>
        </pc:spChg>
        <pc:spChg chg="mod">
          <ac:chgData name="Manuel Díaz Rodríguez" userId="ad3297c4-a1d0-4ef3-804a-cf14fe12b873" providerId="ADAL" clId="{0AA02DBF-EF45-CC42-BAC4-2F4DBB555AED}" dt="2024-09-22T09:32:08.984" v="2"/>
          <ac:spMkLst>
            <pc:docMk/>
            <pc:sldMk cId="3306531269" sldId="431"/>
            <ac:spMk id="25" creationId="{86307108-E3B6-48C8-B3C0-7F9F3D667F76}"/>
          </ac:spMkLst>
        </pc:spChg>
        <pc:spChg chg="mod">
          <ac:chgData name="Manuel Díaz Rodríguez" userId="ad3297c4-a1d0-4ef3-804a-cf14fe12b873" providerId="ADAL" clId="{0AA02DBF-EF45-CC42-BAC4-2F4DBB555AED}" dt="2024-09-22T09:32:08.984" v="2"/>
          <ac:spMkLst>
            <pc:docMk/>
            <pc:sldMk cId="3306531269" sldId="431"/>
            <ac:spMk id="26" creationId="{850C1838-6985-4962-BE8B-E3B1214B9C44}"/>
          </ac:spMkLst>
        </pc:spChg>
        <pc:spChg chg="mod">
          <ac:chgData name="Manuel Díaz Rodríguez" userId="ad3297c4-a1d0-4ef3-804a-cf14fe12b873" providerId="ADAL" clId="{0AA02DBF-EF45-CC42-BAC4-2F4DBB555AED}" dt="2024-09-22T09:32:08.984" v="2"/>
          <ac:spMkLst>
            <pc:docMk/>
            <pc:sldMk cId="3306531269" sldId="431"/>
            <ac:spMk id="27" creationId="{A1234C42-E06A-4BEF-8D52-DB5D930D6E78}"/>
          </ac:spMkLst>
        </pc:spChg>
        <pc:spChg chg="mod">
          <ac:chgData name="Manuel Díaz Rodríguez" userId="ad3297c4-a1d0-4ef3-804a-cf14fe12b873" providerId="ADAL" clId="{0AA02DBF-EF45-CC42-BAC4-2F4DBB555AED}" dt="2024-09-22T09:32:08.984" v="2"/>
          <ac:spMkLst>
            <pc:docMk/>
            <pc:sldMk cId="3306531269" sldId="431"/>
            <ac:spMk id="28" creationId="{EC5DEE64-F379-4CC4-AA4D-323894BCF3F3}"/>
          </ac:spMkLst>
        </pc:spChg>
        <pc:spChg chg="mod">
          <ac:chgData name="Manuel Díaz Rodríguez" userId="ad3297c4-a1d0-4ef3-804a-cf14fe12b873" providerId="ADAL" clId="{0AA02DBF-EF45-CC42-BAC4-2F4DBB555AED}" dt="2024-09-22T09:32:08.984" v="2"/>
          <ac:spMkLst>
            <pc:docMk/>
            <pc:sldMk cId="3306531269" sldId="431"/>
            <ac:spMk id="29" creationId="{D6C08AB2-EA39-497E-A5D8-D34A008ADBD5}"/>
          </ac:spMkLst>
        </pc:spChg>
        <pc:spChg chg="mod">
          <ac:chgData name="Manuel Díaz Rodríguez" userId="ad3297c4-a1d0-4ef3-804a-cf14fe12b873" providerId="ADAL" clId="{0AA02DBF-EF45-CC42-BAC4-2F4DBB555AED}" dt="2024-09-22T09:32:08.984" v="2"/>
          <ac:spMkLst>
            <pc:docMk/>
            <pc:sldMk cId="3306531269" sldId="431"/>
            <ac:spMk id="30" creationId="{8754A7F5-0182-4ABD-AD39-59320E781749}"/>
          </ac:spMkLst>
        </pc:spChg>
        <pc:spChg chg="mod">
          <ac:chgData name="Manuel Díaz Rodríguez" userId="ad3297c4-a1d0-4ef3-804a-cf14fe12b873" providerId="ADAL" clId="{0AA02DBF-EF45-CC42-BAC4-2F4DBB555AED}" dt="2024-09-22T09:32:08.984" v="2"/>
          <ac:spMkLst>
            <pc:docMk/>
            <pc:sldMk cId="3306531269" sldId="431"/>
            <ac:spMk id="31" creationId="{BA25C95A-E1CF-4021-AE4E-64ECCAF0A5A9}"/>
          </ac:spMkLst>
        </pc:spChg>
        <pc:spChg chg="mod">
          <ac:chgData name="Manuel Díaz Rodríguez" userId="ad3297c4-a1d0-4ef3-804a-cf14fe12b873" providerId="ADAL" clId="{0AA02DBF-EF45-CC42-BAC4-2F4DBB555AED}" dt="2024-09-22T09:32:08.984" v="2"/>
          <ac:spMkLst>
            <pc:docMk/>
            <pc:sldMk cId="3306531269" sldId="431"/>
            <ac:spMk id="32" creationId="{674850FC-1777-4CA7-A578-C0766C21C839}"/>
          </ac:spMkLst>
        </pc:spChg>
        <pc:spChg chg="mod">
          <ac:chgData name="Manuel Díaz Rodríguez" userId="ad3297c4-a1d0-4ef3-804a-cf14fe12b873" providerId="ADAL" clId="{0AA02DBF-EF45-CC42-BAC4-2F4DBB555AED}" dt="2024-09-22T09:32:08.984" v="2"/>
          <ac:spMkLst>
            <pc:docMk/>
            <pc:sldMk cId="3306531269" sldId="431"/>
            <ac:spMk id="33" creationId="{541179D0-26CD-4585-81B8-D1597218CF25}"/>
          </ac:spMkLst>
        </pc:spChg>
        <pc:spChg chg="mod">
          <ac:chgData name="Manuel Díaz Rodríguez" userId="ad3297c4-a1d0-4ef3-804a-cf14fe12b873" providerId="ADAL" clId="{0AA02DBF-EF45-CC42-BAC4-2F4DBB555AED}" dt="2024-09-22T09:32:08.984" v="2"/>
          <ac:spMkLst>
            <pc:docMk/>
            <pc:sldMk cId="3306531269" sldId="431"/>
            <ac:spMk id="34" creationId="{02556074-F07F-40E7-B99C-A8FF434AA61B}"/>
          </ac:spMkLst>
        </pc:spChg>
        <pc:spChg chg="mod">
          <ac:chgData name="Manuel Díaz Rodríguez" userId="ad3297c4-a1d0-4ef3-804a-cf14fe12b873" providerId="ADAL" clId="{0AA02DBF-EF45-CC42-BAC4-2F4DBB555AED}" dt="2024-09-22T09:32:08.984" v="2"/>
          <ac:spMkLst>
            <pc:docMk/>
            <pc:sldMk cId="3306531269" sldId="431"/>
            <ac:spMk id="35" creationId="{34655428-4912-4506-B0A9-460920E710A5}"/>
          </ac:spMkLst>
        </pc:spChg>
        <pc:spChg chg="mod">
          <ac:chgData name="Manuel Díaz Rodríguez" userId="ad3297c4-a1d0-4ef3-804a-cf14fe12b873" providerId="ADAL" clId="{0AA02DBF-EF45-CC42-BAC4-2F4DBB555AED}" dt="2024-09-22T09:32:08.984" v="2"/>
          <ac:spMkLst>
            <pc:docMk/>
            <pc:sldMk cId="3306531269" sldId="431"/>
            <ac:spMk id="36" creationId="{747F0E35-43E6-4D84-9A58-6E226C29CE14}"/>
          </ac:spMkLst>
        </pc:spChg>
        <pc:spChg chg="mod">
          <ac:chgData name="Manuel Díaz Rodríguez" userId="ad3297c4-a1d0-4ef3-804a-cf14fe12b873" providerId="ADAL" clId="{0AA02DBF-EF45-CC42-BAC4-2F4DBB555AED}" dt="2024-09-22T09:32:08.984" v="2"/>
          <ac:spMkLst>
            <pc:docMk/>
            <pc:sldMk cId="3306531269" sldId="431"/>
            <ac:spMk id="37" creationId="{B4D4DD14-98AE-4E30-9CE2-4150BA945136}"/>
          </ac:spMkLst>
        </pc:spChg>
        <pc:spChg chg="mod">
          <ac:chgData name="Manuel Díaz Rodríguez" userId="ad3297c4-a1d0-4ef3-804a-cf14fe12b873" providerId="ADAL" clId="{0AA02DBF-EF45-CC42-BAC4-2F4DBB555AED}" dt="2024-09-22T09:32:08.984" v="2"/>
          <ac:spMkLst>
            <pc:docMk/>
            <pc:sldMk cId="3306531269" sldId="431"/>
            <ac:spMk id="38" creationId="{16F480DC-AD3A-4E6C-B118-E91F2AAB5D53}"/>
          </ac:spMkLst>
        </pc:spChg>
        <pc:spChg chg="mod">
          <ac:chgData name="Manuel Díaz Rodríguez" userId="ad3297c4-a1d0-4ef3-804a-cf14fe12b873" providerId="ADAL" clId="{0AA02DBF-EF45-CC42-BAC4-2F4DBB555AED}" dt="2024-09-22T09:35:55.233" v="105"/>
          <ac:spMkLst>
            <pc:docMk/>
            <pc:sldMk cId="3306531269" sldId="431"/>
            <ac:spMk id="43" creationId="{1892F205-B173-4353-A2AC-B0DFEEA01AD4}"/>
          </ac:spMkLst>
        </pc:spChg>
        <pc:grpChg chg="mod">
          <ac:chgData name="Manuel Díaz Rodríguez" userId="ad3297c4-a1d0-4ef3-804a-cf14fe12b873" providerId="ADAL" clId="{0AA02DBF-EF45-CC42-BAC4-2F4DBB555AED}" dt="2024-09-22T09:32:08.984" v="2"/>
          <ac:grpSpMkLst>
            <pc:docMk/>
            <pc:sldMk cId="3306531269" sldId="431"/>
            <ac:grpSpMk id="13" creationId="{77D2B706-E50B-4341-B082-88E3A540D7E2}"/>
          </ac:grpSpMkLst>
        </pc:grpChg>
        <pc:grpChg chg="mod">
          <ac:chgData name="Manuel Díaz Rodríguez" userId="ad3297c4-a1d0-4ef3-804a-cf14fe12b873" providerId="ADAL" clId="{0AA02DBF-EF45-CC42-BAC4-2F4DBB555AED}" dt="2024-09-22T09:32:08.984" v="2"/>
          <ac:grpSpMkLst>
            <pc:docMk/>
            <pc:sldMk cId="3306531269" sldId="431"/>
            <ac:grpSpMk id="15" creationId="{F4401F1F-7D0A-4B79-B259-58A7BF659E7A}"/>
          </ac:grpSpMkLst>
        </pc:grpChg>
        <pc:grpChg chg="mod">
          <ac:chgData name="Manuel Díaz Rodríguez" userId="ad3297c4-a1d0-4ef3-804a-cf14fe12b873" providerId="ADAL" clId="{0AA02DBF-EF45-CC42-BAC4-2F4DBB555AED}" dt="2024-09-22T09:32:08.984" v="2"/>
          <ac:grpSpMkLst>
            <pc:docMk/>
            <pc:sldMk cId="3306531269" sldId="431"/>
            <ac:grpSpMk id="19" creationId="{CC61C77C-831E-4985-9CF2-1759F5C7283F}"/>
          </ac:grpSpMkLst>
        </pc:grpChg>
        <pc:grpChg chg="mod">
          <ac:chgData name="Manuel Díaz Rodríguez" userId="ad3297c4-a1d0-4ef3-804a-cf14fe12b873" providerId="ADAL" clId="{0AA02DBF-EF45-CC42-BAC4-2F4DBB555AED}" dt="2024-09-22T09:32:08.984" v="2"/>
          <ac:grpSpMkLst>
            <pc:docMk/>
            <pc:sldMk cId="3306531269" sldId="431"/>
            <ac:grpSpMk id="22" creationId="{7301C448-F6BE-4DF2-8BDA-13B2E49EFE51}"/>
          </ac:grpSpMkLst>
        </pc:grpChg>
        <pc:grpChg chg="mod">
          <ac:chgData name="Manuel Díaz Rodríguez" userId="ad3297c4-a1d0-4ef3-804a-cf14fe12b873" providerId="ADAL" clId="{0AA02DBF-EF45-CC42-BAC4-2F4DBB555AED}" dt="2024-09-22T09:32:08.984" v="2"/>
          <ac:grpSpMkLst>
            <pc:docMk/>
            <pc:sldMk cId="3306531269" sldId="431"/>
            <ac:grpSpMk id="23" creationId="{E6ECB3B3-B01C-4426-9A07-F45E2B6077EE}"/>
          </ac:grpSpMkLst>
        </pc:grpChg>
        <pc:grpChg chg="mod">
          <ac:chgData name="Manuel Díaz Rodríguez" userId="ad3297c4-a1d0-4ef3-804a-cf14fe12b873" providerId="ADAL" clId="{0AA02DBF-EF45-CC42-BAC4-2F4DBB555AED}" dt="2024-09-22T09:32:08.984" v="2"/>
          <ac:grpSpMkLst>
            <pc:docMk/>
            <pc:sldMk cId="3306531269" sldId="431"/>
            <ac:grpSpMk id="24" creationId="{E8DC6B96-11C5-4818-ABF9-0773C7B97485}"/>
          </ac:grpSpMkLst>
        </pc:grpChg>
        <pc:cxnChg chg="mod">
          <ac:chgData name="Manuel Díaz Rodríguez" userId="ad3297c4-a1d0-4ef3-804a-cf14fe12b873" providerId="ADAL" clId="{0AA02DBF-EF45-CC42-BAC4-2F4DBB555AED}" dt="2024-09-22T09:32:08.984" v="2"/>
          <ac:cxnSpMkLst>
            <pc:docMk/>
            <pc:sldMk cId="3306531269" sldId="431"/>
            <ac:cxnSpMk id="47" creationId="{82720E5A-3D0B-4559-A2D0-B54023EA84C3}"/>
          </ac:cxnSpMkLst>
        </pc:cxnChg>
        <pc:cxnChg chg="mod">
          <ac:chgData name="Manuel Díaz Rodríguez" userId="ad3297c4-a1d0-4ef3-804a-cf14fe12b873" providerId="ADAL" clId="{0AA02DBF-EF45-CC42-BAC4-2F4DBB555AED}" dt="2024-09-22T09:32:08.984" v="2"/>
          <ac:cxnSpMkLst>
            <pc:docMk/>
            <pc:sldMk cId="3306531269" sldId="431"/>
            <ac:cxnSpMk id="48" creationId="{5A48B7A4-6D24-48BD-98C5-069F5DE1163D}"/>
          </ac:cxnSpMkLst>
        </pc:cxnChg>
        <pc:cxnChg chg="mod">
          <ac:chgData name="Manuel Díaz Rodríguez" userId="ad3297c4-a1d0-4ef3-804a-cf14fe12b873" providerId="ADAL" clId="{0AA02DBF-EF45-CC42-BAC4-2F4DBB555AED}" dt="2024-09-22T09:32:08.984" v="2"/>
          <ac:cxnSpMkLst>
            <pc:docMk/>
            <pc:sldMk cId="3306531269" sldId="431"/>
            <ac:cxnSpMk id="49" creationId="{006EC369-3782-425A-9595-897E79DE97ED}"/>
          </ac:cxnSpMkLst>
        </pc:cxnChg>
      </pc:sldChg>
      <pc:sldChg chg="modSp mod modNotes">
        <pc:chgData name="Manuel Díaz Rodríguez" userId="ad3297c4-a1d0-4ef3-804a-cf14fe12b873" providerId="ADAL" clId="{0AA02DBF-EF45-CC42-BAC4-2F4DBB555AED}" dt="2024-09-22T09:35:55.233" v="105"/>
        <pc:sldMkLst>
          <pc:docMk/>
          <pc:sldMk cId="3183669349" sldId="432"/>
        </pc:sldMkLst>
        <pc:spChg chg="mod">
          <ac:chgData name="Manuel Díaz Rodríguez" userId="ad3297c4-a1d0-4ef3-804a-cf14fe12b873" providerId="ADAL" clId="{0AA02DBF-EF45-CC42-BAC4-2F4DBB555AED}" dt="2024-09-22T09:35:55.233" v="105"/>
          <ac:spMkLst>
            <pc:docMk/>
            <pc:sldMk cId="3183669349" sldId="432"/>
            <ac:spMk id="2" creationId="{A8E6CB65-37F7-4192-A7A1-52FD73457011}"/>
          </ac:spMkLst>
        </pc:spChg>
        <pc:spChg chg="mod">
          <ac:chgData name="Manuel Díaz Rodríguez" userId="ad3297c4-a1d0-4ef3-804a-cf14fe12b873" providerId="ADAL" clId="{0AA02DBF-EF45-CC42-BAC4-2F4DBB555AED}" dt="2024-09-22T09:35:55.233" v="105"/>
          <ac:spMkLst>
            <pc:docMk/>
            <pc:sldMk cId="3183669349" sldId="432"/>
            <ac:spMk id="3" creationId="{9259205B-2AA3-4F8E-B017-4A5061084097}"/>
          </ac:spMkLst>
        </pc:spChg>
        <pc:spChg chg="mod">
          <ac:chgData name="Manuel Díaz Rodríguez" userId="ad3297c4-a1d0-4ef3-804a-cf14fe12b873" providerId="ADAL" clId="{0AA02DBF-EF45-CC42-BAC4-2F4DBB555AED}" dt="2024-09-22T09:35:55.233" v="105"/>
          <ac:spMkLst>
            <pc:docMk/>
            <pc:sldMk cId="3183669349" sldId="432"/>
            <ac:spMk id="4" creationId="{A8E395D6-2B69-45A9-B98B-119EDAEA32AD}"/>
          </ac:spMkLst>
        </pc:spChg>
        <pc:spChg chg="mod">
          <ac:chgData name="Manuel Díaz Rodríguez" userId="ad3297c4-a1d0-4ef3-804a-cf14fe12b873" providerId="ADAL" clId="{0AA02DBF-EF45-CC42-BAC4-2F4DBB555AED}" dt="2024-09-22T09:35:55.233" v="105"/>
          <ac:spMkLst>
            <pc:docMk/>
            <pc:sldMk cId="3183669349" sldId="432"/>
            <ac:spMk id="5" creationId="{FB01F612-2865-4165-AD62-1F40E2670F87}"/>
          </ac:spMkLst>
        </pc:spChg>
      </pc:sldChg>
      <pc:sldChg chg="modSp modNotes">
        <pc:chgData name="Manuel Díaz Rodríguez" userId="ad3297c4-a1d0-4ef3-804a-cf14fe12b873" providerId="ADAL" clId="{0AA02DBF-EF45-CC42-BAC4-2F4DBB555AED}" dt="2024-09-22T09:35:55.233" v="105"/>
        <pc:sldMkLst>
          <pc:docMk/>
          <pc:sldMk cId="4292086989" sldId="433"/>
        </pc:sldMkLst>
        <pc:spChg chg="mod">
          <ac:chgData name="Manuel Díaz Rodríguez" userId="ad3297c4-a1d0-4ef3-804a-cf14fe12b873" providerId="ADAL" clId="{0AA02DBF-EF45-CC42-BAC4-2F4DBB555AED}" dt="2024-09-22T09:32:08.984" v="2"/>
          <ac:spMkLst>
            <pc:docMk/>
            <pc:sldMk cId="4292086989" sldId="433"/>
            <ac:spMk id="2" creationId="{F5C5FC0A-2500-4E25-AF53-3B44AAA32FAB}"/>
          </ac:spMkLst>
        </pc:spChg>
        <pc:spChg chg="mod">
          <ac:chgData name="Manuel Díaz Rodríguez" userId="ad3297c4-a1d0-4ef3-804a-cf14fe12b873" providerId="ADAL" clId="{0AA02DBF-EF45-CC42-BAC4-2F4DBB555AED}" dt="2024-09-22T09:35:55.233" v="105"/>
          <ac:spMkLst>
            <pc:docMk/>
            <pc:sldMk cId="4292086989" sldId="433"/>
            <ac:spMk id="4" creationId="{1E708AE1-AD75-4013-9D05-CEE6F897284B}"/>
          </ac:spMkLst>
        </pc:spChg>
        <pc:spChg chg="mod">
          <ac:chgData name="Manuel Díaz Rodríguez" userId="ad3297c4-a1d0-4ef3-804a-cf14fe12b873" providerId="ADAL" clId="{0AA02DBF-EF45-CC42-BAC4-2F4DBB555AED}" dt="2024-09-22T09:35:55.233" v="105"/>
          <ac:spMkLst>
            <pc:docMk/>
            <pc:sldMk cId="4292086989" sldId="433"/>
            <ac:spMk id="5" creationId="{1F514FA7-E99F-4645-99E3-F0751132FC93}"/>
          </ac:spMkLst>
        </pc:spChg>
        <pc:spChg chg="mod">
          <ac:chgData name="Manuel Díaz Rodríguez" userId="ad3297c4-a1d0-4ef3-804a-cf14fe12b873" providerId="ADAL" clId="{0AA02DBF-EF45-CC42-BAC4-2F4DBB555AED}" dt="2024-09-22T09:32:08.984" v="2"/>
          <ac:spMkLst>
            <pc:docMk/>
            <pc:sldMk cId="4292086989" sldId="433"/>
            <ac:spMk id="7" creationId="{ABB38D85-8EC4-47BE-9426-5582578EC638}"/>
          </ac:spMkLst>
        </pc:spChg>
        <pc:spChg chg="mod">
          <ac:chgData name="Manuel Díaz Rodríguez" userId="ad3297c4-a1d0-4ef3-804a-cf14fe12b873" providerId="ADAL" clId="{0AA02DBF-EF45-CC42-BAC4-2F4DBB555AED}" dt="2024-09-22T09:32:08.984" v="2"/>
          <ac:spMkLst>
            <pc:docMk/>
            <pc:sldMk cId="4292086989" sldId="433"/>
            <ac:spMk id="8" creationId="{77F7AA89-B86D-4C13-B0C4-06CD17F92B1B}"/>
          </ac:spMkLst>
        </pc:spChg>
        <pc:spChg chg="mod">
          <ac:chgData name="Manuel Díaz Rodríguez" userId="ad3297c4-a1d0-4ef3-804a-cf14fe12b873" providerId="ADAL" clId="{0AA02DBF-EF45-CC42-BAC4-2F4DBB555AED}" dt="2024-09-22T09:32:08.984" v="2"/>
          <ac:spMkLst>
            <pc:docMk/>
            <pc:sldMk cId="4292086989" sldId="433"/>
            <ac:spMk id="9" creationId="{4A2552E5-E1A0-4C2C-A9D2-108ED444D175}"/>
          </ac:spMkLst>
        </pc:spChg>
        <pc:spChg chg="mod">
          <ac:chgData name="Manuel Díaz Rodríguez" userId="ad3297c4-a1d0-4ef3-804a-cf14fe12b873" providerId="ADAL" clId="{0AA02DBF-EF45-CC42-BAC4-2F4DBB555AED}" dt="2024-09-22T09:32:08.984" v="2"/>
          <ac:spMkLst>
            <pc:docMk/>
            <pc:sldMk cId="4292086989" sldId="433"/>
            <ac:spMk id="10" creationId="{05D3EFD7-E23A-4612-91C7-EEEFF5669A58}"/>
          </ac:spMkLst>
        </pc:spChg>
        <pc:spChg chg="mod">
          <ac:chgData name="Manuel Díaz Rodríguez" userId="ad3297c4-a1d0-4ef3-804a-cf14fe12b873" providerId="ADAL" clId="{0AA02DBF-EF45-CC42-BAC4-2F4DBB555AED}" dt="2024-09-22T09:32:08.984" v="2"/>
          <ac:spMkLst>
            <pc:docMk/>
            <pc:sldMk cId="4292086989" sldId="433"/>
            <ac:spMk id="11" creationId="{F94E5815-D939-4B7F-B433-7302AF538619}"/>
          </ac:spMkLst>
        </pc:spChg>
        <pc:spChg chg="mod">
          <ac:chgData name="Manuel Díaz Rodríguez" userId="ad3297c4-a1d0-4ef3-804a-cf14fe12b873" providerId="ADAL" clId="{0AA02DBF-EF45-CC42-BAC4-2F4DBB555AED}" dt="2024-09-22T09:32:08.984" v="2"/>
          <ac:spMkLst>
            <pc:docMk/>
            <pc:sldMk cId="4292086989" sldId="433"/>
            <ac:spMk id="14" creationId="{6292F995-338F-4C08-AD19-9BD46B0E2E84}"/>
          </ac:spMkLst>
        </pc:spChg>
        <pc:spChg chg="mod">
          <ac:chgData name="Manuel Díaz Rodríguez" userId="ad3297c4-a1d0-4ef3-804a-cf14fe12b873" providerId="ADAL" clId="{0AA02DBF-EF45-CC42-BAC4-2F4DBB555AED}" dt="2024-09-22T09:32:08.984" v="2"/>
          <ac:spMkLst>
            <pc:docMk/>
            <pc:sldMk cId="4292086989" sldId="433"/>
            <ac:spMk id="16" creationId="{2FE97CF9-F045-4A93-87A2-C5A0667AF2EF}"/>
          </ac:spMkLst>
        </pc:spChg>
        <pc:spChg chg="mod">
          <ac:chgData name="Manuel Díaz Rodríguez" userId="ad3297c4-a1d0-4ef3-804a-cf14fe12b873" providerId="ADAL" clId="{0AA02DBF-EF45-CC42-BAC4-2F4DBB555AED}" dt="2024-09-22T09:32:08.984" v="2"/>
          <ac:spMkLst>
            <pc:docMk/>
            <pc:sldMk cId="4292086989" sldId="433"/>
            <ac:spMk id="17" creationId="{FCE04440-C0AD-45B2-8594-DD7DC856A1C1}"/>
          </ac:spMkLst>
        </pc:spChg>
        <pc:spChg chg="mod">
          <ac:chgData name="Manuel Díaz Rodríguez" userId="ad3297c4-a1d0-4ef3-804a-cf14fe12b873" providerId="ADAL" clId="{0AA02DBF-EF45-CC42-BAC4-2F4DBB555AED}" dt="2024-09-22T09:32:08.984" v="2"/>
          <ac:spMkLst>
            <pc:docMk/>
            <pc:sldMk cId="4292086989" sldId="433"/>
            <ac:spMk id="18" creationId="{3D659D6B-29E5-4FA4-AF43-A0C816294FD9}"/>
          </ac:spMkLst>
        </pc:spChg>
        <pc:spChg chg="mod">
          <ac:chgData name="Manuel Díaz Rodríguez" userId="ad3297c4-a1d0-4ef3-804a-cf14fe12b873" providerId="ADAL" clId="{0AA02DBF-EF45-CC42-BAC4-2F4DBB555AED}" dt="2024-09-22T09:32:08.984" v="2"/>
          <ac:spMkLst>
            <pc:docMk/>
            <pc:sldMk cId="4292086989" sldId="433"/>
            <ac:spMk id="20" creationId="{E0ED1C8C-5DE7-492F-84FF-40E510ACE92A}"/>
          </ac:spMkLst>
        </pc:spChg>
        <pc:spChg chg="mod">
          <ac:chgData name="Manuel Díaz Rodríguez" userId="ad3297c4-a1d0-4ef3-804a-cf14fe12b873" providerId="ADAL" clId="{0AA02DBF-EF45-CC42-BAC4-2F4DBB555AED}" dt="2024-09-22T09:32:08.984" v="2"/>
          <ac:spMkLst>
            <pc:docMk/>
            <pc:sldMk cId="4292086989" sldId="433"/>
            <ac:spMk id="21" creationId="{034897BF-FE42-4124-A6C6-2E3DCD7CDE2B}"/>
          </ac:spMkLst>
        </pc:spChg>
        <pc:spChg chg="mod">
          <ac:chgData name="Manuel Díaz Rodríguez" userId="ad3297c4-a1d0-4ef3-804a-cf14fe12b873" providerId="ADAL" clId="{0AA02DBF-EF45-CC42-BAC4-2F4DBB555AED}" dt="2024-09-22T09:32:08.984" v="2"/>
          <ac:spMkLst>
            <pc:docMk/>
            <pc:sldMk cId="4292086989" sldId="433"/>
            <ac:spMk id="25" creationId="{86307108-E3B6-48C8-B3C0-7F9F3D667F76}"/>
          </ac:spMkLst>
        </pc:spChg>
        <pc:spChg chg="mod">
          <ac:chgData name="Manuel Díaz Rodríguez" userId="ad3297c4-a1d0-4ef3-804a-cf14fe12b873" providerId="ADAL" clId="{0AA02DBF-EF45-CC42-BAC4-2F4DBB555AED}" dt="2024-09-22T09:32:08.984" v="2"/>
          <ac:spMkLst>
            <pc:docMk/>
            <pc:sldMk cId="4292086989" sldId="433"/>
            <ac:spMk id="26" creationId="{850C1838-6985-4962-BE8B-E3B1214B9C44}"/>
          </ac:spMkLst>
        </pc:spChg>
        <pc:spChg chg="mod">
          <ac:chgData name="Manuel Díaz Rodríguez" userId="ad3297c4-a1d0-4ef3-804a-cf14fe12b873" providerId="ADAL" clId="{0AA02DBF-EF45-CC42-BAC4-2F4DBB555AED}" dt="2024-09-22T09:32:08.984" v="2"/>
          <ac:spMkLst>
            <pc:docMk/>
            <pc:sldMk cId="4292086989" sldId="433"/>
            <ac:spMk id="27" creationId="{A1234C42-E06A-4BEF-8D52-DB5D930D6E78}"/>
          </ac:spMkLst>
        </pc:spChg>
        <pc:spChg chg="mod">
          <ac:chgData name="Manuel Díaz Rodríguez" userId="ad3297c4-a1d0-4ef3-804a-cf14fe12b873" providerId="ADAL" clId="{0AA02DBF-EF45-CC42-BAC4-2F4DBB555AED}" dt="2024-09-22T09:32:08.984" v="2"/>
          <ac:spMkLst>
            <pc:docMk/>
            <pc:sldMk cId="4292086989" sldId="433"/>
            <ac:spMk id="28" creationId="{EC5DEE64-F379-4CC4-AA4D-323894BCF3F3}"/>
          </ac:spMkLst>
        </pc:spChg>
        <pc:spChg chg="mod">
          <ac:chgData name="Manuel Díaz Rodríguez" userId="ad3297c4-a1d0-4ef3-804a-cf14fe12b873" providerId="ADAL" clId="{0AA02DBF-EF45-CC42-BAC4-2F4DBB555AED}" dt="2024-09-22T09:32:08.984" v="2"/>
          <ac:spMkLst>
            <pc:docMk/>
            <pc:sldMk cId="4292086989" sldId="433"/>
            <ac:spMk id="29" creationId="{D6C08AB2-EA39-497E-A5D8-D34A008ADBD5}"/>
          </ac:spMkLst>
        </pc:spChg>
        <pc:spChg chg="mod">
          <ac:chgData name="Manuel Díaz Rodríguez" userId="ad3297c4-a1d0-4ef3-804a-cf14fe12b873" providerId="ADAL" clId="{0AA02DBF-EF45-CC42-BAC4-2F4DBB555AED}" dt="2024-09-22T09:32:08.984" v="2"/>
          <ac:spMkLst>
            <pc:docMk/>
            <pc:sldMk cId="4292086989" sldId="433"/>
            <ac:spMk id="30" creationId="{8754A7F5-0182-4ABD-AD39-59320E781749}"/>
          </ac:spMkLst>
        </pc:spChg>
        <pc:spChg chg="mod">
          <ac:chgData name="Manuel Díaz Rodríguez" userId="ad3297c4-a1d0-4ef3-804a-cf14fe12b873" providerId="ADAL" clId="{0AA02DBF-EF45-CC42-BAC4-2F4DBB555AED}" dt="2024-09-22T09:32:08.984" v="2"/>
          <ac:spMkLst>
            <pc:docMk/>
            <pc:sldMk cId="4292086989" sldId="433"/>
            <ac:spMk id="32" creationId="{674850FC-1777-4CA7-A578-C0766C21C839}"/>
          </ac:spMkLst>
        </pc:spChg>
        <pc:spChg chg="mod">
          <ac:chgData name="Manuel Díaz Rodríguez" userId="ad3297c4-a1d0-4ef3-804a-cf14fe12b873" providerId="ADAL" clId="{0AA02DBF-EF45-CC42-BAC4-2F4DBB555AED}" dt="2024-09-22T09:32:08.984" v="2"/>
          <ac:spMkLst>
            <pc:docMk/>
            <pc:sldMk cId="4292086989" sldId="433"/>
            <ac:spMk id="33" creationId="{541179D0-26CD-4585-81B8-D1597218CF25}"/>
          </ac:spMkLst>
        </pc:spChg>
        <pc:spChg chg="mod">
          <ac:chgData name="Manuel Díaz Rodríguez" userId="ad3297c4-a1d0-4ef3-804a-cf14fe12b873" providerId="ADAL" clId="{0AA02DBF-EF45-CC42-BAC4-2F4DBB555AED}" dt="2024-09-22T09:32:08.984" v="2"/>
          <ac:spMkLst>
            <pc:docMk/>
            <pc:sldMk cId="4292086989" sldId="433"/>
            <ac:spMk id="34" creationId="{02556074-F07F-40E7-B99C-A8FF434AA61B}"/>
          </ac:spMkLst>
        </pc:spChg>
        <pc:spChg chg="mod">
          <ac:chgData name="Manuel Díaz Rodríguez" userId="ad3297c4-a1d0-4ef3-804a-cf14fe12b873" providerId="ADAL" clId="{0AA02DBF-EF45-CC42-BAC4-2F4DBB555AED}" dt="2024-09-22T09:32:08.984" v="2"/>
          <ac:spMkLst>
            <pc:docMk/>
            <pc:sldMk cId="4292086989" sldId="433"/>
            <ac:spMk id="35" creationId="{34655428-4912-4506-B0A9-460920E710A5}"/>
          </ac:spMkLst>
        </pc:spChg>
        <pc:spChg chg="mod">
          <ac:chgData name="Manuel Díaz Rodríguez" userId="ad3297c4-a1d0-4ef3-804a-cf14fe12b873" providerId="ADAL" clId="{0AA02DBF-EF45-CC42-BAC4-2F4DBB555AED}" dt="2024-09-22T09:32:08.984" v="2"/>
          <ac:spMkLst>
            <pc:docMk/>
            <pc:sldMk cId="4292086989" sldId="433"/>
            <ac:spMk id="36" creationId="{747F0E35-43E6-4D84-9A58-6E226C29CE14}"/>
          </ac:spMkLst>
        </pc:spChg>
        <pc:spChg chg="mod">
          <ac:chgData name="Manuel Díaz Rodríguez" userId="ad3297c4-a1d0-4ef3-804a-cf14fe12b873" providerId="ADAL" clId="{0AA02DBF-EF45-CC42-BAC4-2F4DBB555AED}" dt="2024-09-22T09:32:08.984" v="2"/>
          <ac:spMkLst>
            <pc:docMk/>
            <pc:sldMk cId="4292086989" sldId="433"/>
            <ac:spMk id="37" creationId="{B4D4DD14-98AE-4E30-9CE2-4150BA945136}"/>
          </ac:spMkLst>
        </pc:spChg>
        <pc:spChg chg="mod">
          <ac:chgData name="Manuel Díaz Rodríguez" userId="ad3297c4-a1d0-4ef3-804a-cf14fe12b873" providerId="ADAL" clId="{0AA02DBF-EF45-CC42-BAC4-2F4DBB555AED}" dt="2024-09-22T09:32:08.984" v="2"/>
          <ac:spMkLst>
            <pc:docMk/>
            <pc:sldMk cId="4292086989" sldId="433"/>
            <ac:spMk id="38" creationId="{16F480DC-AD3A-4E6C-B118-E91F2AAB5D53}"/>
          </ac:spMkLst>
        </pc:spChg>
        <pc:spChg chg="mod">
          <ac:chgData name="Manuel Díaz Rodríguez" userId="ad3297c4-a1d0-4ef3-804a-cf14fe12b873" providerId="ADAL" clId="{0AA02DBF-EF45-CC42-BAC4-2F4DBB555AED}" dt="2024-09-22T09:32:08.984" v="2"/>
          <ac:spMkLst>
            <pc:docMk/>
            <pc:sldMk cId="4292086989" sldId="433"/>
            <ac:spMk id="43" creationId="{1892F205-B173-4353-A2AC-B0DFEEA01AD4}"/>
          </ac:spMkLst>
        </pc:spChg>
        <pc:spChg chg="mod">
          <ac:chgData name="Manuel Díaz Rodríguez" userId="ad3297c4-a1d0-4ef3-804a-cf14fe12b873" providerId="ADAL" clId="{0AA02DBF-EF45-CC42-BAC4-2F4DBB555AED}" dt="2024-09-22T09:32:08.984" v="2"/>
          <ac:spMkLst>
            <pc:docMk/>
            <pc:sldMk cId="4292086989" sldId="433"/>
            <ac:spMk id="57" creationId="{20B137C1-966D-4FE6-B10D-320E69E907C6}"/>
          </ac:spMkLst>
        </pc:spChg>
        <pc:grpChg chg="mod">
          <ac:chgData name="Manuel Díaz Rodríguez" userId="ad3297c4-a1d0-4ef3-804a-cf14fe12b873" providerId="ADAL" clId="{0AA02DBF-EF45-CC42-BAC4-2F4DBB555AED}" dt="2024-09-22T09:32:08.984" v="2"/>
          <ac:grpSpMkLst>
            <pc:docMk/>
            <pc:sldMk cId="4292086989" sldId="433"/>
            <ac:grpSpMk id="13" creationId="{77D2B706-E50B-4341-B082-88E3A540D7E2}"/>
          </ac:grpSpMkLst>
        </pc:grpChg>
        <pc:grpChg chg="mod">
          <ac:chgData name="Manuel Díaz Rodríguez" userId="ad3297c4-a1d0-4ef3-804a-cf14fe12b873" providerId="ADAL" clId="{0AA02DBF-EF45-CC42-BAC4-2F4DBB555AED}" dt="2024-09-22T09:32:08.984" v="2"/>
          <ac:grpSpMkLst>
            <pc:docMk/>
            <pc:sldMk cId="4292086989" sldId="433"/>
            <ac:grpSpMk id="15" creationId="{F4401F1F-7D0A-4B79-B259-58A7BF659E7A}"/>
          </ac:grpSpMkLst>
        </pc:grpChg>
        <pc:grpChg chg="mod">
          <ac:chgData name="Manuel Díaz Rodríguez" userId="ad3297c4-a1d0-4ef3-804a-cf14fe12b873" providerId="ADAL" clId="{0AA02DBF-EF45-CC42-BAC4-2F4DBB555AED}" dt="2024-09-22T09:32:08.984" v="2"/>
          <ac:grpSpMkLst>
            <pc:docMk/>
            <pc:sldMk cId="4292086989" sldId="433"/>
            <ac:grpSpMk id="19" creationId="{CC61C77C-831E-4985-9CF2-1759F5C7283F}"/>
          </ac:grpSpMkLst>
        </pc:grpChg>
        <pc:grpChg chg="mod">
          <ac:chgData name="Manuel Díaz Rodríguez" userId="ad3297c4-a1d0-4ef3-804a-cf14fe12b873" providerId="ADAL" clId="{0AA02DBF-EF45-CC42-BAC4-2F4DBB555AED}" dt="2024-09-22T09:32:08.984" v="2"/>
          <ac:grpSpMkLst>
            <pc:docMk/>
            <pc:sldMk cId="4292086989" sldId="433"/>
            <ac:grpSpMk id="22" creationId="{7301C448-F6BE-4DF2-8BDA-13B2E49EFE51}"/>
          </ac:grpSpMkLst>
        </pc:grpChg>
        <pc:grpChg chg="mod">
          <ac:chgData name="Manuel Díaz Rodríguez" userId="ad3297c4-a1d0-4ef3-804a-cf14fe12b873" providerId="ADAL" clId="{0AA02DBF-EF45-CC42-BAC4-2F4DBB555AED}" dt="2024-09-22T09:32:08.984" v="2"/>
          <ac:grpSpMkLst>
            <pc:docMk/>
            <pc:sldMk cId="4292086989" sldId="433"/>
            <ac:grpSpMk id="23" creationId="{E6ECB3B3-B01C-4426-9A07-F45E2B6077EE}"/>
          </ac:grpSpMkLst>
        </pc:grpChg>
        <pc:grpChg chg="mod">
          <ac:chgData name="Manuel Díaz Rodríguez" userId="ad3297c4-a1d0-4ef3-804a-cf14fe12b873" providerId="ADAL" clId="{0AA02DBF-EF45-CC42-BAC4-2F4DBB555AED}" dt="2024-09-22T09:32:08.984" v="2"/>
          <ac:grpSpMkLst>
            <pc:docMk/>
            <pc:sldMk cId="4292086989" sldId="433"/>
            <ac:grpSpMk id="24" creationId="{E8DC6B96-11C5-4818-ABF9-0773C7B97485}"/>
          </ac:grpSpMkLst>
        </pc:grpChg>
        <pc:cxnChg chg="mod">
          <ac:chgData name="Manuel Díaz Rodríguez" userId="ad3297c4-a1d0-4ef3-804a-cf14fe12b873" providerId="ADAL" clId="{0AA02DBF-EF45-CC42-BAC4-2F4DBB555AED}" dt="2024-09-22T09:32:08.984" v="2"/>
          <ac:cxnSpMkLst>
            <pc:docMk/>
            <pc:sldMk cId="4292086989" sldId="433"/>
            <ac:cxnSpMk id="44" creationId="{822A7F11-9408-4FA7-8E86-231F833B116A}"/>
          </ac:cxnSpMkLst>
        </pc:cxnChg>
        <pc:cxnChg chg="mod">
          <ac:chgData name="Manuel Díaz Rodríguez" userId="ad3297c4-a1d0-4ef3-804a-cf14fe12b873" providerId="ADAL" clId="{0AA02DBF-EF45-CC42-BAC4-2F4DBB555AED}" dt="2024-09-22T09:32:08.984" v="2"/>
          <ac:cxnSpMkLst>
            <pc:docMk/>
            <pc:sldMk cId="4292086989" sldId="433"/>
            <ac:cxnSpMk id="45" creationId="{17F86E60-6868-4A36-818D-75768C0BE2E1}"/>
          </ac:cxnSpMkLst>
        </pc:cxnChg>
        <pc:cxnChg chg="mod">
          <ac:chgData name="Manuel Díaz Rodríguez" userId="ad3297c4-a1d0-4ef3-804a-cf14fe12b873" providerId="ADAL" clId="{0AA02DBF-EF45-CC42-BAC4-2F4DBB555AED}" dt="2024-09-22T09:32:08.984" v="2"/>
          <ac:cxnSpMkLst>
            <pc:docMk/>
            <pc:sldMk cId="4292086989" sldId="433"/>
            <ac:cxnSpMk id="46" creationId="{1BAE9B6A-E355-43F2-ACD0-478CEDDD2530}"/>
          </ac:cxnSpMkLst>
        </pc:cxnChg>
        <pc:cxnChg chg="mod">
          <ac:chgData name="Manuel Díaz Rodríguez" userId="ad3297c4-a1d0-4ef3-804a-cf14fe12b873" providerId="ADAL" clId="{0AA02DBF-EF45-CC42-BAC4-2F4DBB555AED}" dt="2024-09-22T09:32:08.984" v="2"/>
          <ac:cxnSpMkLst>
            <pc:docMk/>
            <pc:sldMk cId="4292086989" sldId="433"/>
            <ac:cxnSpMk id="51" creationId="{73D80309-C4BD-4A63-9851-30D2525D20B1}"/>
          </ac:cxnSpMkLst>
        </pc:cxnChg>
        <pc:cxnChg chg="mod">
          <ac:chgData name="Manuel Díaz Rodríguez" userId="ad3297c4-a1d0-4ef3-804a-cf14fe12b873" providerId="ADAL" clId="{0AA02DBF-EF45-CC42-BAC4-2F4DBB555AED}" dt="2024-09-22T09:32:08.984" v="2"/>
          <ac:cxnSpMkLst>
            <pc:docMk/>
            <pc:sldMk cId="4292086989" sldId="433"/>
            <ac:cxnSpMk id="52" creationId="{97915CC0-D3A5-4F55-B184-1D92FEBC8A2F}"/>
          </ac:cxnSpMkLst>
        </pc:cxnChg>
        <pc:cxnChg chg="mod">
          <ac:chgData name="Manuel Díaz Rodríguez" userId="ad3297c4-a1d0-4ef3-804a-cf14fe12b873" providerId="ADAL" clId="{0AA02DBF-EF45-CC42-BAC4-2F4DBB555AED}" dt="2024-09-22T09:32:08.984" v="2"/>
          <ac:cxnSpMkLst>
            <pc:docMk/>
            <pc:sldMk cId="4292086989" sldId="433"/>
            <ac:cxnSpMk id="53" creationId="{53B0774C-D855-4B79-A196-6117687CB7F2}"/>
          </ac:cxnSpMkLst>
        </pc:cxnChg>
      </pc:sldChg>
      <pc:sldChg chg="modSp mod">
        <pc:chgData name="Manuel Díaz Rodríguez" userId="ad3297c4-a1d0-4ef3-804a-cf14fe12b873" providerId="ADAL" clId="{0AA02DBF-EF45-CC42-BAC4-2F4DBB555AED}" dt="2024-09-22T09:35:55.233" v="105"/>
        <pc:sldMkLst>
          <pc:docMk/>
          <pc:sldMk cId="100826388" sldId="471"/>
        </pc:sldMkLst>
        <pc:spChg chg="mod">
          <ac:chgData name="Manuel Díaz Rodríguez" userId="ad3297c4-a1d0-4ef3-804a-cf14fe12b873" providerId="ADAL" clId="{0AA02DBF-EF45-CC42-BAC4-2F4DBB555AED}" dt="2024-09-22T09:35:55.233" v="105"/>
          <ac:spMkLst>
            <pc:docMk/>
            <pc:sldMk cId="100826388" sldId="471"/>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471"/>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471"/>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0" sldId="516"/>
        </pc:sldMkLst>
        <pc:spChg chg="mod">
          <ac:chgData name="Manuel Díaz Rodríguez" userId="ad3297c4-a1d0-4ef3-804a-cf14fe12b873" providerId="ADAL" clId="{0AA02DBF-EF45-CC42-BAC4-2F4DBB555AED}" dt="2024-09-22T09:35:55.233" v="105"/>
          <ac:spMkLst>
            <pc:docMk/>
            <pc:sldMk cId="0" sldId="516"/>
            <ac:spMk id="2" creationId="{00000000-0000-0000-0000-000000000000}"/>
          </ac:spMkLst>
        </pc:spChg>
        <pc:spChg chg="mod">
          <ac:chgData name="Manuel Díaz Rodríguez" userId="ad3297c4-a1d0-4ef3-804a-cf14fe12b873" providerId="ADAL" clId="{0AA02DBF-EF45-CC42-BAC4-2F4DBB555AED}" dt="2024-09-22T09:35:55.233" v="105"/>
          <ac:spMkLst>
            <pc:docMk/>
            <pc:sldMk cId="0" sldId="516"/>
            <ac:spMk id="3" creationId="{00000000-0000-0000-0000-000000000000}"/>
          </ac:spMkLst>
        </pc:spChg>
        <pc:spChg chg="mod">
          <ac:chgData name="Manuel Díaz Rodríguez" userId="ad3297c4-a1d0-4ef3-804a-cf14fe12b873" providerId="ADAL" clId="{0AA02DBF-EF45-CC42-BAC4-2F4DBB555AED}" dt="2024-09-22T09:35:55.233" v="105"/>
          <ac:spMkLst>
            <pc:docMk/>
            <pc:sldMk cId="0" sldId="516"/>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17"/>
        </pc:sldMkLst>
        <pc:spChg chg="mod">
          <ac:chgData name="Manuel Díaz Rodríguez" userId="ad3297c4-a1d0-4ef3-804a-cf14fe12b873" providerId="ADAL" clId="{0AA02DBF-EF45-CC42-BAC4-2F4DBB555AED}" dt="2024-09-22T09:35:55.233" v="105"/>
          <ac:spMkLst>
            <pc:docMk/>
            <pc:sldMk cId="100826388" sldId="517"/>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17"/>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17"/>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18"/>
        </pc:sldMkLst>
        <pc:spChg chg="mod">
          <ac:chgData name="Manuel Díaz Rodríguez" userId="ad3297c4-a1d0-4ef3-804a-cf14fe12b873" providerId="ADAL" clId="{0AA02DBF-EF45-CC42-BAC4-2F4DBB555AED}" dt="2024-09-22T09:35:55.233" v="105"/>
          <ac:spMkLst>
            <pc:docMk/>
            <pc:sldMk cId="100826388" sldId="518"/>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18"/>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18"/>
            <ac:spMk id="4" creationId="{00000000-0000-0000-0000-000000000000}"/>
          </ac:spMkLst>
        </pc:spChg>
      </pc:sldChg>
      <pc:sldChg chg="addSp delSp modSp mod setBg">
        <pc:chgData name="Manuel Díaz Rodríguez" userId="ad3297c4-a1d0-4ef3-804a-cf14fe12b873" providerId="ADAL" clId="{0AA02DBF-EF45-CC42-BAC4-2F4DBB555AED}" dt="2024-09-22T09:37:25.289" v="134" actId="1076"/>
        <pc:sldMkLst>
          <pc:docMk/>
          <pc:sldMk cId="0" sldId="519"/>
        </pc:sldMkLst>
        <pc:spChg chg="mod">
          <ac:chgData name="Manuel Díaz Rodríguez" userId="ad3297c4-a1d0-4ef3-804a-cf14fe12b873" providerId="ADAL" clId="{0AA02DBF-EF45-CC42-BAC4-2F4DBB555AED}" dt="2024-09-22T09:37:16.903" v="132" actId="1076"/>
          <ac:spMkLst>
            <pc:docMk/>
            <pc:sldMk cId="0" sldId="519"/>
            <ac:spMk id="2" creationId="{00000000-0000-0000-0000-000000000000}"/>
          </ac:spMkLst>
        </pc:spChg>
        <pc:spChg chg="add del mod">
          <ac:chgData name="Manuel Díaz Rodríguez" userId="ad3297c4-a1d0-4ef3-804a-cf14fe12b873" providerId="ADAL" clId="{0AA02DBF-EF45-CC42-BAC4-2F4DBB555AED}" dt="2024-09-22T09:35:07.443" v="71"/>
          <ac:spMkLst>
            <pc:docMk/>
            <pc:sldMk cId="0" sldId="519"/>
            <ac:spMk id="3" creationId="{A40D9E75-4DD8-6C56-9DE5-650954A04DBD}"/>
          </ac:spMkLst>
        </pc:spChg>
        <pc:spChg chg="mod">
          <ac:chgData name="Manuel Díaz Rodríguez" userId="ad3297c4-a1d0-4ef3-804a-cf14fe12b873" providerId="ADAL" clId="{0AA02DBF-EF45-CC42-BAC4-2F4DBB555AED}" dt="2024-09-22T09:35:55.233" v="105"/>
          <ac:spMkLst>
            <pc:docMk/>
            <pc:sldMk cId="0" sldId="519"/>
            <ac:spMk id="4" creationId="{00000000-0000-0000-0000-000000000000}"/>
          </ac:spMkLst>
        </pc:spChg>
        <pc:picChg chg="mod">
          <ac:chgData name="Manuel Díaz Rodríguez" userId="ad3297c4-a1d0-4ef3-804a-cf14fe12b873" providerId="ADAL" clId="{0AA02DBF-EF45-CC42-BAC4-2F4DBB555AED}" dt="2024-09-22T09:37:25.289" v="134" actId="1076"/>
          <ac:picMkLst>
            <pc:docMk/>
            <pc:sldMk cId="0" sldId="519"/>
            <ac:picMk id="19458" creationId="{00000000-0000-0000-0000-000000000000}"/>
          </ac:picMkLst>
        </pc:picChg>
      </pc:sldChg>
      <pc:sldChg chg="modSp mod setBg">
        <pc:chgData name="Manuel Díaz Rodríguez" userId="ad3297c4-a1d0-4ef3-804a-cf14fe12b873" providerId="ADAL" clId="{0AA02DBF-EF45-CC42-BAC4-2F4DBB555AED}" dt="2024-09-22T09:38:44.148" v="138"/>
        <pc:sldMkLst>
          <pc:docMk/>
          <pc:sldMk cId="0" sldId="520"/>
        </pc:sldMkLst>
        <pc:spChg chg="mod">
          <ac:chgData name="Manuel Díaz Rodríguez" userId="ad3297c4-a1d0-4ef3-804a-cf14fe12b873" providerId="ADAL" clId="{0AA02DBF-EF45-CC42-BAC4-2F4DBB555AED}" dt="2024-09-22T09:35:55.233" v="105"/>
          <ac:spMkLst>
            <pc:docMk/>
            <pc:sldMk cId="0" sldId="520"/>
            <ac:spMk id="2" creationId="{00000000-0000-0000-0000-000000000000}"/>
          </ac:spMkLst>
        </pc:spChg>
        <pc:spChg chg="mod">
          <ac:chgData name="Manuel Díaz Rodríguez" userId="ad3297c4-a1d0-4ef3-804a-cf14fe12b873" providerId="ADAL" clId="{0AA02DBF-EF45-CC42-BAC4-2F4DBB555AED}" dt="2024-09-22T09:35:55.233" v="105"/>
          <ac:spMkLst>
            <pc:docMk/>
            <pc:sldMk cId="0" sldId="520"/>
            <ac:spMk id="4" creationId="{00000000-0000-0000-0000-000000000000}"/>
          </ac:spMkLst>
        </pc:spChg>
        <pc:picChg chg="mod">
          <ac:chgData name="Manuel Díaz Rodríguez" userId="ad3297c4-a1d0-4ef3-804a-cf14fe12b873" providerId="ADAL" clId="{0AA02DBF-EF45-CC42-BAC4-2F4DBB555AED}" dt="2024-09-22T09:38:44.148" v="138"/>
          <ac:picMkLst>
            <pc:docMk/>
            <pc:sldMk cId="0" sldId="520"/>
            <ac:picMk id="20482" creationId="{00000000-0000-0000-0000-000000000000}"/>
          </ac:picMkLst>
        </pc:picChg>
      </pc:sldChg>
      <pc:sldChg chg="modSp mod">
        <pc:chgData name="Manuel Díaz Rodríguez" userId="ad3297c4-a1d0-4ef3-804a-cf14fe12b873" providerId="ADAL" clId="{0AA02DBF-EF45-CC42-BAC4-2F4DBB555AED}" dt="2024-09-22T09:35:55.233" v="105"/>
        <pc:sldMkLst>
          <pc:docMk/>
          <pc:sldMk cId="100826388" sldId="521"/>
        </pc:sldMkLst>
        <pc:spChg chg="mod">
          <ac:chgData name="Manuel Díaz Rodríguez" userId="ad3297c4-a1d0-4ef3-804a-cf14fe12b873" providerId="ADAL" clId="{0AA02DBF-EF45-CC42-BAC4-2F4DBB555AED}" dt="2024-09-22T09:35:55.233" v="105"/>
          <ac:spMkLst>
            <pc:docMk/>
            <pc:sldMk cId="100826388" sldId="521"/>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21"/>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21"/>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23"/>
        </pc:sldMkLst>
        <pc:spChg chg="mod">
          <ac:chgData name="Manuel Díaz Rodríguez" userId="ad3297c4-a1d0-4ef3-804a-cf14fe12b873" providerId="ADAL" clId="{0AA02DBF-EF45-CC42-BAC4-2F4DBB555AED}" dt="2024-09-22T09:35:55.233" v="105"/>
          <ac:spMkLst>
            <pc:docMk/>
            <pc:sldMk cId="100826388" sldId="523"/>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23"/>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23"/>
            <ac:spMk id="4" creationId="{00000000-0000-0000-0000-000000000000}"/>
          </ac:spMkLst>
        </pc:spChg>
      </pc:sldChg>
      <pc:sldChg chg="modSp mod">
        <pc:chgData name="Manuel Díaz Rodríguez" userId="ad3297c4-a1d0-4ef3-804a-cf14fe12b873" providerId="ADAL" clId="{0AA02DBF-EF45-CC42-BAC4-2F4DBB555AED}" dt="2024-09-24T11:31:51.283" v="208" actId="20577"/>
        <pc:sldMkLst>
          <pc:docMk/>
          <pc:sldMk cId="100826388" sldId="525"/>
        </pc:sldMkLst>
        <pc:spChg chg="mod">
          <ac:chgData name="Manuel Díaz Rodríguez" userId="ad3297c4-a1d0-4ef3-804a-cf14fe12b873" providerId="ADAL" clId="{0AA02DBF-EF45-CC42-BAC4-2F4DBB555AED}" dt="2024-09-22T09:35:55.233" v="105"/>
          <ac:spMkLst>
            <pc:docMk/>
            <pc:sldMk cId="100826388" sldId="525"/>
            <ac:spMk id="2" creationId="{00000000-0000-0000-0000-000000000000}"/>
          </ac:spMkLst>
        </pc:spChg>
        <pc:spChg chg="mod">
          <ac:chgData name="Manuel Díaz Rodríguez" userId="ad3297c4-a1d0-4ef3-804a-cf14fe12b873" providerId="ADAL" clId="{0AA02DBF-EF45-CC42-BAC4-2F4DBB555AED}" dt="2024-09-24T11:31:51.283" v="208" actId="20577"/>
          <ac:spMkLst>
            <pc:docMk/>
            <pc:sldMk cId="100826388" sldId="525"/>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25"/>
            <ac:spMk id="4" creationId="{00000000-0000-0000-0000-000000000000}"/>
          </ac:spMkLst>
        </pc:spChg>
      </pc:sldChg>
      <pc:sldChg chg="modSp modNotes">
        <pc:chgData name="Manuel Díaz Rodríguez" userId="ad3297c4-a1d0-4ef3-804a-cf14fe12b873" providerId="ADAL" clId="{0AA02DBF-EF45-CC42-BAC4-2F4DBB555AED}" dt="2024-09-22T09:38:56.142" v="139"/>
        <pc:sldMkLst>
          <pc:docMk/>
          <pc:sldMk cId="100826388" sldId="526"/>
        </pc:sldMkLst>
        <pc:spChg chg="mod">
          <ac:chgData name="Manuel Díaz Rodríguez" userId="ad3297c4-a1d0-4ef3-804a-cf14fe12b873" providerId="ADAL" clId="{0AA02DBF-EF45-CC42-BAC4-2F4DBB555AED}" dt="2024-09-22T09:35:55.233" v="105"/>
          <ac:spMkLst>
            <pc:docMk/>
            <pc:sldMk cId="100826388" sldId="526"/>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26"/>
            <ac:spMk id="4" creationId="{00000000-0000-0000-0000-000000000000}"/>
          </ac:spMkLst>
        </pc:spChg>
        <pc:picChg chg="mod">
          <ac:chgData name="Manuel Díaz Rodríguez" userId="ad3297c4-a1d0-4ef3-804a-cf14fe12b873" providerId="ADAL" clId="{0AA02DBF-EF45-CC42-BAC4-2F4DBB555AED}" dt="2024-09-22T09:38:56.142" v="139"/>
          <ac:picMkLst>
            <pc:docMk/>
            <pc:sldMk cId="100826388" sldId="526"/>
            <ac:picMk id="21506"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27"/>
        </pc:sldMkLst>
        <pc:spChg chg="mod">
          <ac:chgData name="Manuel Díaz Rodríguez" userId="ad3297c4-a1d0-4ef3-804a-cf14fe12b873" providerId="ADAL" clId="{0AA02DBF-EF45-CC42-BAC4-2F4DBB555AED}" dt="2024-09-22T09:35:55.233" v="105"/>
          <ac:spMkLst>
            <pc:docMk/>
            <pc:sldMk cId="100826388" sldId="527"/>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27"/>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27"/>
            <ac:spMk id="4" creationId="{00000000-0000-0000-0000-000000000000}"/>
          </ac:spMkLst>
        </pc:spChg>
      </pc:sldChg>
      <pc:sldChg chg="modSp modNotes">
        <pc:chgData name="Manuel Díaz Rodríguez" userId="ad3297c4-a1d0-4ef3-804a-cf14fe12b873" providerId="ADAL" clId="{0AA02DBF-EF45-CC42-BAC4-2F4DBB555AED}" dt="2024-09-22T09:32:08.984" v="2"/>
        <pc:sldMkLst>
          <pc:docMk/>
          <pc:sldMk cId="0" sldId="528"/>
        </pc:sldMkLst>
        <pc:spChg chg="mod">
          <ac:chgData name="Manuel Díaz Rodríguez" userId="ad3297c4-a1d0-4ef3-804a-cf14fe12b873" providerId="ADAL" clId="{0AA02DBF-EF45-CC42-BAC4-2F4DBB555AED}" dt="2024-09-22T09:32:08.984" v="2"/>
          <ac:spMkLst>
            <pc:docMk/>
            <pc:sldMk cId="0" sldId="528"/>
            <ac:spMk id="2053" creationId="{00000000-0000-0000-0000-000000000000}"/>
          </ac:spMkLst>
        </pc:spChg>
        <pc:spChg chg="mod">
          <ac:chgData name="Manuel Díaz Rodríguez" userId="ad3297c4-a1d0-4ef3-804a-cf14fe12b873" providerId="ADAL" clId="{0AA02DBF-EF45-CC42-BAC4-2F4DBB555AED}" dt="2024-09-22T09:32:08.984" v="2"/>
          <ac:spMkLst>
            <pc:docMk/>
            <pc:sldMk cId="0" sldId="528"/>
            <ac:spMk id="2054" creationId="{00000000-0000-0000-0000-000000000000}"/>
          </ac:spMkLst>
        </pc:spChg>
        <pc:spChg chg="mod">
          <ac:chgData name="Manuel Díaz Rodríguez" userId="ad3297c4-a1d0-4ef3-804a-cf14fe12b873" providerId="ADAL" clId="{0AA02DBF-EF45-CC42-BAC4-2F4DBB555AED}" dt="2024-09-22T09:32:08.984" v="2"/>
          <ac:spMkLst>
            <pc:docMk/>
            <pc:sldMk cId="0" sldId="528"/>
            <ac:spMk id="17410" creationId="{00000000-0000-0000-0000-000000000000}"/>
          </ac:spMkLst>
        </pc:spChg>
        <pc:spChg chg="mod">
          <ac:chgData name="Manuel Díaz Rodríguez" userId="ad3297c4-a1d0-4ef3-804a-cf14fe12b873" providerId="ADAL" clId="{0AA02DBF-EF45-CC42-BAC4-2F4DBB555AED}" dt="2024-09-22T09:32:08.984" v="2"/>
          <ac:spMkLst>
            <pc:docMk/>
            <pc:sldMk cId="0" sldId="528"/>
            <ac:spMk id="17411" creationId="{00000000-0000-0000-0000-000000000000}"/>
          </ac:spMkLst>
        </pc:spChg>
      </pc:sldChg>
      <pc:sldChg chg="modSp modNotes">
        <pc:chgData name="Manuel Díaz Rodríguez" userId="ad3297c4-a1d0-4ef3-804a-cf14fe12b873" providerId="ADAL" clId="{0AA02DBF-EF45-CC42-BAC4-2F4DBB555AED}" dt="2024-09-22T09:32:08.984" v="2"/>
        <pc:sldMkLst>
          <pc:docMk/>
          <pc:sldMk cId="0" sldId="529"/>
        </pc:sldMkLst>
        <pc:spChg chg="mod">
          <ac:chgData name="Manuel Díaz Rodríguez" userId="ad3297c4-a1d0-4ef3-804a-cf14fe12b873" providerId="ADAL" clId="{0AA02DBF-EF45-CC42-BAC4-2F4DBB555AED}" dt="2024-09-22T09:32:08.984" v="2"/>
          <ac:spMkLst>
            <pc:docMk/>
            <pc:sldMk cId="0" sldId="529"/>
            <ac:spMk id="18434" creationId="{00000000-0000-0000-0000-000000000000}"/>
          </ac:spMkLst>
        </pc:spChg>
        <pc:spChg chg="mod">
          <ac:chgData name="Manuel Díaz Rodríguez" userId="ad3297c4-a1d0-4ef3-804a-cf14fe12b873" providerId="ADAL" clId="{0AA02DBF-EF45-CC42-BAC4-2F4DBB555AED}" dt="2024-09-22T09:32:08.984" v="2"/>
          <ac:spMkLst>
            <pc:docMk/>
            <pc:sldMk cId="0" sldId="529"/>
            <ac:spMk id="18435" creationId="{00000000-0000-0000-0000-000000000000}"/>
          </ac:spMkLst>
        </pc:spChg>
        <pc:spChg chg="mod">
          <ac:chgData name="Manuel Díaz Rodríguez" userId="ad3297c4-a1d0-4ef3-804a-cf14fe12b873" providerId="ADAL" clId="{0AA02DBF-EF45-CC42-BAC4-2F4DBB555AED}" dt="2024-09-22T09:32:08.984" v="2"/>
          <ac:spMkLst>
            <pc:docMk/>
            <pc:sldMk cId="0" sldId="529"/>
            <ac:spMk id="18436" creationId="{00000000-0000-0000-0000-000000000000}"/>
          </ac:spMkLst>
        </pc:spChg>
      </pc:sldChg>
      <pc:sldChg chg="modSp modNotes">
        <pc:chgData name="Manuel Díaz Rodríguez" userId="ad3297c4-a1d0-4ef3-804a-cf14fe12b873" providerId="ADAL" clId="{0AA02DBF-EF45-CC42-BAC4-2F4DBB555AED}" dt="2024-09-22T09:32:08.984" v="2"/>
        <pc:sldMkLst>
          <pc:docMk/>
          <pc:sldMk cId="0" sldId="530"/>
        </pc:sldMkLst>
        <pc:spChg chg="mod">
          <ac:chgData name="Manuel Díaz Rodríguez" userId="ad3297c4-a1d0-4ef3-804a-cf14fe12b873" providerId="ADAL" clId="{0AA02DBF-EF45-CC42-BAC4-2F4DBB555AED}" dt="2024-09-22T09:32:08.984" v="2"/>
          <ac:spMkLst>
            <pc:docMk/>
            <pc:sldMk cId="0" sldId="530"/>
            <ac:spMk id="1028" creationId="{00000000-0000-0000-0000-000000000000}"/>
          </ac:spMkLst>
        </pc:spChg>
        <pc:spChg chg="mod">
          <ac:chgData name="Manuel Díaz Rodríguez" userId="ad3297c4-a1d0-4ef3-804a-cf14fe12b873" providerId="ADAL" clId="{0AA02DBF-EF45-CC42-BAC4-2F4DBB555AED}" dt="2024-09-22T09:32:08.984" v="2"/>
          <ac:spMkLst>
            <pc:docMk/>
            <pc:sldMk cId="0" sldId="530"/>
            <ac:spMk id="1030" creationId="{00000000-0000-0000-0000-000000000000}"/>
          </ac:spMkLst>
        </pc:spChg>
        <pc:spChg chg="mod">
          <ac:chgData name="Manuel Díaz Rodríguez" userId="ad3297c4-a1d0-4ef3-804a-cf14fe12b873" providerId="ADAL" clId="{0AA02DBF-EF45-CC42-BAC4-2F4DBB555AED}" dt="2024-09-22T09:32:08.984" v="2"/>
          <ac:spMkLst>
            <pc:docMk/>
            <pc:sldMk cId="0" sldId="530"/>
            <ac:spMk id="3074" creationId="{00000000-0000-0000-0000-000000000000}"/>
          </ac:spMkLst>
        </pc:spChg>
      </pc:sldChg>
      <pc:sldChg chg="modSp modNotes">
        <pc:chgData name="Manuel Díaz Rodríguez" userId="ad3297c4-a1d0-4ef3-804a-cf14fe12b873" providerId="ADAL" clId="{0AA02DBF-EF45-CC42-BAC4-2F4DBB555AED}" dt="2024-09-22T09:35:55.233" v="105"/>
        <pc:sldMkLst>
          <pc:docMk/>
          <pc:sldMk cId="0" sldId="531"/>
        </pc:sldMkLst>
        <pc:spChg chg="mod">
          <ac:chgData name="Manuel Díaz Rodríguez" userId="ad3297c4-a1d0-4ef3-804a-cf14fe12b873" providerId="ADAL" clId="{0AA02DBF-EF45-CC42-BAC4-2F4DBB555AED}" dt="2024-09-22T09:32:08.984" v="2"/>
          <ac:spMkLst>
            <pc:docMk/>
            <pc:sldMk cId="0" sldId="531"/>
            <ac:spMk id="4100" creationId="{00000000-0000-0000-0000-000000000000}"/>
          </ac:spMkLst>
        </pc:spChg>
        <pc:spChg chg="mod">
          <ac:chgData name="Manuel Díaz Rodríguez" userId="ad3297c4-a1d0-4ef3-804a-cf14fe12b873" providerId="ADAL" clId="{0AA02DBF-EF45-CC42-BAC4-2F4DBB555AED}" dt="2024-09-22T09:35:55.233" v="105"/>
          <ac:spMkLst>
            <pc:docMk/>
            <pc:sldMk cId="0" sldId="531"/>
            <ac:spMk id="19459" creationId="{00000000-0000-0000-0000-000000000000}"/>
          </ac:spMkLst>
        </pc:spChg>
      </pc:sldChg>
      <pc:sldChg chg="modSp modNotes">
        <pc:chgData name="Manuel Díaz Rodríguez" userId="ad3297c4-a1d0-4ef3-804a-cf14fe12b873" providerId="ADAL" clId="{0AA02DBF-EF45-CC42-BAC4-2F4DBB555AED}" dt="2024-09-22T09:32:08.984" v="2"/>
        <pc:sldMkLst>
          <pc:docMk/>
          <pc:sldMk cId="0" sldId="532"/>
        </pc:sldMkLst>
        <pc:spChg chg="mod">
          <ac:chgData name="Manuel Díaz Rodríguez" userId="ad3297c4-a1d0-4ef3-804a-cf14fe12b873" providerId="ADAL" clId="{0AA02DBF-EF45-CC42-BAC4-2F4DBB555AED}" dt="2024-09-22T09:32:08.984" v="2"/>
          <ac:spMkLst>
            <pc:docMk/>
            <pc:sldMk cId="0" sldId="532"/>
            <ac:spMk id="2051" creationId="{00000000-0000-0000-0000-000000000000}"/>
          </ac:spMkLst>
        </pc:spChg>
        <pc:spChg chg="mod">
          <ac:chgData name="Manuel Díaz Rodríguez" userId="ad3297c4-a1d0-4ef3-804a-cf14fe12b873" providerId="ADAL" clId="{0AA02DBF-EF45-CC42-BAC4-2F4DBB555AED}" dt="2024-09-22T09:32:08.984" v="2"/>
          <ac:spMkLst>
            <pc:docMk/>
            <pc:sldMk cId="0" sldId="532"/>
            <ac:spMk id="2053" creationId="{00000000-0000-0000-0000-000000000000}"/>
          </ac:spMkLst>
        </pc:spChg>
        <pc:spChg chg="mod">
          <ac:chgData name="Manuel Díaz Rodríguez" userId="ad3297c4-a1d0-4ef3-804a-cf14fe12b873" providerId="ADAL" clId="{0AA02DBF-EF45-CC42-BAC4-2F4DBB555AED}" dt="2024-09-22T09:32:08.984" v="2"/>
          <ac:spMkLst>
            <pc:docMk/>
            <pc:sldMk cId="0" sldId="532"/>
            <ac:spMk id="2054" creationId="{00000000-0000-0000-0000-000000000000}"/>
          </ac:spMkLst>
        </pc:spChg>
        <pc:spChg chg="mod">
          <ac:chgData name="Manuel Díaz Rodríguez" userId="ad3297c4-a1d0-4ef3-804a-cf14fe12b873" providerId="ADAL" clId="{0AA02DBF-EF45-CC42-BAC4-2F4DBB555AED}" dt="2024-09-22T09:32:08.984" v="2"/>
          <ac:spMkLst>
            <pc:docMk/>
            <pc:sldMk cId="0" sldId="532"/>
            <ac:spMk id="2056" creationId="{00000000-0000-0000-0000-000000000000}"/>
          </ac:spMkLst>
        </pc:spChg>
        <pc:grpChg chg="mod">
          <ac:chgData name="Manuel Díaz Rodríguez" userId="ad3297c4-a1d0-4ef3-804a-cf14fe12b873" providerId="ADAL" clId="{0AA02DBF-EF45-CC42-BAC4-2F4DBB555AED}" dt="2024-09-22T09:32:08.984" v="2"/>
          <ac:grpSpMkLst>
            <pc:docMk/>
            <pc:sldMk cId="0" sldId="532"/>
            <ac:grpSpMk id="2" creationId="{00000000-0000-0000-0000-000000000000}"/>
          </ac:grpSpMkLst>
        </pc:grpChg>
        <pc:picChg chg="mod">
          <ac:chgData name="Manuel Díaz Rodríguez" userId="ad3297c4-a1d0-4ef3-804a-cf14fe12b873" providerId="ADAL" clId="{0AA02DBF-EF45-CC42-BAC4-2F4DBB555AED}" dt="2024-09-22T09:32:08.984" v="2"/>
          <ac:picMkLst>
            <pc:docMk/>
            <pc:sldMk cId="0" sldId="532"/>
            <ac:picMk id="23555" creationId="{00000000-0000-0000-0000-000000000000}"/>
          </ac:picMkLst>
        </pc:picChg>
      </pc:sldChg>
      <pc:sldChg chg="modSp modNotes">
        <pc:chgData name="Manuel Díaz Rodríguez" userId="ad3297c4-a1d0-4ef3-804a-cf14fe12b873" providerId="ADAL" clId="{0AA02DBF-EF45-CC42-BAC4-2F4DBB555AED}" dt="2024-09-22T09:32:08.984" v="2"/>
        <pc:sldMkLst>
          <pc:docMk/>
          <pc:sldMk cId="0" sldId="533"/>
        </pc:sldMkLst>
        <pc:spChg chg="mod">
          <ac:chgData name="Manuel Díaz Rodríguez" userId="ad3297c4-a1d0-4ef3-804a-cf14fe12b873" providerId="ADAL" clId="{0AA02DBF-EF45-CC42-BAC4-2F4DBB555AED}" dt="2024-09-22T09:32:08.984" v="2"/>
          <ac:spMkLst>
            <pc:docMk/>
            <pc:sldMk cId="0" sldId="533"/>
            <ac:spMk id="20482" creationId="{00000000-0000-0000-0000-000000000000}"/>
          </ac:spMkLst>
        </pc:spChg>
        <pc:spChg chg="mod">
          <ac:chgData name="Manuel Díaz Rodríguez" userId="ad3297c4-a1d0-4ef3-804a-cf14fe12b873" providerId="ADAL" clId="{0AA02DBF-EF45-CC42-BAC4-2F4DBB555AED}" dt="2024-09-22T09:32:08.984" v="2"/>
          <ac:spMkLst>
            <pc:docMk/>
            <pc:sldMk cId="0" sldId="533"/>
            <ac:spMk id="20483" creationId="{00000000-0000-0000-0000-000000000000}"/>
          </ac:spMkLst>
        </pc:spChg>
        <pc:spChg chg="mod">
          <ac:chgData name="Manuel Díaz Rodríguez" userId="ad3297c4-a1d0-4ef3-804a-cf14fe12b873" providerId="ADAL" clId="{0AA02DBF-EF45-CC42-BAC4-2F4DBB555AED}" dt="2024-09-22T09:32:08.984" v="2"/>
          <ac:spMkLst>
            <pc:docMk/>
            <pc:sldMk cId="0" sldId="533"/>
            <ac:spMk id="20485" creationId="{00000000-0000-0000-0000-000000000000}"/>
          </ac:spMkLst>
        </pc:spChg>
        <pc:spChg chg="mod">
          <ac:chgData name="Manuel Díaz Rodríguez" userId="ad3297c4-a1d0-4ef3-804a-cf14fe12b873" providerId="ADAL" clId="{0AA02DBF-EF45-CC42-BAC4-2F4DBB555AED}" dt="2024-09-22T09:32:08.984" v="2"/>
          <ac:spMkLst>
            <pc:docMk/>
            <pc:sldMk cId="0" sldId="533"/>
            <ac:spMk id="20486" creationId="{00000000-0000-0000-0000-000000000000}"/>
          </ac:spMkLst>
        </pc:spChg>
        <pc:spChg chg="mod">
          <ac:chgData name="Manuel Díaz Rodríguez" userId="ad3297c4-a1d0-4ef3-804a-cf14fe12b873" providerId="ADAL" clId="{0AA02DBF-EF45-CC42-BAC4-2F4DBB555AED}" dt="2024-09-22T09:32:08.984" v="2"/>
          <ac:spMkLst>
            <pc:docMk/>
            <pc:sldMk cId="0" sldId="533"/>
            <ac:spMk id="20487" creationId="{00000000-0000-0000-0000-000000000000}"/>
          </ac:spMkLst>
        </pc:spChg>
        <pc:spChg chg="mod">
          <ac:chgData name="Manuel Díaz Rodríguez" userId="ad3297c4-a1d0-4ef3-804a-cf14fe12b873" providerId="ADAL" clId="{0AA02DBF-EF45-CC42-BAC4-2F4DBB555AED}" dt="2024-09-22T09:32:08.984" v="2"/>
          <ac:spMkLst>
            <pc:docMk/>
            <pc:sldMk cId="0" sldId="533"/>
            <ac:spMk id="20488" creationId="{00000000-0000-0000-0000-000000000000}"/>
          </ac:spMkLst>
        </pc:spChg>
        <pc:spChg chg="mod">
          <ac:chgData name="Manuel Díaz Rodríguez" userId="ad3297c4-a1d0-4ef3-804a-cf14fe12b873" providerId="ADAL" clId="{0AA02DBF-EF45-CC42-BAC4-2F4DBB555AED}" dt="2024-09-22T09:32:08.984" v="2"/>
          <ac:spMkLst>
            <pc:docMk/>
            <pc:sldMk cId="0" sldId="533"/>
            <ac:spMk id="20489" creationId="{00000000-0000-0000-0000-000000000000}"/>
          </ac:spMkLst>
        </pc:spChg>
        <pc:grpChg chg="mod">
          <ac:chgData name="Manuel Díaz Rodríguez" userId="ad3297c4-a1d0-4ef3-804a-cf14fe12b873" providerId="ADAL" clId="{0AA02DBF-EF45-CC42-BAC4-2F4DBB555AED}" dt="2024-09-22T09:32:08.984" v="2"/>
          <ac:grpSpMkLst>
            <pc:docMk/>
            <pc:sldMk cId="0" sldId="533"/>
            <ac:grpSpMk id="2" creationId="{00000000-0000-0000-0000-000000000000}"/>
          </ac:grpSpMkLst>
        </pc:grpChg>
      </pc:sldChg>
      <pc:sldChg chg="modSp mod">
        <pc:chgData name="Manuel Díaz Rodríguez" userId="ad3297c4-a1d0-4ef3-804a-cf14fe12b873" providerId="ADAL" clId="{0AA02DBF-EF45-CC42-BAC4-2F4DBB555AED}" dt="2024-09-22T09:35:55.233" v="105"/>
        <pc:sldMkLst>
          <pc:docMk/>
          <pc:sldMk cId="100826388" sldId="535"/>
        </pc:sldMkLst>
        <pc:spChg chg="mod">
          <ac:chgData name="Manuel Díaz Rodríguez" userId="ad3297c4-a1d0-4ef3-804a-cf14fe12b873" providerId="ADAL" clId="{0AA02DBF-EF45-CC42-BAC4-2F4DBB555AED}" dt="2024-09-22T09:35:55.233" v="105"/>
          <ac:spMkLst>
            <pc:docMk/>
            <pc:sldMk cId="100826388" sldId="535"/>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35"/>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35"/>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535"/>
            <ac:spMk id="5" creationId="{A8C187BB-6899-C341-AEE2-F7A99AE07E54}"/>
          </ac:spMkLst>
        </pc:spChg>
        <pc:picChg chg="mod">
          <ac:chgData name="Manuel Díaz Rodríguez" userId="ad3297c4-a1d0-4ef3-804a-cf14fe12b873" providerId="ADAL" clId="{0AA02DBF-EF45-CC42-BAC4-2F4DBB555AED}" dt="2024-09-22T09:32:08.984" v="2"/>
          <ac:picMkLst>
            <pc:docMk/>
            <pc:sldMk cId="100826388" sldId="535"/>
            <ac:picMk id="6" creationId="{1A0B2A67-F201-304B-B6EA-DE876B8A5C19}"/>
          </ac:picMkLst>
        </pc:picChg>
      </pc:sldChg>
      <pc:sldChg chg="modSp mod">
        <pc:chgData name="Manuel Díaz Rodríguez" userId="ad3297c4-a1d0-4ef3-804a-cf14fe12b873" providerId="ADAL" clId="{0AA02DBF-EF45-CC42-BAC4-2F4DBB555AED}" dt="2024-09-22T09:35:55.233" v="105"/>
        <pc:sldMkLst>
          <pc:docMk/>
          <pc:sldMk cId="100826388" sldId="536"/>
        </pc:sldMkLst>
        <pc:spChg chg="mod">
          <ac:chgData name="Manuel Díaz Rodríguez" userId="ad3297c4-a1d0-4ef3-804a-cf14fe12b873" providerId="ADAL" clId="{0AA02DBF-EF45-CC42-BAC4-2F4DBB555AED}" dt="2024-09-22T09:35:55.233" v="105"/>
          <ac:spMkLst>
            <pc:docMk/>
            <pc:sldMk cId="100826388" sldId="536"/>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36"/>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36"/>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37"/>
        </pc:sldMkLst>
        <pc:spChg chg="mod">
          <ac:chgData name="Manuel Díaz Rodríguez" userId="ad3297c4-a1d0-4ef3-804a-cf14fe12b873" providerId="ADAL" clId="{0AA02DBF-EF45-CC42-BAC4-2F4DBB555AED}" dt="2024-09-22T09:35:55.233" v="105"/>
          <ac:spMkLst>
            <pc:docMk/>
            <pc:sldMk cId="100826388" sldId="537"/>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37"/>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37"/>
            <ac:picMk id="25602"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38"/>
        </pc:sldMkLst>
        <pc:spChg chg="mod">
          <ac:chgData name="Manuel Díaz Rodríguez" userId="ad3297c4-a1d0-4ef3-804a-cf14fe12b873" providerId="ADAL" clId="{0AA02DBF-EF45-CC42-BAC4-2F4DBB555AED}" dt="2024-09-22T09:35:55.233" v="105"/>
          <ac:spMkLst>
            <pc:docMk/>
            <pc:sldMk cId="100826388" sldId="538"/>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38"/>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38"/>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38"/>
            <ac:picMk id="26627"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40"/>
        </pc:sldMkLst>
        <pc:spChg chg="mod">
          <ac:chgData name="Manuel Díaz Rodríguez" userId="ad3297c4-a1d0-4ef3-804a-cf14fe12b873" providerId="ADAL" clId="{0AA02DBF-EF45-CC42-BAC4-2F4DBB555AED}" dt="2024-09-22T09:32:08.984" v="2"/>
          <ac:spMkLst>
            <pc:docMk/>
            <pc:sldMk cId="100826388" sldId="540"/>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40"/>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540"/>
            <ac:spMk id="5" creationId="{F85FEE59-A2DB-414F-8BDF-F6D7BEEDE722}"/>
          </ac:spMkLst>
        </pc:spChg>
        <pc:picChg chg="mod">
          <ac:chgData name="Manuel Díaz Rodríguez" userId="ad3297c4-a1d0-4ef3-804a-cf14fe12b873" providerId="ADAL" clId="{0AA02DBF-EF45-CC42-BAC4-2F4DBB555AED}" dt="2024-09-22T09:32:08.984" v="2"/>
          <ac:picMkLst>
            <pc:docMk/>
            <pc:sldMk cId="100826388" sldId="540"/>
            <ac:picMk id="27650"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41"/>
        </pc:sldMkLst>
        <pc:spChg chg="mod">
          <ac:chgData name="Manuel Díaz Rodríguez" userId="ad3297c4-a1d0-4ef3-804a-cf14fe12b873" providerId="ADAL" clId="{0AA02DBF-EF45-CC42-BAC4-2F4DBB555AED}" dt="2024-09-22T09:35:55.233" v="105"/>
          <ac:spMkLst>
            <pc:docMk/>
            <pc:sldMk cId="100826388" sldId="541"/>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41"/>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41"/>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41"/>
            <ac:picMk id="28675"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42"/>
        </pc:sldMkLst>
        <pc:spChg chg="mod">
          <ac:chgData name="Manuel Díaz Rodríguez" userId="ad3297c4-a1d0-4ef3-804a-cf14fe12b873" providerId="ADAL" clId="{0AA02DBF-EF45-CC42-BAC4-2F4DBB555AED}" dt="2024-09-22T09:35:55.233" v="105"/>
          <ac:spMkLst>
            <pc:docMk/>
            <pc:sldMk cId="100826388" sldId="542"/>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42"/>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42"/>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43"/>
        </pc:sldMkLst>
        <pc:spChg chg="mod">
          <ac:chgData name="Manuel Díaz Rodríguez" userId="ad3297c4-a1d0-4ef3-804a-cf14fe12b873" providerId="ADAL" clId="{0AA02DBF-EF45-CC42-BAC4-2F4DBB555AED}" dt="2024-09-22T09:35:55.233" v="105"/>
          <ac:spMkLst>
            <pc:docMk/>
            <pc:sldMk cId="100826388" sldId="543"/>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43"/>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43"/>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43"/>
            <ac:picMk id="29699"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44"/>
        </pc:sldMkLst>
        <pc:spChg chg="mod">
          <ac:chgData name="Manuel Díaz Rodríguez" userId="ad3297c4-a1d0-4ef3-804a-cf14fe12b873" providerId="ADAL" clId="{0AA02DBF-EF45-CC42-BAC4-2F4DBB555AED}" dt="2024-09-22T09:35:55.233" v="105"/>
          <ac:spMkLst>
            <pc:docMk/>
            <pc:sldMk cId="100826388" sldId="544"/>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44"/>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44"/>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44"/>
            <ac:picMk id="30722" creationId="{00000000-0000-0000-0000-000000000000}"/>
          </ac:picMkLst>
        </pc:picChg>
        <pc:picChg chg="mod">
          <ac:chgData name="Manuel Díaz Rodríguez" userId="ad3297c4-a1d0-4ef3-804a-cf14fe12b873" providerId="ADAL" clId="{0AA02DBF-EF45-CC42-BAC4-2F4DBB555AED}" dt="2024-09-22T09:32:08.984" v="2"/>
          <ac:picMkLst>
            <pc:docMk/>
            <pc:sldMk cId="100826388" sldId="544"/>
            <ac:picMk id="30723"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46"/>
        </pc:sldMkLst>
        <pc:spChg chg="mod">
          <ac:chgData name="Manuel Díaz Rodríguez" userId="ad3297c4-a1d0-4ef3-804a-cf14fe12b873" providerId="ADAL" clId="{0AA02DBF-EF45-CC42-BAC4-2F4DBB555AED}" dt="2024-09-22T09:35:55.233" v="105"/>
          <ac:spMkLst>
            <pc:docMk/>
            <pc:sldMk cId="100826388" sldId="546"/>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46"/>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46"/>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46"/>
            <ac:picMk id="8" creationId="{00000000-0000-0000-0000-000000000000}"/>
          </ac:picMkLst>
        </pc:picChg>
        <pc:picChg chg="mod">
          <ac:chgData name="Manuel Díaz Rodríguez" userId="ad3297c4-a1d0-4ef3-804a-cf14fe12b873" providerId="ADAL" clId="{0AA02DBF-EF45-CC42-BAC4-2F4DBB555AED}" dt="2024-09-22T09:32:08.984" v="2"/>
          <ac:picMkLst>
            <pc:docMk/>
            <pc:sldMk cId="100826388" sldId="546"/>
            <ac:picMk id="11" creationId="{00000000-0000-0000-0000-000000000000}"/>
          </ac:picMkLst>
        </pc:picChg>
        <pc:picChg chg="mod">
          <ac:chgData name="Manuel Díaz Rodríguez" userId="ad3297c4-a1d0-4ef3-804a-cf14fe12b873" providerId="ADAL" clId="{0AA02DBF-EF45-CC42-BAC4-2F4DBB555AED}" dt="2024-09-22T09:32:08.984" v="2"/>
          <ac:picMkLst>
            <pc:docMk/>
            <pc:sldMk cId="100826388" sldId="546"/>
            <ac:picMk id="30724" creationId="{00000000-0000-0000-0000-000000000000}"/>
          </ac:picMkLst>
        </pc:picChg>
        <pc:picChg chg="mod">
          <ac:chgData name="Manuel Díaz Rodríguez" userId="ad3297c4-a1d0-4ef3-804a-cf14fe12b873" providerId="ADAL" clId="{0AA02DBF-EF45-CC42-BAC4-2F4DBB555AED}" dt="2024-09-22T09:32:08.984" v="2"/>
          <ac:picMkLst>
            <pc:docMk/>
            <pc:sldMk cId="100826388" sldId="546"/>
            <ac:picMk id="31747" creationId="{00000000-0000-0000-0000-000000000000}"/>
          </ac:picMkLst>
        </pc:picChg>
        <pc:picChg chg="mod">
          <ac:chgData name="Manuel Díaz Rodríguez" userId="ad3297c4-a1d0-4ef3-804a-cf14fe12b873" providerId="ADAL" clId="{0AA02DBF-EF45-CC42-BAC4-2F4DBB555AED}" dt="2024-09-22T09:32:08.984" v="2"/>
          <ac:picMkLst>
            <pc:docMk/>
            <pc:sldMk cId="100826388" sldId="546"/>
            <ac:picMk id="31748"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47"/>
        </pc:sldMkLst>
        <pc:spChg chg="mod">
          <ac:chgData name="Manuel Díaz Rodríguez" userId="ad3297c4-a1d0-4ef3-804a-cf14fe12b873" providerId="ADAL" clId="{0AA02DBF-EF45-CC42-BAC4-2F4DBB555AED}" dt="2024-09-22T09:35:55.233" v="105"/>
          <ac:spMkLst>
            <pc:docMk/>
            <pc:sldMk cId="100826388" sldId="547"/>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47"/>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47"/>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47"/>
            <ac:picMk id="32770" creationId="{00000000-0000-0000-0000-000000000000}"/>
          </ac:picMkLst>
        </pc:picChg>
        <pc:picChg chg="mod">
          <ac:chgData name="Manuel Díaz Rodríguez" userId="ad3297c4-a1d0-4ef3-804a-cf14fe12b873" providerId="ADAL" clId="{0AA02DBF-EF45-CC42-BAC4-2F4DBB555AED}" dt="2024-09-22T09:32:08.984" v="2"/>
          <ac:picMkLst>
            <pc:docMk/>
            <pc:sldMk cId="100826388" sldId="547"/>
            <ac:picMk id="32771" creationId="{00000000-0000-0000-0000-000000000000}"/>
          </ac:picMkLst>
        </pc:picChg>
        <pc:picChg chg="mod">
          <ac:chgData name="Manuel Díaz Rodríguez" userId="ad3297c4-a1d0-4ef3-804a-cf14fe12b873" providerId="ADAL" clId="{0AA02DBF-EF45-CC42-BAC4-2F4DBB555AED}" dt="2024-09-22T09:32:08.984" v="2"/>
          <ac:picMkLst>
            <pc:docMk/>
            <pc:sldMk cId="100826388" sldId="547"/>
            <ac:picMk id="32773" creationId="{00000000-0000-0000-0000-000000000000}"/>
          </ac:picMkLst>
        </pc:picChg>
      </pc:sldChg>
      <pc:sldChg chg="modSp mod">
        <pc:chgData name="Manuel Díaz Rodríguez" userId="ad3297c4-a1d0-4ef3-804a-cf14fe12b873" providerId="ADAL" clId="{0AA02DBF-EF45-CC42-BAC4-2F4DBB555AED}" dt="2024-09-22T09:35:55.233" v="105"/>
        <pc:sldMkLst>
          <pc:docMk/>
          <pc:sldMk cId="100826388" sldId="548"/>
        </pc:sldMkLst>
        <pc:spChg chg="mod">
          <ac:chgData name="Manuel Díaz Rodríguez" userId="ad3297c4-a1d0-4ef3-804a-cf14fe12b873" providerId="ADAL" clId="{0AA02DBF-EF45-CC42-BAC4-2F4DBB555AED}" dt="2024-09-22T09:35:55.233" v="105"/>
          <ac:spMkLst>
            <pc:docMk/>
            <pc:sldMk cId="100826388" sldId="548"/>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48"/>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48"/>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48"/>
            <ac:picMk id="33795"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49"/>
        </pc:sldMkLst>
        <pc:spChg chg="mod">
          <ac:chgData name="Manuel Díaz Rodríguez" userId="ad3297c4-a1d0-4ef3-804a-cf14fe12b873" providerId="ADAL" clId="{0AA02DBF-EF45-CC42-BAC4-2F4DBB555AED}" dt="2024-09-22T09:35:55.233" v="105"/>
          <ac:spMkLst>
            <pc:docMk/>
            <pc:sldMk cId="100826388" sldId="549"/>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49"/>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49"/>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49"/>
            <ac:picMk id="34818" creationId="{00000000-0000-0000-0000-000000000000}"/>
          </ac:picMkLst>
        </pc:picChg>
        <pc:picChg chg="mod">
          <ac:chgData name="Manuel Díaz Rodríguez" userId="ad3297c4-a1d0-4ef3-804a-cf14fe12b873" providerId="ADAL" clId="{0AA02DBF-EF45-CC42-BAC4-2F4DBB555AED}" dt="2024-09-22T09:32:08.984" v="2"/>
          <ac:picMkLst>
            <pc:docMk/>
            <pc:sldMk cId="100826388" sldId="549"/>
            <ac:picMk id="34819"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50"/>
        </pc:sldMkLst>
        <pc:spChg chg="mod">
          <ac:chgData name="Manuel Díaz Rodríguez" userId="ad3297c4-a1d0-4ef3-804a-cf14fe12b873" providerId="ADAL" clId="{0AA02DBF-EF45-CC42-BAC4-2F4DBB555AED}" dt="2024-09-22T09:35:55.233" v="105"/>
          <ac:spMkLst>
            <pc:docMk/>
            <pc:sldMk cId="100826388" sldId="550"/>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50"/>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50"/>
            <ac:picMk id="35842"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51"/>
        </pc:sldMkLst>
        <pc:spChg chg="mod">
          <ac:chgData name="Manuel Díaz Rodríguez" userId="ad3297c4-a1d0-4ef3-804a-cf14fe12b873" providerId="ADAL" clId="{0AA02DBF-EF45-CC42-BAC4-2F4DBB555AED}" dt="2024-09-22T09:35:55.233" v="105"/>
          <ac:spMkLst>
            <pc:docMk/>
            <pc:sldMk cId="100826388" sldId="551"/>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51"/>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51"/>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51"/>
            <ac:picMk id="36867" creationId="{00000000-0000-0000-0000-000000000000}"/>
          </ac:picMkLst>
        </pc:picChg>
      </pc:sldChg>
      <pc:sldChg chg="modSp mod">
        <pc:chgData name="Manuel Díaz Rodríguez" userId="ad3297c4-a1d0-4ef3-804a-cf14fe12b873" providerId="ADAL" clId="{0AA02DBF-EF45-CC42-BAC4-2F4DBB555AED}" dt="2024-09-22T09:35:55.233" v="105"/>
        <pc:sldMkLst>
          <pc:docMk/>
          <pc:sldMk cId="100826388" sldId="552"/>
        </pc:sldMkLst>
        <pc:spChg chg="mod">
          <ac:chgData name="Manuel Díaz Rodríguez" userId="ad3297c4-a1d0-4ef3-804a-cf14fe12b873" providerId="ADAL" clId="{0AA02DBF-EF45-CC42-BAC4-2F4DBB555AED}" dt="2024-09-22T09:35:55.233" v="105"/>
          <ac:spMkLst>
            <pc:docMk/>
            <pc:sldMk cId="100826388" sldId="552"/>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52"/>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52"/>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0" sldId="553"/>
        </pc:sldMkLst>
        <pc:spChg chg="mod">
          <ac:chgData name="Manuel Díaz Rodríguez" userId="ad3297c4-a1d0-4ef3-804a-cf14fe12b873" providerId="ADAL" clId="{0AA02DBF-EF45-CC42-BAC4-2F4DBB555AED}" dt="2024-09-22T09:35:55.233" v="105"/>
          <ac:spMkLst>
            <pc:docMk/>
            <pc:sldMk cId="0" sldId="553"/>
            <ac:spMk id="2" creationId="{00000000-0000-0000-0000-000000000000}"/>
          </ac:spMkLst>
        </pc:spChg>
        <pc:spChg chg="mod">
          <ac:chgData name="Manuel Díaz Rodríguez" userId="ad3297c4-a1d0-4ef3-804a-cf14fe12b873" providerId="ADAL" clId="{0AA02DBF-EF45-CC42-BAC4-2F4DBB555AED}" dt="2024-09-22T09:35:55.233" v="105"/>
          <ac:spMkLst>
            <pc:docMk/>
            <pc:sldMk cId="0" sldId="553"/>
            <ac:spMk id="3" creationId="{00000000-0000-0000-0000-000000000000}"/>
          </ac:spMkLst>
        </pc:spChg>
        <pc:spChg chg="mod">
          <ac:chgData name="Manuel Díaz Rodríguez" userId="ad3297c4-a1d0-4ef3-804a-cf14fe12b873" providerId="ADAL" clId="{0AA02DBF-EF45-CC42-BAC4-2F4DBB555AED}" dt="2024-09-22T09:35:55.233" v="105"/>
          <ac:spMkLst>
            <pc:docMk/>
            <pc:sldMk cId="0" sldId="553"/>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54"/>
        </pc:sldMkLst>
        <pc:spChg chg="mod">
          <ac:chgData name="Manuel Díaz Rodríguez" userId="ad3297c4-a1d0-4ef3-804a-cf14fe12b873" providerId="ADAL" clId="{0AA02DBF-EF45-CC42-BAC4-2F4DBB555AED}" dt="2024-09-22T09:35:55.233" v="105"/>
          <ac:spMkLst>
            <pc:docMk/>
            <pc:sldMk cId="100826388" sldId="554"/>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54"/>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54"/>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55"/>
        </pc:sldMkLst>
        <pc:spChg chg="mod">
          <ac:chgData name="Manuel Díaz Rodríguez" userId="ad3297c4-a1d0-4ef3-804a-cf14fe12b873" providerId="ADAL" clId="{0AA02DBF-EF45-CC42-BAC4-2F4DBB555AED}" dt="2024-09-22T09:35:55.233" v="105"/>
          <ac:spMkLst>
            <pc:docMk/>
            <pc:sldMk cId="100826388" sldId="555"/>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55"/>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55"/>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56"/>
        </pc:sldMkLst>
        <pc:spChg chg="mod">
          <ac:chgData name="Manuel Díaz Rodríguez" userId="ad3297c4-a1d0-4ef3-804a-cf14fe12b873" providerId="ADAL" clId="{0AA02DBF-EF45-CC42-BAC4-2F4DBB555AED}" dt="2024-09-22T09:35:55.233" v="105"/>
          <ac:spMkLst>
            <pc:docMk/>
            <pc:sldMk cId="100826388" sldId="556"/>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56"/>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56"/>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56"/>
            <ac:picMk id="1026"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57"/>
        </pc:sldMkLst>
        <pc:spChg chg="mod">
          <ac:chgData name="Manuel Díaz Rodríguez" userId="ad3297c4-a1d0-4ef3-804a-cf14fe12b873" providerId="ADAL" clId="{0AA02DBF-EF45-CC42-BAC4-2F4DBB555AED}" dt="2024-09-22T09:35:55.233" v="105"/>
          <ac:spMkLst>
            <pc:docMk/>
            <pc:sldMk cId="100826388" sldId="557"/>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57"/>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57"/>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58"/>
        </pc:sldMkLst>
        <pc:spChg chg="mod">
          <ac:chgData name="Manuel Díaz Rodríguez" userId="ad3297c4-a1d0-4ef3-804a-cf14fe12b873" providerId="ADAL" clId="{0AA02DBF-EF45-CC42-BAC4-2F4DBB555AED}" dt="2024-09-22T09:35:55.233" v="105"/>
          <ac:spMkLst>
            <pc:docMk/>
            <pc:sldMk cId="100826388" sldId="558"/>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58"/>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58"/>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59"/>
        </pc:sldMkLst>
        <pc:spChg chg="mod">
          <ac:chgData name="Manuel Díaz Rodríguez" userId="ad3297c4-a1d0-4ef3-804a-cf14fe12b873" providerId="ADAL" clId="{0AA02DBF-EF45-CC42-BAC4-2F4DBB555AED}" dt="2024-09-22T09:35:55.233" v="105"/>
          <ac:spMkLst>
            <pc:docMk/>
            <pc:sldMk cId="100826388" sldId="559"/>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59"/>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59"/>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59"/>
            <ac:picMk id="2051"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60"/>
        </pc:sldMkLst>
        <pc:spChg chg="mod">
          <ac:chgData name="Manuel Díaz Rodríguez" userId="ad3297c4-a1d0-4ef3-804a-cf14fe12b873" providerId="ADAL" clId="{0AA02DBF-EF45-CC42-BAC4-2F4DBB555AED}" dt="2024-09-22T09:35:55.233" v="105"/>
          <ac:spMkLst>
            <pc:docMk/>
            <pc:sldMk cId="100826388" sldId="560"/>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60"/>
            <ac:spMk id="3" creationId="{00000000-0000-0000-0000-000000000000}"/>
          </ac:spMkLst>
        </pc:spChg>
        <pc:spChg chg="mod">
          <ac:chgData name="Manuel Díaz Rodríguez" userId="ad3297c4-a1d0-4ef3-804a-cf14fe12b873" providerId="ADAL" clId="{0AA02DBF-EF45-CC42-BAC4-2F4DBB555AED}" dt="2024-09-22T09:35:55.233" v="105"/>
          <ac:spMkLst>
            <pc:docMk/>
            <pc:sldMk cId="100826388" sldId="560"/>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61"/>
        </pc:sldMkLst>
        <pc:spChg chg="mod">
          <ac:chgData name="Manuel Díaz Rodríguez" userId="ad3297c4-a1d0-4ef3-804a-cf14fe12b873" providerId="ADAL" clId="{0AA02DBF-EF45-CC42-BAC4-2F4DBB555AED}" dt="2024-09-22T09:35:55.233" v="105"/>
          <ac:spMkLst>
            <pc:docMk/>
            <pc:sldMk cId="100826388" sldId="561"/>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61"/>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61"/>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61"/>
            <ac:picMk id="3075"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62"/>
        </pc:sldMkLst>
        <pc:spChg chg="mod">
          <ac:chgData name="Manuel Díaz Rodríguez" userId="ad3297c4-a1d0-4ef3-804a-cf14fe12b873" providerId="ADAL" clId="{0AA02DBF-EF45-CC42-BAC4-2F4DBB555AED}" dt="2024-09-22T09:35:55.233" v="105"/>
          <ac:spMkLst>
            <pc:docMk/>
            <pc:sldMk cId="100826388" sldId="562"/>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62"/>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62"/>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62"/>
            <ac:picMk id="4098"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63"/>
        </pc:sldMkLst>
        <pc:spChg chg="mod">
          <ac:chgData name="Manuel Díaz Rodríguez" userId="ad3297c4-a1d0-4ef3-804a-cf14fe12b873" providerId="ADAL" clId="{0AA02DBF-EF45-CC42-BAC4-2F4DBB555AED}" dt="2024-09-22T09:35:55.233" v="105"/>
          <ac:spMkLst>
            <pc:docMk/>
            <pc:sldMk cId="100826388" sldId="563"/>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63"/>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63"/>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63"/>
            <ac:picMk id="5122"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64"/>
        </pc:sldMkLst>
        <pc:spChg chg="mod">
          <ac:chgData name="Manuel Díaz Rodríguez" userId="ad3297c4-a1d0-4ef3-804a-cf14fe12b873" providerId="ADAL" clId="{0AA02DBF-EF45-CC42-BAC4-2F4DBB555AED}" dt="2024-09-22T09:35:55.233" v="105"/>
          <ac:spMkLst>
            <pc:docMk/>
            <pc:sldMk cId="100826388" sldId="564"/>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64"/>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64"/>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0" sldId="565"/>
        </pc:sldMkLst>
        <pc:spChg chg="mod">
          <ac:chgData name="Manuel Díaz Rodríguez" userId="ad3297c4-a1d0-4ef3-804a-cf14fe12b873" providerId="ADAL" clId="{0AA02DBF-EF45-CC42-BAC4-2F4DBB555AED}" dt="2024-09-22T09:35:55.233" v="105"/>
          <ac:spMkLst>
            <pc:docMk/>
            <pc:sldMk cId="0" sldId="565"/>
            <ac:spMk id="2" creationId="{00000000-0000-0000-0000-000000000000}"/>
          </ac:spMkLst>
        </pc:spChg>
        <pc:spChg chg="mod">
          <ac:chgData name="Manuel Díaz Rodríguez" userId="ad3297c4-a1d0-4ef3-804a-cf14fe12b873" providerId="ADAL" clId="{0AA02DBF-EF45-CC42-BAC4-2F4DBB555AED}" dt="2024-09-22T09:35:55.233" v="105"/>
          <ac:spMkLst>
            <pc:docMk/>
            <pc:sldMk cId="0" sldId="565"/>
            <ac:spMk id="3" creationId="{00000000-0000-0000-0000-000000000000}"/>
          </ac:spMkLst>
        </pc:spChg>
        <pc:spChg chg="mod">
          <ac:chgData name="Manuel Díaz Rodríguez" userId="ad3297c4-a1d0-4ef3-804a-cf14fe12b873" providerId="ADAL" clId="{0AA02DBF-EF45-CC42-BAC4-2F4DBB555AED}" dt="2024-09-22T09:35:55.233" v="105"/>
          <ac:spMkLst>
            <pc:docMk/>
            <pc:sldMk cId="0" sldId="565"/>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66"/>
        </pc:sldMkLst>
        <pc:spChg chg="mod">
          <ac:chgData name="Manuel Díaz Rodríguez" userId="ad3297c4-a1d0-4ef3-804a-cf14fe12b873" providerId="ADAL" clId="{0AA02DBF-EF45-CC42-BAC4-2F4DBB555AED}" dt="2024-09-22T09:35:55.233" v="105"/>
          <ac:spMkLst>
            <pc:docMk/>
            <pc:sldMk cId="100826388" sldId="566"/>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66"/>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66"/>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67"/>
        </pc:sldMkLst>
        <pc:spChg chg="mod">
          <ac:chgData name="Manuel Díaz Rodríguez" userId="ad3297c4-a1d0-4ef3-804a-cf14fe12b873" providerId="ADAL" clId="{0AA02DBF-EF45-CC42-BAC4-2F4DBB555AED}" dt="2024-09-22T09:35:55.233" v="105"/>
          <ac:spMkLst>
            <pc:docMk/>
            <pc:sldMk cId="100826388" sldId="567"/>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67"/>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67"/>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68"/>
        </pc:sldMkLst>
        <pc:spChg chg="mod">
          <ac:chgData name="Manuel Díaz Rodríguez" userId="ad3297c4-a1d0-4ef3-804a-cf14fe12b873" providerId="ADAL" clId="{0AA02DBF-EF45-CC42-BAC4-2F4DBB555AED}" dt="2024-09-22T09:35:55.233" v="105"/>
          <ac:spMkLst>
            <pc:docMk/>
            <pc:sldMk cId="100826388" sldId="568"/>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68"/>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68"/>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69"/>
        </pc:sldMkLst>
        <pc:spChg chg="mod">
          <ac:chgData name="Manuel Díaz Rodríguez" userId="ad3297c4-a1d0-4ef3-804a-cf14fe12b873" providerId="ADAL" clId="{0AA02DBF-EF45-CC42-BAC4-2F4DBB555AED}" dt="2024-09-22T09:35:55.233" v="105"/>
          <ac:spMkLst>
            <pc:docMk/>
            <pc:sldMk cId="100826388" sldId="569"/>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69"/>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69"/>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70"/>
        </pc:sldMkLst>
        <pc:spChg chg="mod">
          <ac:chgData name="Manuel Díaz Rodríguez" userId="ad3297c4-a1d0-4ef3-804a-cf14fe12b873" providerId="ADAL" clId="{0AA02DBF-EF45-CC42-BAC4-2F4DBB555AED}" dt="2024-09-22T09:35:55.233" v="105"/>
          <ac:spMkLst>
            <pc:docMk/>
            <pc:sldMk cId="100826388" sldId="570"/>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70"/>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0"/>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71"/>
        </pc:sldMkLst>
        <pc:spChg chg="mod">
          <ac:chgData name="Manuel Díaz Rodríguez" userId="ad3297c4-a1d0-4ef3-804a-cf14fe12b873" providerId="ADAL" clId="{0AA02DBF-EF45-CC42-BAC4-2F4DBB555AED}" dt="2024-09-22T09:35:55.233" v="105"/>
          <ac:spMkLst>
            <pc:docMk/>
            <pc:sldMk cId="100826388" sldId="571"/>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71"/>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1"/>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571"/>
            <ac:spMk id="5"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72"/>
        </pc:sldMkLst>
        <pc:spChg chg="mod">
          <ac:chgData name="Manuel Díaz Rodríguez" userId="ad3297c4-a1d0-4ef3-804a-cf14fe12b873" providerId="ADAL" clId="{0AA02DBF-EF45-CC42-BAC4-2F4DBB555AED}" dt="2024-09-22T09:35:55.233" v="105"/>
          <ac:spMkLst>
            <pc:docMk/>
            <pc:sldMk cId="100826388" sldId="572"/>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72"/>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2"/>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572"/>
            <ac:spMk id="6"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73"/>
        </pc:sldMkLst>
        <pc:spChg chg="mod">
          <ac:chgData name="Manuel Díaz Rodríguez" userId="ad3297c4-a1d0-4ef3-804a-cf14fe12b873" providerId="ADAL" clId="{0AA02DBF-EF45-CC42-BAC4-2F4DBB555AED}" dt="2024-09-22T09:35:55.233" v="105"/>
          <ac:spMkLst>
            <pc:docMk/>
            <pc:sldMk cId="100826388" sldId="573"/>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73"/>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3"/>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74"/>
        </pc:sldMkLst>
        <pc:spChg chg="mod">
          <ac:chgData name="Manuel Díaz Rodríguez" userId="ad3297c4-a1d0-4ef3-804a-cf14fe12b873" providerId="ADAL" clId="{0AA02DBF-EF45-CC42-BAC4-2F4DBB555AED}" dt="2024-09-22T09:35:55.233" v="105"/>
          <ac:spMkLst>
            <pc:docMk/>
            <pc:sldMk cId="100826388" sldId="574"/>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574"/>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4"/>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574"/>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75"/>
        </pc:sldMkLst>
        <pc:spChg chg="mod">
          <ac:chgData name="Manuel Díaz Rodríguez" userId="ad3297c4-a1d0-4ef3-804a-cf14fe12b873" providerId="ADAL" clId="{0AA02DBF-EF45-CC42-BAC4-2F4DBB555AED}" dt="2024-09-22T09:35:55.233" v="105"/>
          <ac:spMkLst>
            <pc:docMk/>
            <pc:sldMk cId="100826388" sldId="575"/>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75"/>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5"/>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76"/>
        </pc:sldMkLst>
        <pc:spChg chg="mod">
          <ac:chgData name="Manuel Díaz Rodríguez" userId="ad3297c4-a1d0-4ef3-804a-cf14fe12b873" providerId="ADAL" clId="{0AA02DBF-EF45-CC42-BAC4-2F4DBB555AED}" dt="2024-09-22T09:35:55.233" v="105"/>
          <ac:spMkLst>
            <pc:docMk/>
            <pc:sldMk cId="100826388" sldId="576"/>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76"/>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6"/>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77"/>
        </pc:sldMkLst>
        <pc:spChg chg="mod">
          <ac:chgData name="Manuel Díaz Rodríguez" userId="ad3297c4-a1d0-4ef3-804a-cf14fe12b873" providerId="ADAL" clId="{0AA02DBF-EF45-CC42-BAC4-2F4DBB555AED}" dt="2024-09-22T09:35:55.233" v="105"/>
          <ac:spMkLst>
            <pc:docMk/>
            <pc:sldMk cId="100826388" sldId="577"/>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77"/>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7"/>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78"/>
        </pc:sldMkLst>
        <pc:spChg chg="mod">
          <ac:chgData name="Manuel Díaz Rodríguez" userId="ad3297c4-a1d0-4ef3-804a-cf14fe12b873" providerId="ADAL" clId="{0AA02DBF-EF45-CC42-BAC4-2F4DBB555AED}" dt="2024-09-22T09:35:55.233" v="105"/>
          <ac:spMkLst>
            <pc:docMk/>
            <pc:sldMk cId="100826388" sldId="578"/>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78"/>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8"/>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78"/>
            <ac:picMk id="6151" creationId="{00000000-0000-0000-0000-000000000000}"/>
          </ac:picMkLst>
        </pc:picChg>
        <pc:picChg chg="mod">
          <ac:chgData name="Manuel Díaz Rodríguez" userId="ad3297c4-a1d0-4ef3-804a-cf14fe12b873" providerId="ADAL" clId="{0AA02DBF-EF45-CC42-BAC4-2F4DBB555AED}" dt="2024-09-22T09:32:08.984" v="2"/>
          <ac:picMkLst>
            <pc:docMk/>
            <pc:sldMk cId="100826388" sldId="578"/>
            <ac:picMk id="6153"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79"/>
        </pc:sldMkLst>
        <pc:spChg chg="mod">
          <ac:chgData name="Manuel Díaz Rodríguez" userId="ad3297c4-a1d0-4ef3-804a-cf14fe12b873" providerId="ADAL" clId="{0AA02DBF-EF45-CC42-BAC4-2F4DBB555AED}" dt="2024-09-22T09:35:55.233" v="105"/>
          <ac:spMkLst>
            <pc:docMk/>
            <pc:sldMk cId="100826388" sldId="579"/>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79"/>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79"/>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79"/>
            <ac:picMk id="6146" creationId="{00000000-0000-0000-0000-000000000000}"/>
          </ac:picMkLst>
        </pc:picChg>
        <pc:picChg chg="mod">
          <ac:chgData name="Manuel Díaz Rodríguez" userId="ad3297c4-a1d0-4ef3-804a-cf14fe12b873" providerId="ADAL" clId="{0AA02DBF-EF45-CC42-BAC4-2F4DBB555AED}" dt="2024-09-22T09:32:08.984" v="2"/>
          <ac:picMkLst>
            <pc:docMk/>
            <pc:sldMk cId="100826388" sldId="579"/>
            <ac:picMk id="6147" creationId="{00000000-0000-0000-0000-000000000000}"/>
          </ac:picMkLst>
        </pc:picChg>
        <pc:picChg chg="mod">
          <ac:chgData name="Manuel Díaz Rodríguez" userId="ad3297c4-a1d0-4ef3-804a-cf14fe12b873" providerId="ADAL" clId="{0AA02DBF-EF45-CC42-BAC4-2F4DBB555AED}" dt="2024-09-22T09:32:08.984" v="2"/>
          <ac:picMkLst>
            <pc:docMk/>
            <pc:sldMk cId="100826388" sldId="579"/>
            <ac:picMk id="6148"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80"/>
        </pc:sldMkLst>
        <pc:spChg chg="mod">
          <ac:chgData name="Manuel Díaz Rodríguez" userId="ad3297c4-a1d0-4ef3-804a-cf14fe12b873" providerId="ADAL" clId="{0AA02DBF-EF45-CC42-BAC4-2F4DBB555AED}" dt="2024-09-22T09:35:55.233" v="105"/>
          <ac:spMkLst>
            <pc:docMk/>
            <pc:sldMk cId="100826388" sldId="580"/>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0"/>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0"/>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80"/>
            <ac:picMk id="8" creationId="{00000000-0000-0000-0000-000000000000}"/>
          </ac:picMkLst>
        </pc:picChg>
        <pc:picChg chg="mod">
          <ac:chgData name="Manuel Díaz Rodríguez" userId="ad3297c4-a1d0-4ef3-804a-cf14fe12b873" providerId="ADAL" clId="{0AA02DBF-EF45-CC42-BAC4-2F4DBB555AED}" dt="2024-09-22T09:32:08.984" v="2"/>
          <ac:picMkLst>
            <pc:docMk/>
            <pc:sldMk cId="100826388" sldId="580"/>
            <ac:picMk id="8194" creationId="{00000000-0000-0000-0000-000000000000}"/>
          </ac:picMkLst>
        </pc:picChg>
        <pc:picChg chg="mod">
          <ac:chgData name="Manuel Díaz Rodríguez" userId="ad3297c4-a1d0-4ef3-804a-cf14fe12b873" providerId="ADAL" clId="{0AA02DBF-EF45-CC42-BAC4-2F4DBB555AED}" dt="2024-09-22T09:32:08.984" v="2"/>
          <ac:picMkLst>
            <pc:docMk/>
            <pc:sldMk cId="100826388" sldId="580"/>
            <ac:picMk id="8195" creationId="{00000000-0000-0000-0000-000000000000}"/>
          </ac:picMkLst>
        </pc:picChg>
        <pc:picChg chg="mod">
          <ac:chgData name="Manuel Díaz Rodríguez" userId="ad3297c4-a1d0-4ef3-804a-cf14fe12b873" providerId="ADAL" clId="{0AA02DBF-EF45-CC42-BAC4-2F4DBB555AED}" dt="2024-09-22T09:32:08.984" v="2"/>
          <ac:picMkLst>
            <pc:docMk/>
            <pc:sldMk cId="100826388" sldId="580"/>
            <ac:picMk id="8196"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81"/>
        </pc:sldMkLst>
        <pc:spChg chg="mod">
          <ac:chgData name="Manuel Díaz Rodríguez" userId="ad3297c4-a1d0-4ef3-804a-cf14fe12b873" providerId="ADAL" clId="{0AA02DBF-EF45-CC42-BAC4-2F4DBB555AED}" dt="2024-09-22T09:35:55.233" v="105"/>
          <ac:spMkLst>
            <pc:docMk/>
            <pc:sldMk cId="100826388" sldId="581"/>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1"/>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1"/>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81"/>
            <ac:picMk id="9218" creationId="{00000000-0000-0000-0000-000000000000}"/>
          </ac:picMkLst>
        </pc:picChg>
        <pc:picChg chg="mod">
          <ac:chgData name="Manuel Díaz Rodríguez" userId="ad3297c4-a1d0-4ef3-804a-cf14fe12b873" providerId="ADAL" clId="{0AA02DBF-EF45-CC42-BAC4-2F4DBB555AED}" dt="2024-09-22T09:32:08.984" v="2"/>
          <ac:picMkLst>
            <pc:docMk/>
            <pc:sldMk cId="100826388" sldId="581"/>
            <ac:picMk id="9219"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82"/>
        </pc:sldMkLst>
        <pc:spChg chg="mod">
          <ac:chgData name="Manuel Díaz Rodríguez" userId="ad3297c4-a1d0-4ef3-804a-cf14fe12b873" providerId="ADAL" clId="{0AA02DBF-EF45-CC42-BAC4-2F4DBB555AED}" dt="2024-09-22T09:35:55.233" v="105"/>
          <ac:spMkLst>
            <pc:docMk/>
            <pc:sldMk cId="100826388" sldId="582"/>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2"/>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2"/>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82"/>
            <ac:picMk id="10243"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83"/>
        </pc:sldMkLst>
        <pc:spChg chg="mod">
          <ac:chgData name="Manuel Díaz Rodríguez" userId="ad3297c4-a1d0-4ef3-804a-cf14fe12b873" providerId="ADAL" clId="{0AA02DBF-EF45-CC42-BAC4-2F4DBB555AED}" dt="2024-09-22T09:35:55.233" v="105"/>
          <ac:spMkLst>
            <pc:docMk/>
            <pc:sldMk cId="100826388" sldId="583"/>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3"/>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3"/>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583"/>
            <ac:picMk id="10243"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584"/>
        </pc:sldMkLst>
        <pc:spChg chg="mod">
          <ac:chgData name="Manuel Díaz Rodríguez" userId="ad3297c4-a1d0-4ef3-804a-cf14fe12b873" providerId="ADAL" clId="{0AA02DBF-EF45-CC42-BAC4-2F4DBB555AED}" dt="2024-09-22T09:35:55.233" v="105"/>
          <ac:spMkLst>
            <pc:docMk/>
            <pc:sldMk cId="100826388" sldId="584"/>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4"/>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4"/>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85"/>
        </pc:sldMkLst>
        <pc:spChg chg="mod">
          <ac:chgData name="Manuel Díaz Rodríguez" userId="ad3297c4-a1d0-4ef3-804a-cf14fe12b873" providerId="ADAL" clId="{0AA02DBF-EF45-CC42-BAC4-2F4DBB555AED}" dt="2024-09-22T09:35:55.233" v="105"/>
          <ac:spMkLst>
            <pc:docMk/>
            <pc:sldMk cId="100826388" sldId="585"/>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5"/>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5"/>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86"/>
        </pc:sldMkLst>
        <pc:spChg chg="mod">
          <ac:chgData name="Manuel Díaz Rodríguez" userId="ad3297c4-a1d0-4ef3-804a-cf14fe12b873" providerId="ADAL" clId="{0AA02DBF-EF45-CC42-BAC4-2F4DBB555AED}" dt="2024-09-22T09:35:55.233" v="105"/>
          <ac:spMkLst>
            <pc:docMk/>
            <pc:sldMk cId="100826388" sldId="586"/>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6"/>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6"/>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87"/>
        </pc:sldMkLst>
        <pc:spChg chg="mod">
          <ac:chgData name="Manuel Díaz Rodríguez" userId="ad3297c4-a1d0-4ef3-804a-cf14fe12b873" providerId="ADAL" clId="{0AA02DBF-EF45-CC42-BAC4-2F4DBB555AED}" dt="2024-09-22T09:35:55.233" v="105"/>
          <ac:spMkLst>
            <pc:docMk/>
            <pc:sldMk cId="100826388" sldId="587"/>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7"/>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7"/>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88"/>
        </pc:sldMkLst>
        <pc:spChg chg="mod">
          <ac:chgData name="Manuel Díaz Rodríguez" userId="ad3297c4-a1d0-4ef3-804a-cf14fe12b873" providerId="ADAL" clId="{0AA02DBF-EF45-CC42-BAC4-2F4DBB555AED}" dt="2024-09-22T09:35:55.233" v="105"/>
          <ac:spMkLst>
            <pc:docMk/>
            <pc:sldMk cId="100826388" sldId="588"/>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8"/>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8"/>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89"/>
        </pc:sldMkLst>
        <pc:spChg chg="mod">
          <ac:chgData name="Manuel Díaz Rodríguez" userId="ad3297c4-a1d0-4ef3-804a-cf14fe12b873" providerId="ADAL" clId="{0AA02DBF-EF45-CC42-BAC4-2F4DBB555AED}" dt="2024-09-22T09:35:55.233" v="105"/>
          <ac:spMkLst>
            <pc:docMk/>
            <pc:sldMk cId="100826388" sldId="589"/>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89"/>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89"/>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90"/>
        </pc:sldMkLst>
        <pc:spChg chg="mod">
          <ac:chgData name="Manuel Díaz Rodríguez" userId="ad3297c4-a1d0-4ef3-804a-cf14fe12b873" providerId="ADAL" clId="{0AA02DBF-EF45-CC42-BAC4-2F4DBB555AED}" dt="2024-09-22T09:35:55.233" v="105"/>
          <ac:spMkLst>
            <pc:docMk/>
            <pc:sldMk cId="100826388" sldId="590"/>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590"/>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90"/>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590"/>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91"/>
        </pc:sldMkLst>
        <pc:spChg chg="mod">
          <ac:chgData name="Manuel Díaz Rodríguez" userId="ad3297c4-a1d0-4ef3-804a-cf14fe12b873" providerId="ADAL" clId="{0AA02DBF-EF45-CC42-BAC4-2F4DBB555AED}" dt="2024-09-22T09:35:55.233" v="105"/>
          <ac:spMkLst>
            <pc:docMk/>
            <pc:sldMk cId="100826388" sldId="591"/>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91"/>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91"/>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92"/>
        </pc:sldMkLst>
        <pc:spChg chg="mod">
          <ac:chgData name="Manuel Díaz Rodríguez" userId="ad3297c4-a1d0-4ef3-804a-cf14fe12b873" providerId="ADAL" clId="{0AA02DBF-EF45-CC42-BAC4-2F4DBB555AED}" dt="2024-09-22T09:35:55.233" v="105"/>
          <ac:spMkLst>
            <pc:docMk/>
            <pc:sldMk cId="100826388" sldId="592"/>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592"/>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92"/>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93"/>
        </pc:sldMkLst>
        <pc:spChg chg="mod">
          <ac:chgData name="Manuel Díaz Rodríguez" userId="ad3297c4-a1d0-4ef3-804a-cf14fe12b873" providerId="ADAL" clId="{0AA02DBF-EF45-CC42-BAC4-2F4DBB555AED}" dt="2024-09-22T09:35:55.233" v="105"/>
          <ac:spMkLst>
            <pc:docMk/>
            <pc:sldMk cId="100826388" sldId="593"/>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593"/>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593"/>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94"/>
        </pc:sldMkLst>
        <pc:spChg chg="mod">
          <ac:chgData name="Manuel Díaz Rodríguez" userId="ad3297c4-a1d0-4ef3-804a-cf14fe12b873" providerId="ADAL" clId="{0AA02DBF-EF45-CC42-BAC4-2F4DBB555AED}" dt="2024-09-22T09:35:55.233" v="105"/>
          <ac:spMkLst>
            <pc:docMk/>
            <pc:sldMk cId="100826388" sldId="594"/>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594"/>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594"/>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0" sldId="595"/>
        </pc:sldMkLst>
        <pc:spChg chg="mod">
          <ac:chgData name="Manuel Díaz Rodríguez" userId="ad3297c4-a1d0-4ef3-804a-cf14fe12b873" providerId="ADAL" clId="{0AA02DBF-EF45-CC42-BAC4-2F4DBB555AED}" dt="2024-09-22T09:35:55.233" v="105"/>
          <ac:spMkLst>
            <pc:docMk/>
            <pc:sldMk cId="0" sldId="595"/>
            <ac:spMk id="2" creationId="{00000000-0000-0000-0000-000000000000}"/>
          </ac:spMkLst>
        </pc:spChg>
        <pc:spChg chg="mod">
          <ac:chgData name="Manuel Díaz Rodríguez" userId="ad3297c4-a1d0-4ef3-804a-cf14fe12b873" providerId="ADAL" clId="{0AA02DBF-EF45-CC42-BAC4-2F4DBB555AED}" dt="2024-09-22T09:35:55.233" v="105"/>
          <ac:spMkLst>
            <pc:docMk/>
            <pc:sldMk cId="0" sldId="595"/>
            <ac:spMk id="4" creationId="{00000000-0000-0000-0000-000000000000}"/>
          </ac:spMkLst>
        </pc:spChg>
        <pc:picChg chg="mod">
          <ac:chgData name="Manuel Díaz Rodríguez" userId="ad3297c4-a1d0-4ef3-804a-cf14fe12b873" providerId="ADAL" clId="{0AA02DBF-EF45-CC42-BAC4-2F4DBB555AED}" dt="2024-09-22T09:32:08.984" v="2"/>
          <ac:picMkLst>
            <pc:docMk/>
            <pc:sldMk cId="0" sldId="595"/>
            <ac:picMk id="1026" creationId="{00000000-0000-0000-0000-000000000000}"/>
          </ac:picMkLst>
        </pc:picChg>
      </pc:sldChg>
      <pc:sldChg chg="modSp mod">
        <pc:chgData name="Manuel Díaz Rodríguez" userId="ad3297c4-a1d0-4ef3-804a-cf14fe12b873" providerId="ADAL" clId="{0AA02DBF-EF45-CC42-BAC4-2F4DBB555AED}" dt="2024-09-22T09:35:55.233" v="105"/>
        <pc:sldMkLst>
          <pc:docMk/>
          <pc:sldMk cId="100826388" sldId="596"/>
        </pc:sldMkLst>
        <pc:spChg chg="mod">
          <ac:chgData name="Manuel Díaz Rodríguez" userId="ad3297c4-a1d0-4ef3-804a-cf14fe12b873" providerId="ADAL" clId="{0AA02DBF-EF45-CC42-BAC4-2F4DBB555AED}" dt="2024-09-22T09:35:55.233" v="105"/>
          <ac:spMkLst>
            <pc:docMk/>
            <pc:sldMk cId="100826388" sldId="596"/>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596"/>
            <ac:spMk id="4" creationId="{00000000-0000-0000-0000-000000000000}"/>
          </ac:spMkLst>
        </pc:spChg>
        <pc:spChg chg="mod">
          <ac:chgData name="Manuel Díaz Rodríguez" userId="ad3297c4-a1d0-4ef3-804a-cf14fe12b873" providerId="ADAL" clId="{0AA02DBF-EF45-CC42-BAC4-2F4DBB555AED}" dt="2024-09-22T09:35:55.233" v="105"/>
          <ac:spMkLst>
            <pc:docMk/>
            <pc:sldMk cId="100826388" sldId="596"/>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97"/>
        </pc:sldMkLst>
        <pc:spChg chg="mod">
          <ac:chgData name="Manuel Díaz Rodríguez" userId="ad3297c4-a1d0-4ef3-804a-cf14fe12b873" providerId="ADAL" clId="{0AA02DBF-EF45-CC42-BAC4-2F4DBB555AED}" dt="2024-09-22T09:35:55.233" v="105"/>
          <ac:spMkLst>
            <pc:docMk/>
            <pc:sldMk cId="100826388" sldId="597"/>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597"/>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597"/>
            <ac:spMk id="5"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598"/>
        </pc:sldMkLst>
        <pc:spChg chg="mod">
          <ac:chgData name="Manuel Díaz Rodríguez" userId="ad3297c4-a1d0-4ef3-804a-cf14fe12b873" providerId="ADAL" clId="{0AA02DBF-EF45-CC42-BAC4-2F4DBB555AED}" dt="2024-09-22T09:35:55.233" v="105"/>
          <ac:spMkLst>
            <pc:docMk/>
            <pc:sldMk cId="100826388" sldId="598"/>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598"/>
            <ac:spMk id="4" creationId="{00000000-0000-0000-0000-000000000000}"/>
          </ac:spMkLst>
        </pc:spChg>
        <pc:spChg chg="mod">
          <ac:chgData name="Manuel Díaz Rodríguez" userId="ad3297c4-a1d0-4ef3-804a-cf14fe12b873" providerId="ADAL" clId="{0AA02DBF-EF45-CC42-BAC4-2F4DBB555AED}" dt="2024-09-22T09:35:55.233" v="105"/>
          <ac:spMkLst>
            <pc:docMk/>
            <pc:sldMk cId="100826388" sldId="598"/>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599"/>
        </pc:sldMkLst>
        <pc:spChg chg="mod">
          <ac:chgData name="Manuel Díaz Rodríguez" userId="ad3297c4-a1d0-4ef3-804a-cf14fe12b873" providerId="ADAL" clId="{0AA02DBF-EF45-CC42-BAC4-2F4DBB555AED}" dt="2024-09-22T09:35:55.233" v="105"/>
          <ac:spMkLst>
            <pc:docMk/>
            <pc:sldMk cId="100826388" sldId="599"/>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599"/>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599"/>
            <ac:spMk id="5" creationId="{00000000-0000-0000-0000-000000000000}"/>
          </ac:spMkLst>
        </pc:spChg>
        <pc:picChg chg="mod">
          <ac:chgData name="Manuel Díaz Rodríguez" userId="ad3297c4-a1d0-4ef3-804a-cf14fe12b873" providerId="ADAL" clId="{0AA02DBF-EF45-CC42-BAC4-2F4DBB555AED}" dt="2024-09-22T09:32:08.984" v="2"/>
          <ac:picMkLst>
            <pc:docMk/>
            <pc:sldMk cId="100826388" sldId="599"/>
            <ac:picMk id="2050"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600"/>
        </pc:sldMkLst>
        <pc:spChg chg="mod">
          <ac:chgData name="Manuel Díaz Rodríguez" userId="ad3297c4-a1d0-4ef3-804a-cf14fe12b873" providerId="ADAL" clId="{0AA02DBF-EF45-CC42-BAC4-2F4DBB555AED}" dt="2024-09-22T09:35:55.233" v="105"/>
          <ac:spMkLst>
            <pc:docMk/>
            <pc:sldMk cId="100826388" sldId="600"/>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00"/>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600"/>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601"/>
        </pc:sldMkLst>
        <pc:spChg chg="mod">
          <ac:chgData name="Manuel Díaz Rodríguez" userId="ad3297c4-a1d0-4ef3-804a-cf14fe12b873" providerId="ADAL" clId="{0AA02DBF-EF45-CC42-BAC4-2F4DBB555AED}" dt="2024-09-22T09:35:55.233" v="105"/>
          <ac:spMkLst>
            <pc:docMk/>
            <pc:sldMk cId="100826388" sldId="601"/>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01"/>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601"/>
            <ac:spMk id="5" creationId="{00000000-0000-0000-0000-000000000000}"/>
          </ac:spMkLst>
        </pc:spChg>
        <pc:picChg chg="mod">
          <ac:chgData name="Manuel Díaz Rodríguez" userId="ad3297c4-a1d0-4ef3-804a-cf14fe12b873" providerId="ADAL" clId="{0AA02DBF-EF45-CC42-BAC4-2F4DBB555AED}" dt="2024-09-22T09:32:08.984" v="2"/>
          <ac:picMkLst>
            <pc:docMk/>
            <pc:sldMk cId="100826388" sldId="601"/>
            <ac:picMk id="3074" creationId="{00000000-0000-0000-0000-000000000000}"/>
          </ac:picMkLst>
        </pc:picChg>
      </pc:sldChg>
      <pc:sldChg chg="modSp mod">
        <pc:chgData name="Manuel Díaz Rodríguez" userId="ad3297c4-a1d0-4ef3-804a-cf14fe12b873" providerId="ADAL" clId="{0AA02DBF-EF45-CC42-BAC4-2F4DBB555AED}" dt="2024-09-22T09:35:55.233" v="105"/>
        <pc:sldMkLst>
          <pc:docMk/>
          <pc:sldMk cId="100826388" sldId="602"/>
        </pc:sldMkLst>
        <pc:spChg chg="mod">
          <ac:chgData name="Manuel Díaz Rodríguez" userId="ad3297c4-a1d0-4ef3-804a-cf14fe12b873" providerId="ADAL" clId="{0AA02DBF-EF45-CC42-BAC4-2F4DBB555AED}" dt="2024-09-22T09:35:55.233" v="105"/>
          <ac:spMkLst>
            <pc:docMk/>
            <pc:sldMk cId="100826388" sldId="602"/>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02"/>
            <ac:spMk id="4" creationId="{00000000-0000-0000-0000-000000000000}"/>
          </ac:spMkLst>
        </pc:spChg>
        <pc:spChg chg="mod">
          <ac:chgData name="Manuel Díaz Rodríguez" userId="ad3297c4-a1d0-4ef3-804a-cf14fe12b873" providerId="ADAL" clId="{0AA02DBF-EF45-CC42-BAC4-2F4DBB555AED}" dt="2024-09-22T09:35:55.233" v="105"/>
          <ac:spMkLst>
            <pc:docMk/>
            <pc:sldMk cId="100826388" sldId="602"/>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603"/>
        </pc:sldMkLst>
        <pc:spChg chg="mod">
          <ac:chgData name="Manuel Díaz Rodríguez" userId="ad3297c4-a1d0-4ef3-804a-cf14fe12b873" providerId="ADAL" clId="{0AA02DBF-EF45-CC42-BAC4-2F4DBB555AED}" dt="2024-09-22T09:35:55.233" v="105"/>
          <ac:spMkLst>
            <pc:docMk/>
            <pc:sldMk cId="100826388" sldId="603"/>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03"/>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603"/>
            <ac:spMk id="5" creationId="{00000000-0000-0000-0000-000000000000}"/>
          </ac:spMkLst>
        </pc:spChg>
      </pc:sldChg>
      <pc:sldChg chg="modSp mod">
        <pc:chgData name="Manuel Díaz Rodríguez" userId="ad3297c4-a1d0-4ef3-804a-cf14fe12b873" providerId="ADAL" clId="{0AA02DBF-EF45-CC42-BAC4-2F4DBB555AED}" dt="2024-09-22T09:35:55.233" v="105"/>
        <pc:sldMkLst>
          <pc:docMk/>
          <pc:sldMk cId="0" sldId="604"/>
        </pc:sldMkLst>
        <pc:spChg chg="mod">
          <ac:chgData name="Manuel Díaz Rodríguez" userId="ad3297c4-a1d0-4ef3-804a-cf14fe12b873" providerId="ADAL" clId="{0AA02DBF-EF45-CC42-BAC4-2F4DBB555AED}" dt="2024-09-22T09:35:55.233" v="105"/>
          <ac:spMkLst>
            <pc:docMk/>
            <pc:sldMk cId="0" sldId="604"/>
            <ac:spMk id="2" creationId="{00000000-0000-0000-0000-000000000000}"/>
          </ac:spMkLst>
        </pc:spChg>
        <pc:spChg chg="mod">
          <ac:chgData name="Manuel Díaz Rodríguez" userId="ad3297c4-a1d0-4ef3-804a-cf14fe12b873" providerId="ADAL" clId="{0AA02DBF-EF45-CC42-BAC4-2F4DBB555AED}" dt="2024-09-22T09:35:55.233" v="105"/>
          <ac:spMkLst>
            <pc:docMk/>
            <pc:sldMk cId="0" sldId="604"/>
            <ac:spMk id="3" creationId="{00000000-0000-0000-0000-000000000000}"/>
          </ac:spMkLst>
        </pc:spChg>
        <pc:spChg chg="mod">
          <ac:chgData name="Manuel Díaz Rodríguez" userId="ad3297c4-a1d0-4ef3-804a-cf14fe12b873" providerId="ADAL" clId="{0AA02DBF-EF45-CC42-BAC4-2F4DBB555AED}" dt="2024-09-22T09:35:55.233" v="105"/>
          <ac:spMkLst>
            <pc:docMk/>
            <pc:sldMk cId="0" sldId="604"/>
            <ac:spMk id="4"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605"/>
        </pc:sldMkLst>
        <pc:spChg chg="mod">
          <ac:chgData name="Manuel Díaz Rodríguez" userId="ad3297c4-a1d0-4ef3-804a-cf14fe12b873" providerId="ADAL" clId="{0AA02DBF-EF45-CC42-BAC4-2F4DBB555AED}" dt="2024-09-22T09:35:55.233" v="105"/>
          <ac:spMkLst>
            <pc:docMk/>
            <pc:sldMk cId="100826388" sldId="605"/>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05"/>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605"/>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606"/>
        </pc:sldMkLst>
        <pc:spChg chg="mod">
          <ac:chgData name="Manuel Díaz Rodríguez" userId="ad3297c4-a1d0-4ef3-804a-cf14fe12b873" providerId="ADAL" clId="{0AA02DBF-EF45-CC42-BAC4-2F4DBB555AED}" dt="2024-09-22T09:35:55.233" v="105"/>
          <ac:spMkLst>
            <pc:docMk/>
            <pc:sldMk cId="100826388" sldId="606"/>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06"/>
            <ac:spMk id="4" creationId="{00000000-0000-0000-0000-000000000000}"/>
          </ac:spMkLst>
        </pc:spChg>
        <pc:spChg chg="mod">
          <ac:chgData name="Manuel Díaz Rodríguez" userId="ad3297c4-a1d0-4ef3-804a-cf14fe12b873" providerId="ADAL" clId="{0AA02DBF-EF45-CC42-BAC4-2F4DBB555AED}" dt="2024-09-22T09:32:08.984" v="2"/>
          <ac:spMkLst>
            <pc:docMk/>
            <pc:sldMk cId="100826388" sldId="606"/>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607"/>
        </pc:sldMkLst>
        <pc:spChg chg="mod">
          <ac:chgData name="Manuel Díaz Rodríguez" userId="ad3297c4-a1d0-4ef3-804a-cf14fe12b873" providerId="ADAL" clId="{0AA02DBF-EF45-CC42-BAC4-2F4DBB555AED}" dt="2024-09-22T09:35:55.233" v="105"/>
          <ac:spMkLst>
            <pc:docMk/>
            <pc:sldMk cId="100826388" sldId="607"/>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07"/>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607"/>
            <ac:picMk id="4098" creationId="{00000000-0000-0000-0000-000000000000}"/>
          </ac:picMkLst>
        </pc:picChg>
      </pc:sldChg>
      <pc:sldChg chg="modSp mod">
        <pc:chgData name="Manuel Díaz Rodríguez" userId="ad3297c4-a1d0-4ef3-804a-cf14fe12b873" providerId="ADAL" clId="{0AA02DBF-EF45-CC42-BAC4-2F4DBB555AED}" dt="2024-09-22T09:35:55.233" v="105"/>
        <pc:sldMkLst>
          <pc:docMk/>
          <pc:sldMk cId="100826388" sldId="608"/>
        </pc:sldMkLst>
        <pc:spChg chg="mod">
          <ac:chgData name="Manuel Díaz Rodríguez" userId="ad3297c4-a1d0-4ef3-804a-cf14fe12b873" providerId="ADAL" clId="{0AA02DBF-EF45-CC42-BAC4-2F4DBB555AED}" dt="2024-09-22T09:35:55.233" v="105"/>
          <ac:spMkLst>
            <pc:docMk/>
            <pc:sldMk cId="100826388" sldId="608"/>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08"/>
            <ac:spMk id="4" creationId="{00000000-0000-0000-0000-000000000000}"/>
          </ac:spMkLst>
        </pc:spChg>
        <pc:spChg chg="mod">
          <ac:chgData name="Manuel Díaz Rodríguez" userId="ad3297c4-a1d0-4ef3-804a-cf14fe12b873" providerId="ADAL" clId="{0AA02DBF-EF45-CC42-BAC4-2F4DBB555AED}" dt="2024-09-22T09:35:55.233" v="105"/>
          <ac:spMkLst>
            <pc:docMk/>
            <pc:sldMk cId="100826388" sldId="608"/>
            <ac:spMk id="6"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609"/>
        </pc:sldMkLst>
        <pc:spChg chg="mod">
          <ac:chgData name="Manuel Díaz Rodríguez" userId="ad3297c4-a1d0-4ef3-804a-cf14fe12b873" providerId="ADAL" clId="{0AA02DBF-EF45-CC42-BAC4-2F4DBB555AED}" dt="2024-09-22T09:35:55.233" v="105"/>
          <ac:spMkLst>
            <pc:docMk/>
            <pc:sldMk cId="100826388" sldId="609"/>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09"/>
            <ac:spMk id="4" creationId="{00000000-0000-0000-0000-000000000000}"/>
          </ac:spMkLst>
        </pc:spChg>
        <pc:spChg chg="mod">
          <ac:chgData name="Manuel Díaz Rodríguez" userId="ad3297c4-a1d0-4ef3-804a-cf14fe12b873" providerId="ADAL" clId="{0AA02DBF-EF45-CC42-BAC4-2F4DBB555AED}" dt="2024-09-22T09:35:55.233" v="105"/>
          <ac:spMkLst>
            <pc:docMk/>
            <pc:sldMk cId="100826388" sldId="609"/>
            <ac:spMk id="6" creationId="{00000000-0000-0000-0000-000000000000}"/>
          </ac:spMkLst>
        </pc:spChg>
      </pc:sldChg>
      <pc:sldChg chg="modSp mod">
        <pc:chgData name="Manuel Díaz Rodríguez" userId="ad3297c4-a1d0-4ef3-804a-cf14fe12b873" providerId="ADAL" clId="{0AA02DBF-EF45-CC42-BAC4-2F4DBB555AED}" dt="2024-09-22T09:35:55.233" v="105"/>
        <pc:sldMkLst>
          <pc:docMk/>
          <pc:sldMk cId="100826388" sldId="610"/>
        </pc:sldMkLst>
        <pc:spChg chg="mod">
          <ac:chgData name="Manuel Díaz Rodríguez" userId="ad3297c4-a1d0-4ef3-804a-cf14fe12b873" providerId="ADAL" clId="{0AA02DBF-EF45-CC42-BAC4-2F4DBB555AED}" dt="2024-09-22T09:35:55.233" v="105"/>
          <ac:spMkLst>
            <pc:docMk/>
            <pc:sldMk cId="100826388" sldId="610"/>
            <ac:spMk id="2" creationId="{00000000-0000-0000-0000-000000000000}"/>
          </ac:spMkLst>
        </pc:spChg>
        <pc:spChg chg="mod">
          <ac:chgData name="Manuel Díaz Rodríguez" userId="ad3297c4-a1d0-4ef3-804a-cf14fe12b873" providerId="ADAL" clId="{0AA02DBF-EF45-CC42-BAC4-2F4DBB555AED}" dt="2024-09-22T09:32:08.984" v="2"/>
          <ac:spMkLst>
            <pc:docMk/>
            <pc:sldMk cId="100826388" sldId="610"/>
            <ac:spMk id="4" creationId="{00000000-0000-0000-0000-000000000000}"/>
          </ac:spMkLst>
        </pc:spChg>
        <pc:spChg chg="mod">
          <ac:chgData name="Manuel Díaz Rodríguez" userId="ad3297c4-a1d0-4ef3-804a-cf14fe12b873" providerId="ADAL" clId="{0AA02DBF-EF45-CC42-BAC4-2F4DBB555AED}" dt="2024-09-22T09:35:55.233" v="105"/>
          <ac:spMkLst>
            <pc:docMk/>
            <pc:sldMk cId="100826388" sldId="610"/>
            <ac:spMk id="5" creationId="{00000000-0000-0000-0000-000000000000}"/>
          </ac:spMkLst>
        </pc:spChg>
      </pc:sldChg>
      <pc:sldChg chg="modSp">
        <pc:chgData name="Manuel Díaz Rodríguez" userId="ad3297c4-a1d0-4ef3-804a-cf14fe12b873" providerId="ADAL" clId="{0AA02DBF-EF45-CC42-BAC4-2F4DBB555AED}" dt="2024-09-22T09:35:55.233" v="105"/>
        <pc:sldMkLst>
          <pc:docMk/>
          <pc:sldMk cId="100826388" sldId="611"/>
        </pc:sldMkLst>
        <pc:spChg chg="mod">
          <ac:chgData name="Manuel Díaz Rodríguez" userId="ad3297c4-a1d0-4ef3-804a-cf14fe12b873" providerId="ADAL" clId="{0AA02DBF-EF45-CC42-BAC4-2F4DBB555AED}" dt="2024-09-22T09:35:55.233" v="105"/>
          <ac:spMkLst>
            <pc:docMk/>
            <pc:sldMk cId="100826388" sldId="611"/>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611"/>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611"/>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611"/>
            <ac:picMk id="1026" creationId="{00000000-0000-0000-0000-000000000000}"/>
          </ac:picMkLst>
        </pc:picChg>
      </pc:sldChg>
      <pc:sldChg chg="modSp">
        <pc:chgData name="Manuel Díaz Rodríguez" userId="ad3297c4-a1d0-4ef3-804a-cf14fe12b873" providerId="ADAL" clId="{0AA02DBF-EF45-CC42-BAC4-2F4DBB555AED}" dt="2024-09-22T09:35:55.233" v="105"/>
        <pc:sldMkLst>
          <pc:docMk/>
          <pc:sldMk cId="100826388" sldId="612"/>
        </pc:sldMkLst>
        <pc:spChg chg="mod">
          <ac:chgData name="Manuel Díaz Rodríguez" userId="ad3297c4-a1d0-4ef3-804a-cf14fe12b873" providerId="ADAL" clId="{0AA02DBF-EF45-CC42-BAC4-2F4DBB555AED}" dt="2024-09-22T09:35:55.233" v="105"/>
          <ac:spMkLst>
            <pc:docMk/>
            <pc:sldMk cId="100826388" sldId="612"/>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612"/>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612"/>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612"/>
            <ac:picMk id="2050" creationId="{00000000-0000-0000-0000-000000000000}"/>
          </ac:picMkLst>
        </pc:picChg>
        <pc:picChg chg="mod">
          <ac:chgData name="Manuel Díaz Rodríguez" userId="ad3297c4-a1d0-4ef3-804a-cf14fe12b873" providerId="ADAL" clId="{0AA02DBF-EF45-CC42-BAC4-2F4DBB555AED}" dt="2024-09-22T09:32:08.984" v="2"/>
          <ac:picMkLst>
            <pc:docMk/>
            <pc:sldMk cId="100826388" sldId="612"/>
            <ac:picMk id="2051" creationId="{00000000-0000-0000-0000-000000000000}"/>
          </ac:picMkLst>
        </pc:picChg>
      </pc:sldChg>
      <pc:sldChg chg="modSp modNotes">
        <pc:chgData name="Manuel Díaz Rodríguez" userId="ad3297c4-a1d0-4ef3-804a-cf14fe12b873" providerId="ADAL" clId="{0AA02DBF-EF45-CC42-BAC4-2F4DBB555AED}" dt="2024-09-22T09:35:55.233" v="105"/>
        <pc:sldMkLst>
          <pc:docMk/>
          <pc:sldMk cId="100826388" sldId="613"/>
        </pc:sldMkLst>
        <pc:spChg chg="mod">
          <ac:chgData name="Manuel Díaz Rodríguez" userId="ad3297c4-a1d0-4ef3-804a-cf14fe12b873" providerId="ADAL" clId="{0AA02DBF-EF45-CC42-BAC4-2F4DBB555AED}" dt="2024-09-22T09:35:55.233" v="105"/>
          <ac:spMkLst>
            <pc:docMk/>
            <pc:sldMk cId="100826388" sldId="613"/>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613"/>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613"/>
            <ac:spMk id="4" creationId="{00000000-0000-0000-0000-000000000000}"/>
          </ac:spMkLst>
        </pc:spChg>
        <pc:picChg chg="mod">
          <ac:chgData name="Manuel Díaz Rodríguez" userId="ad3297c4-a1d0-4ef3-804a-cf14fe12b873" providerId="ADAL" clId="{0AA02DBF-EF45-CC42-BAC4-2F4DBB555AED}" dt="2024-09-22T09:32:08.984" v="2"/>
          <ac:picMkLst>
            <pc:docMk/>
            <pc:sldMk cId="100826388" sldId="613"/>
            <ac:picMk id="3075" creationId="{00000000-0000-0000-0000-000000000000}"/>
          </ac:picMkLst>
        </pc:picChg>
      </pc:sldChg>
      <pc:sldChg chg="modSp modNotes">
        <pc:chgData name="Manuel Díaz Rodríguez" userId="ad3297c4-a1d0-4ef3-804a-cf14fe12b873" providerId="ADAL" clId="{0AA02DBF-EF45-CC42-BAC4-2F4DBB555AED}" dt="2024-09-22T09:35:55.233" v="105"/>
        <pc:sldMkLst>
          <pc:docMk/>
          <pc:sldMk cId="100826388" sldId="614"/>
        </pc:sldMkLst>
        <pc:spChg chg="mod">
          <ac:chgData name="Manuel Díaz Rodríguez" userId="ad3297c4-a1d0-4ef3-804a-cf14fe12b873" providerId="ADAL" clId="{0AA02DBF-EF45-CC42-BAC4-2F4DBB555AED}" dt="2024-09-22T09:35:55.233" v="105"/>
          <ac:spMkLst>
            <pc:docMk/>
            <pc:sldMk cId="100826388" sldId="614"/>
            <ac:spMk id="2" creationId="{00000000-0000-0000-0000-000000000000}"/>
          </ac:spMkLst>
        </pc:spChg>
        <pc:spChg chg="mod">
          <ac:chgData name="Manuel Díaz Rodríguez" userId="ad3297c4-a1d0-4ef3-804a-cf14fe12b873" providerId="ADAL" clId="{0AA02DBF-EF45-CC42-BAC4-2F4DBB555AED}" dt="2024-09-22T09:35:55.233" v="105"/>
          <ac:spMkLst>
            <pc:docMk/>
            <pc:sldMk cId="100826388" sldId="614"/>
            <ac:spMk id="3" creationId="{00000000-0000-0000-0000-000000000000}"/>
          </ac:spMkLst>
        </pc:spChg>
        <pc:spChg chg="mod">
          <ac:chgData name="Manuel Díaz Rodríguez" userId="ad3297c4-a1d0-4ef3-804a-cf14fe12b873" providerId="ADAL" clId="{0AA02DBF-EF45-CC42-BAC4-2F4DBB555AED}" dt="2024-09-22T09:32:08.984" v="2"/>
          <ac:spMkLst>
            <pc:docMk/>
            <pc:sldMk cId="100826388" sldId="614"/>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2891269656" sldId="616"/>
        </pc:sldMkLst>
        <pc:spChg chg="mod">
          <ac:chgData name="Manuel Díaz Rodríguez" userId="ad3297c4-a1d0-4ef3-804a-cf14fe12b873" providerId="ADAL" clId="{0AA02DBF-EF45-CC42-BAC4-2F4DBB555AED}" dt="2024-09-22T09:35:55.233" v="105"/>
          <ac:spMkLst>
            <pc:docMk/>
            <pc:sldMk cId="2891269656" sldId="616"/>
            <ac:spMk id="2" creationId="{00000000-0000-0000-0000-000000000000}"/>
          </ac:spMkLst>
        </pc:spChg>
        <pc:spChg chg="mod">
          <ac:chgData name="Manuel Díaz Rodríguez" userId="ad3297c4-a1d0-4ef3-804a-cf14fe12b873" providerId="ADAL" clId="{0AA02DBF-EF45-CC42-BAC4-2F4DBB555AED}" dt="2024-09-22T09:35:55.233" v="105"/>
          <ac:spMkLst>
            <pc:docMk/>
            <pc:sldMk cId="2891269656" sldId="616"/>
            <ac:spMk id="3" creationId="{00000000-0000-0000-0000-000000000000}"/>
          </ac:spMkLst>
        </pc:spChg>
        <pc:spChg chg="mod">
          <ac:chgData name="Manuel Díaz Rodríguez" userId="ad3297c4-a1d0-4ef3-804a-cf14fe12b873" providerId="ADAL" clId="{0AA02DBF-EF45-CC42-BAC4-2F4DBB555AED}" dt="2024-09-22T09:35:55.233" v="105"/>
          <ac:spMkLst>
            <pc:docMk/>
            <pc:sldMk cId="2891269656" sldId="616"/>
            <ac:spMk id="4" creationId="{00000000-0000-0000-0000-000000000000}"/>
          </ac:spMkLst>
        </pc:spChg>
        <pc:spChg chg="mod">
          <ac:chgData name="Manuel Díaz Rodríguez" userId="ad3297c4-a1d0-4ef3-804a-cf14fe12b873" providerId="ADAL" clId="{0AA02DBF-EF45-CC42-BAC4-2F4DBB555AED}" dt="2024-09-22T09:32:08.984" v="2"/>
          <ac:spMkLst>
            <pc:docMk/>
            <pc:sldMk cId="2891269656" sldId="616"/>
            <ac:spMk id="5" creationId="{A8C187BB-6899-C341-AEE2-F7A99AE07E54}"/>
          </ac:spMkLst>
        </pc:spChg>
        <pc:picChg chg="mod">
          <ac:chgData name="Manuel Díaz Rodríguez" userId="ad3297c4-a1d0-4ef3-804a-cf14fe12b873" providerId="ADAL" clId="{0AA02DBF-EF45-CC42-BAC4-2F4DBB555AED}" dt="2024-09-22T09:32:08.984" v="2"/>
          <ac:picMkLst>
            <pc:docMk/>
            <pc:sldMk cId="2891269656" sldId="616"/>
            <ac:picMk id="6" creationId="{1A0B2A67-F201-304B-B6EA-DE876B8A5C19}"/>
          </ac:picMkLst>
        </pc:picChg>
      </pc:sldChg>
      <pc:sldChg chg="modSp mod">
        <pc:chgData name="Manuel Díaz Rodríguez" userId="ad3297c4-a1d0-4ef3-804a-cf14fe12b873" providerId="ADAL" clId="{0AA02DBF-EF45-CC42-BAC4-2F4DBB555AED}" dt="2024-09-22T09:35:55.233" v="105"/>
        <pc:sldMkLst>
          <pc:docMk/>
          <pc:sldMk cId="3236096720" sldId="617"/>
        </pc:sldMkLst>
        <pc:spChg chg="mod">
          <ac:chgData name="Manuel Díaz Rodríguez" userId="ad3297c4-a1d0-4ef3-804a-cf14fe12b873" providerId="ADAL" clId="{0AA02DBF-EF45-CC42-BAC4-2F4DBB555AED}" dt="2024-09-22T09:35:55.233" v="105"/>
          <ac:spMkLst>
            <pc:docMk/>
            <pc:sldMk cId="3236096720" sldId="617"/>
            <ac:spMk id="2" creationId="{00000000-0000-0000-0000-000000000000}"/>
          </ac:spMkLst>
        </pc:spChg>
        <pc:spChg chg="mod">
          <ac:chgData name="Manuel Díaz Rodríguez" userId="ad3297c4-a1d0-4ef3-804a-cf14fe12b873" providerId="ADAL" clId="{0AA02DBF-EF45-CC42-BAC4-2F4DBB555AED}" dt="2024-09-22T09:35:55.233" v="105"/>
          <ac:spMkLst>
            <pc:docMk/>
            <pc:sldMk cId="3236096720" sldId="617"/>
            <ac:spMk id="3" creationId="{00000000-0000-0000-0000-000000000000}"/>
          </ac:spMkLst>
        </pc:spChg>
        <pc:spChg chg="mod">
          <ac:chgData name="Manuel Díaz Rodríguez" userId="ad3297c4-a1d0-4ef3-804a-cf14fe12b873" providerId="ADAL" clId="{0AA02DBF-EF45-CC42-BAC4-2F4DBB555AED}" dt="2024-09-22T09:35:55.233" v="105"/>
          <ac:spMkLst>
            <pc:docMk/>
            <pc:sldMk cId="3236096720" sldId="617"/>
            <ac:spMk id="4" creationId="{00000000-0000-0000-0000-000000000000}"/>
          </ac:spMkLst>
        </pc:spChg>
        <pc:spChg chg="mod">
          <ac:chgData name="Manuel Díaz Rodríguez" userId="ad3297c4-a1d0-4ef3-804a-cf14fe12b873" providerId="ADAL" clId="{0AA02DBF-EF45-CC42-BAC4-2F4DBB555AED}" dt="2024-09-22T09:32:08.984" v="2"/>
          <ac:spMkLst>
            <pc:docMk/>
            <pc:sldMk cId="3236096720" sldId="617"/>
            <ac:spMk id="5" creationId="{A8C187BB-6899-C341-AEE2-F7A99AE07E54}"/>
          </ac:spMkLst>
        </pc:spChg>
        <pc:picChg chg="mod">
          <ac:chgData name="Manuel Díaz Rodríguez" userId="ad3297c4-a1d0-4ef3-804a-cf14fe12b873" providerId="ADAL" clId="{0AA02DBF-EF45-CC42-BAC4-2F4DBB555AED}" dt="2024-09-22T09:32:08.984" v="2"/>
          <ac:picMkLst>
            <pc:docMk/>
            <pc:sldMk cId="3236096720" sldId="617"/>
            <ac:picMk id="6" creationId="{1A0B2A67-F201-304B-B6EA-DE876B8A5C19}"/>
          </ac:picMkLst>
        </pc:picChg>
      </pc:sldChg>
      <pc:sldChg chg="modSp mod">
        <pc:chgData name="Manuel Díaz Rodríguez" userId="ad3297c4-a1d0-4ef3-804a-cf14fe12b873" providerId="ADAL" clId="{0AA02DBF-EF45-CC42-BAC4-2F4DBB555AED}" dt="2024-09-22T09:42:44.102" v="178" actId="27636"/>
        <pc:sldMkLst>
          <pc:docMk/>
          <pc:sldMk cId="164383683" sldId="618"/>
        </pc:sldMkLst>
        <pc:spChg chg="mod">
          <ac:chgData name="Manuel Díaz Rodríguez" userId="ad3297c4-a1d0-4ef3-804a-cf14fe12b873" providerId="ADAL" clId="{0AA02DBF-EF45-CC42-BAC4-2F4DBB555AED}" dt="2024-09-22T09:35:55.233" v="105"/>
          <ac:spMkLst>
            <pc:docMk/>
            <pc:sldMk cId="164383683" sldId="618"/>
            <ac:spMk id="2" creationId="{00000000-0000-0000-0000-000000000000}"/>
          </ac:spMkLst>
        </pc:spChg>
        <pc:spChg chg="mod">
          <ac:chgData name="Manuel Díaz Rodríguez" userId="ad3297c4-a1d0-4ef3-804a-cf14fe12b873" providerId="ADAL" clId="{0AA02DBF-EF45-CC42-BAC4-2F4DBB555AED}" dt="2024-09-22T09:42:44.102" v="178" actId="27636"/>
          <ac:spMkLst>
            <pc:docMk/>
            <pc:sldMk cId="164383683" sldId="618"/>
            <ac:spMk id="3" creationId="{00000000-0000-0000-0000-000000000000}"/>
          </ac:spMkLst>
        </pc:spChg>
        <pc:spChg chg="mod">
          <ac:chgData name="Manuel Díaz Rodríguez" userId="ad3297c4-a1d0-4ef3-804a-cf14fe12b873" providerId="ADAL" clId="{0AA02DBF-EF45-CC42-BAC4-2F4DBB555AED}" dt="2024-09-22T09:35:55.233" v="105"/>
          <ac:spMkLst>
            <pc:docMk/>
            <pc:sldMk cId="164383683" sldId="618"/>
            <ac:spMk id="4" creationId="{00000000-0000-0000-0000-000000000000}"/>
          </ac:spMkLst>
        </pc:spChg>
      </pc:sldChg>
      <pc:sldChg chg="modSp mod">
        <pc:chgData name="Manuel Díaz Rodríguez" userId="ad3297c4-a1d0-4ef3-804a-cf14fe12b873" providerId="ADAL" clId="{0AA02DBF-EF45-CC42-BAC4-2F4DBB555AED}" dt="2024-09-22T09:42:25.639" v="175" actId="2711"/>
        <pc:sldMkLst>
          <pc:docMk/>
          <pc:sldMk cId="3279395387" sldId="619"/>
        </pc:sldMkLst>
        <pc:spChg chg="mod">
          <ac:chgData name="Manuel Díaz Rodríguez" userId="ad3297c4-a1d0-4ef3-804a-cf14fe12b873" providerId="ADAL" clId="{0AA02DBF-EF45-CC42-BAC4-2F4DBB555AED}" dt="2024-09-22T09:35:55.233" v="105"/>
          <ac:spMkLst>
            <pc:docMk/>
            <pc:sldMk cId="3279395387" sldId="619"/>
            <ac:spMk id="2" creationId="{00000000-0000-0000-0000-000000000000}"/>
          </ac:spMkLst>
        </pc:spChg>
        <pc:spChg chg="mod">
          <ac:chgData name="Manuel Díaz Rodríguez" userId="ad3297c4-a1d0-4ef3-804a-cf14fe12b873" providerId="ADAL" clId="{0AA02DBF-EF45-CC42-BAC4-2F4DBB555AED}" dt="2024-09-22T09:42:25.639" v="175" actId="2711"/>
          <ac:spMkLst>
            <pc:docMk/>
            <pc:sldMk cId="3279395387" sldId="619"/>
            <ac:spMk id="3" creationId="{00000000-0000-0000-0000-000000000000}"/>
          </ac:spMkLst>
        </pc:spChg>
        <pc:spChg chg="mod">
          <ac:chgData name="Manuel Díaz Rodríguez" userId="ad3297c4-a1d0-4ef3-804a-cf14fe12b873" providerId="ADAL" clId="{0AA02DBF-EF45-CC42-BAC4-2F4DBB555AED}" dt="2024-09-22T09:35:55.233" v="105"/>
          <ac:spMkLst>
            <pc:docMk/>
            <pc:sldMk cId="3279395387" sldId="619"/>
            <ac:spMk id="4" creationId="{00000000-0000-0000-0000-000000000000}"/>
          </ac:spMkLst>
        </pc:spChg>
      </pc:sldChg>
      <pc:sldChg chg="modSp mod">
        <pc:chgData name="Manuel Díaz Rodríguez" userId="ad3297c4-a1d0-4ef3-804a-cf14fe12b873" providerId="ADAL" clId="{0AA02DBF-EF45-CC42-BAC4-2F4DBB555AED}" dt="2024-09-22T09:42:53.270" v="181" actId="27636"/>
        <pc:sldMkLst>
          <pc:docMk/>
          <pc:sldMk cId="3695492460" sldId="620"/>
        </pc:sldMkLst>
        <pc:spChg chg="mod">
          <ac:chgData name="Manuel Díaz Rodríguez" userId="ad3297c4-a1d0-4ef3-804a-cf14fe12b873" providerId="ADAL" clId="{0AA02DBF-EF45-CC42-BAC4-2F4DBB555AED}" dt="2024-09-22T09:35:55.233" v="105"/>
          <ac:spMkLst>
            <pc:docMk/>
            <pc:sldMk cId="3695492460" sldId="620"/>
            <ac:spMk id="2" creationId="{00000000-0000-0000-0000-000000000000}"/>
          </ac:spMkLst>
        </pc:spChg>
        <pc:spChg chg="mod">
          <ac:chgData name="Manuel Díaz Rodríguez" userId="ad3297c4-a1d0-4ef3-804a-cf14fe12b873" providerId="ADAL" clId="{0AA02DBF-EF45-CC42-BAC4-2F4DBB555AED}" dt="2024-09-22T09:42:53.270" v="181" actId="27636"/>
          <ac:spMkLst>
            <pc:docMk/>
            <pc:sldMk cId="3695492460" sldId="620"/>
            <ac:spMk id="3" creationId="{00000000-0000-0000-0000-000000000000}"/>
          </ac:spMkLst>
        </pc:spChg>
        <pc:spChg chg="mod">
          <ac:chgData name="Manuel Díaz Rodríguez" userId="ad3297c4-a1d0-4ef3-804a-cf14fe12b873" providerId="ADAL" clId="{0AA02DBF-EF45-CC42-BAC4-2F4DBB555AED}" dt="2024-09-22T09:35:55.233" v="105"/>
          <ac:spMkLst>
            <pc:docMk/>
            <pc:sldMk cId="3695492460" sldId="620"/>
            <ac:spMk id="4" creationId="{00000000-0000-0000-0000-000000000000}"/>
          </ac:spMkLst>
        </pc:spChg>
      </pc:sldChg>
      <pc:sldChg chg="modSp mod">
        <pc:chgData name="Manuel Díaz Rodríguez" userId="ad3297c4-a1d0-4ef3-804a-cf14fe12b873" providerId="ADAL" clId="{0AA02DBF-EF45-CC42-BAC4-2F4DBB555AED}" dt="2024-09-22T09:43:20.579" v="186" actId="27636"/>
        <pc:sldMkLst>
          <pc:docMk/>
          <pc:sldMk cId="3858481494" sldId="621"/>
        </pc:sldMkLst>
        <pc:spChg chg="mod">
          <ac:chgData name="Manuel Díaz Rodríguez" userId="ad3297c4-a1d0-4ef3-804a-cf14fe12b873" providerId="ADAL" clId="{0AA02DBF-EF45-CC42-BAC4-2F4DBB555AED}" dt="2024-09-22T09:35:55.233" v="105"/>
          <ac:spMkLst>
            <pc:docMk/>
            <pc:sldMk cId="3858481494" sldId="621"/>
            <ac:spMk id="2" creationId="{00000000-0000-0000-0000-000000000000}"/>
          </ac:spMkLst>
        </pc:spChg>
        <pc:spChg chg="mod">
          <ac:chgData name="Manuel Díaz Rodríguez" userId="ad3297c4-a1d0-4ef3-804a-cf14fe12b873" providerId="ADAL" clId="{0AA02DBF-EF45-CC42-BAC4-2F4DBB555AED}" dt="2024-09-22T09:43:20.579" v="186" actId="27636"/>
          <ac:spMkLst>
            <pc:docMk/>
            <pc:sldMk cId="3858481494" sldId="621"/>
            <ac:spMk id="3" creationId="{00000000-0000-0000-0000-000000000000}"/>
          </ac:spMkLst>
        </pc:spChg>
        <pc:spChg chg="mod">
          <ac:chgData name="Manuel Díaz Rodríguez" userId="ad3297c4-a1d0-4ef3-804a-cf14fe12b873" providerId="ADAL" clId="{0AA02DBF-EF45-CC42-BAC4-2F4DBB555AED}" dt="2024-09-22T09:35:55.233" v="105"/>
          <ac:spMkLst>
            <pc:docMk/>
            <pc:sldMk cId="3858481494" sldId="621"/>
            <ac:spMk id="4" creationId="{00000000-0000-0000-0000-000000000000}"/>
          </ac:spMkLst>
        </pc:spChg>
      </pc:sldChg>
      <pc:sldChg chg="modSp mod">
        <pc:chgData name="Manuel Díaz Rodríguez" userId="ad3297c4-a1d0-4ef3-804a-cf14fe12b873" providerId="ADAL" clId="{0AA02DBF-EF45-CC42-BAC4-2F4DBB555AED}" dt="2024-09-22T09:44:29.832" v="205" actId="27636"/>
        <pc:sldMkLst>
          <pc:docMk/>
          <pc:sldMk cId="722909104" sldId="622"/>
        </pc:sldMkLst>
        <pc:spChg chg="mod">
          <ac:chgData name="Manuel Díaz Rodríguez" userId="ad3297c4-a1d0-4ef3-804a-cf14fe12b873" providerId="ADAL" clId="{0AA02DBF-EF45-CC42-BAC4-2F4DBB555AED}" dt="2024-09-22T09:35:55.233" v="105"/>
          <ac:spMkLst>
            <pc:docMk/>
            <pc:sldMk cId="722909104" sldId="622"/>
            <ac:spMk id="2" creationId="{00000000-0000-0000-0000-000000000000}"/>
          </ac:spMkLst>
        </pc:spChg>
        <pc:spChg chg="mod">
          <ac:chgData name="Manuel Díaz Rodríguez" userId="ad3297c4-a1d0-4ef3-804a-cf14fe12b873" providerId="ADAL" clId="{0AA02DBF-EF45-CC42-BAC4-2F4DBB555AED}" dt="2024-09-22T09:44:29.832" v="205" actId="27636"/>
          <ac:spMkLst>
            <pc:docMk/>
            <pc:sldMk cId="722909104" sldId="622"/>
            <ac:spMk id="3" creationId="{00000000-0000-0000-0000-000000000000}"/>
          </ac:spMkLst>
        </pc:spChg>
        <pc:spChg chg="mod">
          <ac:chgData name="Manuel Díaz Rodríguez" userId="ad3297c4-a1d0-4ef3-804a-cf14fe12b873" providerId="ADAL" clId="{0AA02DBF-EF45-CC42-BAC4-2F4DBB555AED}" dt="2024-09-22T09:35:55.233" v="105"/>
          <ac:spMkLst>
            <pc:docMk/>
            <pc:sldMk cId="722909104" sldId="622"/>
            <ac:spMk id="4" creationId="{00000000-0000-0000-0000-000000000000}"/>
          </ac:spMkLst>
        </pc:spChg>
      </pc:sldChg>
      <pc:sldChg chg="modSp mod">
        <pc:chgData name="Manuel Díaz Rodríguez" userId="ad3297c4-a1d0-4ef3-804a-cf14fe12b873" providerId="ADAL" clId="{0AA02DBF-EF45-CC42-BAC4-2F4DBB555AED}" dt="2024-09-22T09:44:18.956" v="203" actId="27636"/>
        <pc:sldMkLst>
          <pc:docMk/>
          <pc:sldMk cId="2402380799" sldId="624"/>
        </pc:sldMkLst>
        <pc:spChg chg="mod">
          <ac:chgData name="Manuel Díaz Rodríguez" userId="ad3297c4-a1d0-4ef3-804a-cf14fe12b873" providerId="ADAL" clId="{0AA02DBF-EF45-CC42-BAC4-2F4DBB555AED}" dt="2024-09-22T09:35:55.233" v="105"/>
          <ac:spMkLst>
            <pc:docMk/>
            <pc:sldMk cId="2402380799" sldId="624"/>
            <ac:spMk id="2" creationId="{00000000-0000-0000-0000-000000000000}"/>
          </ac:spMkLst>
        </pc:spChg>
        <pc:spChg chg="mod">
          <ac:chgData name="Manuel Díaz Rodríguez" userId="ad3297c4-a1d0-4ef3-804a-cf14fe12b873" providerId="ADAL" clId="{0AA02DBF-EF45-CC42-BAC4-2F4DBB555AED}" dt="2024-09-22T09:44:18.956" v="203" actId="27636"/>
          <ac:spMkLst>
            <pc:docMk/>
            <pc:sldMk cId="2402380799" sldId="624"/>
            <ac:spMk id="3" creationId="{00000000-0000-0000-0000-000000000000}"/>
          </ac:spMkLst>
        </pc:spChg>
        <pc:spChg chg="mod">
          <ac:chgData name="Manuel Díaz Rodríguez" userId="ad3297c4-a1d0-4ef3-804a-cf14fe12b873" providerId="ADAL" clId="{0AA02DBF-EF45-CC42-BAC4-2F4DBB555AED}" dt="2024-09-22T09:35:55.233" v="105"/>
          <ac:spMkLst>
            <pc:docMk/>
            <pc:sldMk cId="2402380799" sldId="624"/>
            <ac:spMk id="4" creationId="{00000000-0000-0000-0000-000000000000}"/>
          </ac:spMkLst>
        </pc:spChg>
      </pc:sldChg>
      <pc:sldChg chg="modSp mod">
        <pc:chgData name="Manuel Díaz Rodríguez" userId="ad3297c4-a1d0-4ef3-804a-cf14fe12b873" providerId="ADAL" clId="{0AA02DBF-EF45-CC42-BAC4-2F4DBB555AED}" dt="2024-09-22T09:35:55.233" v="105"/>
        <pc:sldMkLst>
          <pc:docMk/>
          <pc:sldMk cId="2882343967" sldId="626"/>
        </pc:sldMkLst>
        <pc:spChg chg="mod">
          <ac:chgData name="Manuel Díaz Rodríguez" userId="ad3297c4-a1d0-4ef3-804a-cf14fe12b873" providerId="ADAL" clId="{0AA02DBF-EF45-CC42-BAC4-2F4DBB555AED}" dt="2024-09-22T09:35:55.233" v="105"/>
          <ac:spMkLst>
            <pc:docMk/>
            <pc:sldMk cId="2882343967" sldId="626"/>
            <ac:spMk id="2" creationId="{00000000-0000-0000-0000-000000000000}"/>
          </ac:spMkLst>
        </pc:spChg>
        <pc:spChg chg="mod">
          <ac:chgData name="Manuel Díaz Rodríguez" userId="ad3297c4-a1d0-4ef3-804a-cf14fe12b873" providerId="ADAL" clId="{0AA02DBF-EF45-CC42-BAC4-2F4DBB555AED}" dt="2024-09-22T09:32:08.984" v="2"/>
          <ac:spMkLst>
            <pc:docMk/>
            <pc:sldMk cId="2882343967" sldId="626"/>
            <ac:spMk id="3" creationId="{00000000-0000-0000-0000-000000000000}"/>
          </ac:spMkLst>
        </pc:spChg>
        <pc:spChg chg="mod">
          <ac:chgData name="Manuel Díaz Rodríguez" userId="ad3297c4-a1d0-4ef3-804a-cf14fe12b873" providerId="ADAL" clId="{0AA02DBF-EF45-CC42-BAC4-2F4DBB555AED}" dt="2024-09-22T09:35:55.233" v="105"/>
          <ac:spMkLst>
            <pc:docMk/>
            <pc:sldMk cId="2882343967" sldId="626"/>
            <ac:spMk id="4" creationId="{00000000-0000-0000-0000-000000000000}"/>
          </ac:spMkLst>
        </pc:spChg>
        <pc:picChg chg="mod">
          <ac:chgData name="Manuel Díaz Rodríguez" userId="ad3297c4-a1d0-4ef3-804a-cf14fe12b873" providerId="ADAL" clId="{0AA02DBF-EF45-CC42-BAC4-2F4DBB555AED}" dt="2024-09-22T09:32:08.984" v="2"/>
          <ac:picMkLst>
            <pc:docMk/>
            <pc:sldMk cId="2882343967" sldId="626"/>
            <ac:picMk id="5" creationId="{F9384511-3A30-A7FA-F5F2-CCCC4C18657D}"/>
          </ac:picMkLst>
        </pc:picChg>
      </pc:sldChg>
      <pc:sldChg chg="modSp">
        <pc:chgData name="Manuel Díaz Rodríguez" userId="ad3297c4-a1d0-4ef3-804a-cf14fe12b873" providerId="ADAL" clId="{0AA02DBF-EF45-CC42-BAC4-2F4DBB555AED}" dt="2024-09-22T09:39:10.409" v="140"/>
        <pc:sldMkLst>
          <pc:docMk/>
          <pc:sldMk cId="3686362305" sldId="627"/>
        </pc:sldMkLst>
        <pc:spChg chg="mod">
          <ac:chgData name="Manuel Díaz Rodríguez" userId="ad3297c4-a1d0-4ef3-804a-cf14fe12b873" providerId="ADAL" clId="{0AA02DBF-EF45-CC42-BAC4-2F4DBB555AED}" dt="2024-09-22T09:35:55.233" v="105"/>
          <ac:spMkLst>
            <pc:docMk/>
            <pc:sldMk cId="3686362305" sldId="627"/>
            <ac:spMk id="2" creationId="{00000000-0000-0000-0000-000000000000}"/>
          </ac:spMkLst>
        </pc:spChg>
        <pc:spChg chg="mod">
          <ac:chgData name="Manuel Díaz Rodríguez" userId="ad3297c4-a1d0-4ef3-804a-cf14fe12b873" providerId="ADAL" clId="{0AA02DBF-EF45-CC42-BAC4-2F4DBB555AED}" dt="2024-09-22T09:32:08.984" v="2"/>
          <ac:spMkLst>
            <pc:docMk/>
            <pc:sldMk cId="3686362305" sldId="627"/>
            <ac:spMk id="3" creationId="{00000000-0000-0000-0000-000000000000}"/>
          </ac:spMkLst>
        </pc:spChg>
        <pc:spChg chg="mod">
          <ac:chgData name="Manuel Díaz Rodríguez" userId="ad3297c4-a1d0-4ef3-804a-cf14fe12b873" providerId="ADAL" clId="{0AA02DBF-EF45-CC42-BAC4-2F4DBB555AED}" dt="2024-09-22T09:35:55.233" v="105"/>
          <ac:spMkLst>
            <pc:docMk/>
            <pc:sldMk cId="3686362305" sldId="627"/>
            <ac:spMk id="4" creationId="{00000000-0000-0000-0000-000000000000}"/>
          </ac:spMkLst>
        </pc:spChg>
        <pc:picChg chg="mod">
          <ac:chgData name="Manuel Díaz Rodríguez" userId="ad3297c4-a1d0-4ef3-804a-cf14fe12b873" providerId="ADAL" clId="{0AA02DBF-EF45-CC42-BAC4-2F4DBB555AED}" dt="2024-09-22T09:39:10.409" v="140"/>
          <ac:picMkLst>
            <pc:docMk/>
            <pc:sldMk cId="3686362305" sldId="627"/>
            <ac:picMk id="8" creationId="{3022FE6F-CC84-270D-3EFC-61F37635330E}"/>
          </ac:picMkLst>
        </pc:picChg>
      </pc:sldChg>
      <pc:sldChg chg="modSp">
        <pc:chgData name="Manuel Díaz Rodríguez" userId="ad3297c4-a1d0-4ef3-804a-cf14fe12b873" providerId="ADAL" clId="{0AA02DBF-EF45-CC42-BAC4-2F4DBB555AED}" dt="2024-09-22T09:35:55.233" v="105"/>
        <pc:sldMkLst>
          <pc:docMk/>
          <pc:sldMk cId="3705877534" sldId="628"/>
        </pc:sldMkLst>
        <pc:spChg chg="mod">
          <ac:chgData name="Manuel Díaz Rodríguez" userId="ad3297c4-a1d0-4ef3-804a-cf14fe12b873" providerId="ADAL" clId="{0AA02DBF-EF45-CC42-BAC4-2F4DBB555AED}" dt="2024-09-22T09:35:55.233" v="105"/>
          <ac:spMkLst>
            <pc:docMk/>
            <pc:sldMk cId="3705877534" sldId="628"/>
            <ac:spMk id="2" creationId="{00000000-0000-0000-0000-000000000000}"/>
          </ac:spMkLst>
        </pc:spChg>
        <pc:spChg chg="mod">
          <ac:chgData name="Manuel Díaz Rodríguez" userId="ad3297c4-a1d0-4ef3-804a-cf14fe12b873" providerId="ADAL" clId="{0AA02DBF-EF45-CC42-BAC4-2F4DBB555AED}" dt="2024-09-22T09:32:08.984" v="2"/>
          <ac:spMkLst>
            <pc:docMk/>
            <pc:sldMk cId="3705877534" sldId="628"/>
            <ac:spMk id="3" creationId="{00000000-0000-0000-0000-000000000000}"/>
          </ac:spMkLst>
        </pc:spChg>
        <pc:spChg chg="mod">
          <ac:chgData name="Manuel Díaz Rodríguez" userId="ad3297c4-a1d0-4ef3-804a-cf14fe12b873" providerId="ADAL" clId="{0AA02DBF-EF45-CC42-BAC4-2F4DBB555AED}" dt="2024-09-22T09:35:55.233" v="105"/>
          <ac:spMkLst>
            <pc:docMk/>
            <pc:sldMk cId="3705877534" sldId="628"/>
            <ac:spMk id="4" creationId="{00000000-0000-0000-0000-000000000000}"/>
          </ac:spMkLst>
        </pc:spChg>
        <pc:picChg chg="mod">
          <ac:chgData name="Manuel Díaz Rodríguez" userId="ad3297c4-a1d0-4ef3-804a-cf14fe12b873" providerId="ADAL" clId="{0AA02DBF-EF45-CC42-BAC4-2F4DBB555AED}" dt="2024-09-22T09:32:08.984" v="2"/>
          <ac:picMkLst>
            <pc:docMk/>
            <pc:sldMk cId="3705877534" sldId="628"/>
            <ac:picMk id="5" creationId="{7821E4C7-547E-21B6-7338-AE84F973DFEF}"/>
          </ac:picMkLst>
        </pc:picChg>
      </pc:sldChg>
      <pc:sldChg chg="modSp">
        <pc:chgData name="Manuel Díaz Rodríguez" userId="ad3297c4-a1d0-4ef3-804a-cf14fe12b873" providerId="ADAL" clId="{0AA02DBF-EF45-CC42-BAC4-2F4DBB555AED}" dt="2024-09-22T09:35:55.233" v="105"/>
        <pc:sldMkLst>
          <pc:docMk/>
          <pc:sldMk cId="4156191892" sldId="629"/>
        </pc:sldMkLst>
        <pc:spChg chg="mod">
          <ac:chgData name="Manuel Díaz Rodríguez" userId="ad3297c4-a1d0-4ef3-804a-cf14fe12b873" providerId="ADAL" clId="{0AA02DBF-EF45-CC42-BAC4-2F4DBB555AED}" dt="2024-09-22T09:35:55.233" v="105"/>
          <ac:spMkLst>
            <pc:docMk/>
            <pc:sldMk cId="4156191892" sldId="629"/>
            <ac:spMk id="2" creationId="{00000000-0000-0000-0000-000000000000}"/>
          </ac:spMkLst>
        </pc:spChg>
        <pc:spChg chg="mod">
          <ac:chgData name="Manuel Díaz Rodríguez" userId="ad3297c4-a1d0-4ef3-804a-cf14fe12b873" providerId="ADAL" clId="{0AA02DBF-EF45-CC42-BAC4-2F4DBB555AED}" dt="2024-09-22T09:32:08.984" v="2"/>
          <ac:spMkLst>
            <pc:docMk/>
            <pc:sldMk cId="4156191892" sldId="629"/>
            <ac:spMk id="3" creationId="{00000000-0000-0000-0000-000000000000}"/>
          </ac:spMkLst>
        </pc:spChg>
        <pc:spChg chg="mod">
          <ac:chgData name="Manuel Díaz Rodríguez" userId="ad3297c4-a1d0-4ef3-804a-cf14fe12b873" providerId="ADAL" clId="{0AA02DBF-EF45-CC42-BAC4-2F4DBB555AED}" dt="2024-09-22T09:35:55.233" v="105"/>
          <ac:spMkLst>
            <pc:docMk/>
            <pc:sldMk cId="4156191892" sldId="629"/>
            <ac:spMk id="4" creationId="{00000000-0000-0000-0000-000000000000}"/>
          </ac:spMkLst>
        </pc:spChg>
        <pc:picChg chg="mod">
          <ac:chgData name="Manuel Díaz Rodríguez" userId="ad3297c4-a1d0-4ef3-804a-cf14fe12b873" providerId="ADAL" clId="{0AA02DBF-EF45-CC42-BAC4-2F4DBB555AED}" dt="2024-09-22T09:32:08.984" v="2"/>
          <ac:picMkLst>
            <pc:docMk/>
            <pc:sldMk cId="4156191892" sldId="629"/>
            <ac:picMk id="6" creationId="{5D71F0CC-733C-C8BE-2DA6-BEDFAEAF6733}"/>
          </ac:picMkLst>
        </pc:picChg>
      </pc:sldChg>
      <pc:sldChg chg="modSp">
        <pc:chgData name="Manuel Díaz Rodríguez" userId="ad3297c4-a1d0-4ef3-804a-cf14fe12b873" providerId="ADAL" clId="{0AA02DBF-EF45-CC42-BAC4-2F4DBB555AED}" dt="2024-09-22T09:35:55.233" v="105"/>
        <pc:sldMkLst>
          <pc:docMk/>
          <pc:sldMk cId="2119965987" sldId="630"/>
        </pc:sldMkLst>
        <pc:spChg chg="mod">
          <ac:chgData name="Manuel Díaz Rodríguez" userId="ad3297c4-a1d0-4ef3-804a-cf14fe12b873" providerId="ADAL" clId="{0AA02DBF-EF45-CC42-BAC4-2F4DBB555AED}" dt="2024-09-22T09:35:55.233" v="105"/>
          <ac:spMkLst>
            <pc:docMk/>
            <pc:sldMk cId="2119965987" sldId="630"/>
            <ac:spMk id="2" creationId="{00000000-0000-0000-0000-000000000000}"/>
          </ac:spMkLst>
        </pc:spChg>
        <pc:spChg chg="mod">
          <ac:chgData name="Manuel Díaz Rodríguez" userId="ad3297c4-a1d0-4ef3-804a-cf14fe12b873" providerId="ADAL" clId="{0AA02DBF-EF45-CC42-BAC4-2F4DBB555AED}" dt="2024-09-22T09:35:55.233" v="105"/>
          <ac:spMkLst>
            <pc:docMk/>
            <pc:sldMk cId="2119965987" sldId="630"/>
            <ac:spMk id="4" creationId="{00000000-0000-0000-0000-000000000000}"/>
          </ac:spMkLst>
        </pc:spChg>
        <pc:spChg chg="mod">
          <ac:chgData name="Manuel Díaz Rodríguez" userId="ad3297c4-a1d0-4ef3-804a-cf14fe12b873" providerId="ADAL" clId="{0AA02DBF-EF45-CC42-BAC4-2F4DBB555AED}" dt="2024-09-22T09:32:08.984" v="2"/>
          <ac:spMkLst>
            <pc:docMk/>
            <pc:sldMk cId="2119965987" sldId="630"/>
            <ac:spMk id="7" creationId="{5EE846EE-FB5A-0FAA-69D1-D7A7D4BE5857}"/>
          </ac:spMkLst>
        </pc:spChg>
        <pc:spChg chg="mod">
          <ac:chgData name="Manuel Díaz Rodríguez" userId="ad3297c4-a1d0-4ef3-804a-cf14fe12b873" providerId="ADAL" clId="{0AA02DBF-EF45-CC42-BAC4-2F4DBB555AED}" dt="2024-09-22T09:32:08.984" v="2"/>
          <ac:spMkLst>
            <pc:docMk/>
            <pc:sldMk cId="2119965987" sldId="630"/>
            <ac:spMk id="8" creationId="{2ADCC178-6659-FFBE-23A9-72764D2C242C}"/>
          </ac:spMkLst>
        </pc:spChg>
      </pc:sldChg>
      <pc:sldChg chg="modSp mod">
        <pc:chgData name="Manuel Díaz Rodríguez" userId="ad3297c4-a1d0-4ef3-804a-cf14fe12b873" providerId="ADAL" clId="{0AA02DBF-EF45-CC42-BAC4-2F4DBB555AED}" dt="2024-09-22T09:35:55.233" v="105"/>
        <pc:sldMkLst>
          <pc:docMk/>
          <pc:sldMk cId="2484295734" sldId="631"/>
        </pc:sldMkLst>
        <pc:spChg chg="mod">
          <ac:chgData name="Manuel Díaz Rodríguez" userId="ad3297c4-a1d0-4ef3-804a-cf14fe12b873" providerId="ADAL" clId="{0AA02DBF-EF45-CC42-BAC4-2F4DBB555AED}" dt="2024-09-22T09:35:55.233" v="105"/>
          <ac:spMkLst>
            <pc:docMk/>
            <pc:sldMk cId="2484295734" sldId="631"/>
            <ac:spMk id="2" creationId="{00000000-0000-0000-0000-000000000000}"/>
          </ac:spMkLst>
        </pc:spChg>
        <pc:spChg chg="mod">
          <ac:chgData name="Manuel Díaz Rodríguez" userId="ad3297c4-a1d0-4ef3-804a-cf14fe12b873" providerId="ADAL" clId="{0AA02DBF-EF45-CC42-BAC4-2F4DBB555AED}" dt="2024-09-22T09:35:55.233" v="105"/>
          <ac:spMkLst>
            <pc:docMk/>
            <pc:sldMk cId="2484295734" sldId="631"/>
            <ac:spMk id="4" creationId="{00000000-0000-0000-0000-000000000000}"/>
          </ac:spMkLst>
        </pc:spChg>
        <pc:spChg chg="mod">
          <ac:chgData name="Manuel Díaz Rodríguez" userId="ad3297c4-a1d0-4ef3-804a-cf14fe12b873" providerId="ADAL" clId="{0AA02DBF-EF45-CC42-BAC4-2F4DBB555AED}" dt="2024-09-22T09:32:08.984" v="2"/>
          <ac:spMkLst>
            <pc:docMk/>
            <pc:sldMk cId="2484295734" sldId="631"/>
            <ac:spMk id="5" creationId="{986ABE38-5524-EABA-030A-9834DCCE88B8}"/>
          </ac:spMkLst>
        </pc:spChg>
      </pc:sldChg>
      <pc:sldChg chg="modSp mod">
        <pc:chgData name="Manuel Díaz Rodríguez" userId="ad3297c4-a1d0-4ef3-804a-cf14fe12b873" providerId="ADAL" clId="{0AA02DBF-EF45-CC42-BAC4-2F4DBB555AED}" dt="2024-09-22T09:35:55.233" v="105"/>
        <pc:sldMkLst>
          <pc:docMk/>
          <pc:sldMk cId="2017515841" sldId="632"/>
        </pc:sldMkLst>
        <pc:spChg chg="mod">
          <ac:chgData name="Manuel Díaz Rodríguez" userId="ad3297c4-a1d0-4ef3-804a-cf14fe12b873" providerId="ADAL" clId="{0AA02DBF-EF45-CC42-BAC4-2F4DBB555AED}" dt="2024-09-22T09:35:55.233" v="105"/>
          <ac:spMkLst>
            <pc:docMk/>
            <pc:sldMk cId="2017515841" sldId="632"/>
            <ac:spMk id="2" creationId="{00000000-0000-0000-0000-000000000000}"/>
          </ac:spMkLst>
        </pc:spChg>
        <pc:spChg chg="mod">
          <ac:chgData name="Manuel Díaz Rodríguez" userId="ad3297c4-a1d0-4ef3-804a-cf14fe12b873" providerId="ADAL" clId="{0AA02DBF-EF45-CC42-BAC4-2F4DBB555AED}" dt="2024-09-22T09:35:55.233" v="105"/>
          <ac:spMkLst>
            <pc:docMk/>
            <pc:sldMk cId="2017515841" sldId="632"/>
            <ac:spMk id="4" creationId="{00000000-0000-0000-0000-000000000000}"/>
          </ac:spMkLst>
        </pc:spChg>
        <pc:spChg chg="mod">
          <ac:chgData name="Manuel Díaz Rodríguez" userId="ad3297c4-a1d0-4ef3-804a-cf14fe12b873" providerId="ADAL" clId="{0AA02DBF-EF45-CC42-BAC4-2F4DBB555AED}" dt="2024-09-22T09:32:08.984" v="2"/>
          <ac:spMkLst>
            <pc:docMk/>
            <pc:sldMk cId="2017515841" sldId="632"/>
            <ac:spMk id="5" creationId="{986ABE38-5524-EABA-030A-9834DCCE88B8}"/>
          </ac:spMkLst>
        </pc:spChg>
      </pc:sldChg>
      <pc:sldChg chg="modSp">
        <pc:chgData name="Manuel Díaz Rodríguez" userId="ad3297c4-a1d0-4ef3-804a-cf14fe12b873" providerId="ADAL" clId="{0AA02DBF-EF45-CC42-BAC4-2F4DBB555AED}" dt="2024-09-22T09:35:55.233" v="105"/>
        <pc:sldMkLst>
          <pc:docMk/>
          <pc:sldMk cId="3379279672" sldId="633"/>
        </pc:sldMkLst>
        <pc:spChg chg="mod">
          <ac:chgData name="Manuel Díaz Rodríguez" userId="ad3297c4-a1d0-4ef3-804a-cf14fe12b873" providerId="ADAL" clId="{0AA02DBF-EF45-CC42-BAC4-2F4DBB555AED}" dt="2024-09-22T09:35:55.233" v="105"/>
          <ac:spMkLst>
            <pc:docMk/>
            <pc:sldMk cId="3379279672" sldId="633"/>
            <ac:spMk id="2" creationId="{00000000-0000-0000-0000-000000000000}"/>
          </ac:spMkLst>
        </pc:spChg>
        <pc:spChg chg="mod">
          <ac:chgData name="Manuel Díaz Rodríguez" userId="ad3297c4-a1d0-4ef3-804a-cf14fe12b873" providerId="ADAL" clId="{0AA02DBF-EF45-CC42-BAC4-2F4DBB555AED}" dt="2024-09-22T09:35:55.233" v="105"/>
          <ac:spMkLst>
            <pc:docMk/>
            <pc:sldMk cId="3379279672" sldId="633"/>
            <ac:spMk id="4" creationId="{00000000-0000-0000-0000-000000000000}"/>
          </ac:spMkLst>
        </pc:spChg>
        <pc:spChg chg="mod">
          <ac:chgData name="Manuel Díaz Rodríguez" userId="ad3297c4-a1d0-4ef3-804a-cf14fe12b873" providerId="ADAL" clId="{0AA02DBF-EF45-CC42-BAC4-2F4DBB555AED}" dt="2024-09-22T09:32:08.984" v="2"/>
          <ac:spMkLst>
            <pc:docMk/>
            <pc:sldMk cId="3379279672" sldId="633"/>
            <ac:spMk id="5" creationId="{986ABE38-5524-EABA-030A-9834DCCE88B8}"/>
          </ac:spMkLst>
        </pc:spChg>
        <pc:spChg chg="mod">
          <ac:chgData name="Manuel Díaz Rodríguez" userId="ad3297c4-a1d0-4ef3-804a-cf14fe12b873" providerId="ADAL" clId="{0AA02DBF-EF45-CC42-BAC4-2F4DBB555AED}" dt="2024-09-22T09:32:08.984" v="2"/>
          <ac:spMkLst>
            <pc:docMk/>
            <pc:sldMk cId="3379279672" sldId="633"/>
            <ac:spMk id="6" creationId="{B81E932E-EECA-EEC8-E988-BC759AEC1BDD}"/>
          </ac:spMkLst>
        </pc:spChg>
        <pc:spChg chg="mod">
          <ac:chgData name="Manuel Díaz Rodríguez" userId="ad3297c4-a1d0-4ef3-804a-cf14fe12b873" providerId="ADAL" clId="{0AA02DBF-EF45-CC42-BAC4-2F4DBB555AED}" dt="2024-09-22T09:32:08.984" v="2"/>
          <ac:spMkLst>
            <pc:docMk/>
            <pc:sldMk cId="3379279672" sldId="633"/>
            <ac:spMk id="7" creationId="{021185C8-5EF7-C5E1-B9E5-0467F90F947A}"/>
          </ac:spMkLst>
        </pc:spChg>
      </pc:sldChg>
      <pc:sldChg chg="modSp">
        <pc:chgData name="Manuel Díaz Rodríguez" userId="ad3297c4-a1d0-4ef3-804a-cf14fe12b873" providerId="ADAL" clId="{0AA02DBF-EF45-CC42-BAC4-2F4DBB555AED}" dt="2024-09-22T09:35:55.233" v="105"/>
        <pc:sldMkLst>
          <pc:docMk/>
          <pc:sldMk cId="1656950600" sldId="634"/>
        </pc:sldMkLst>
        <pc:spChg chg="mod">
          <ac:chgData name="Manuel Díaz Rodríguez" userId="ad3297c4-a1d0-4ef3-804a-cf14fe12b873" providerId="ADAL" clId="{0AA02DBF-EF45-CC42-BAC4-2F4DBB555AED}" dt="2024-09-22T09:35:55.233" v="105"/>
          <ac:spMkLst>
            <pc:docMk/>
            <pc:sldMk cId="1656950600" sldId="634"/>
            <ac:spMk id="2" creationId="{00000000-0000-0000-0000-000000000000}"/>
          </ac:spMkLst>
        </pc:spChg>
        <pc:spChg chg="mod">
          <ac:chgData name="Manuel Díaz Rodríguez" userId="ad3297c4-a1d0-4ef3-804a-cf14fe12b873" providerId="ADAL" clId="{0AA02DBF-EF45-CC42-BAC4-2F4DBB555AED}" dt="2024-09-22T09:35:55.233" v="105"/>
          <ac:spMkLst>
            <pc:docMk/>
            <pc:sldMk cId="1656950600" sldId="634"/>
            <ac:spMk id="4" creationId="{00000000-0000-0000-0000-000000000000}"/>
          </ac:spMkLst>
        </pc:spChg>
        <pc:picChg chg="mod">
          <ac:chgData name="Manuel Díaz Rodríguez" userId="ad3297c4-a1d0-4ef3-804a-cf14fe12b873" providerId="ADAL" clId="{0AA02DBF-EF45-CC42-BAC4-2F4DBB555AED}" dt="2024-09-22T09:32:08.984" v="2"/>
          <ac:picMkLst>
            <pc:docMk/>
            <pc:sldMk cId="1656950600" sldId="634"/>
            <ac:picMk id="3" creationId="{B9EDBD29-1DCC-CF5B-0474-D5528B41BE9E}"/>
          </ac:picMkLst>
        </pc:picChg>
      </pc:sldChg>
      <pc:sldChg chg="modSp">
        <pc:chgData name="Manuel Díaz Rodríguez" userId="ad3297c4-a1d0-4ef3-804a-cf14fe12b873" providerId="ADAL" clId="{0AA02DBF-EF45-CC42-BAC4-2F4DBB555AED}" dt="2024-09-22T09:35:55.233" v="105"/>
        <pc:sldMkLst>
          <pc:docMk/>
          <pc:sldMk cId="663719708" sldId="635"/>
        </pc:sldMkLst>
        <pc:spChg chg="mod">
          <ac:chgData name="Manuel Díaz Rodríguez" userId="ad3297c4-a1d0-4ef3-804a-cf14fe12b873" providerId="ADAL" clId="{0AA02DBF-EF45-CC42-BAC4-2F4DBB555AED}" dt="2024-09-22T09:35:55.233" v="105"/>
          <ac:spMkLst>
            <pc:docMk/>
            <pc:sldMk cId="663719708" sldId="635"/>
            <ac:spMk id="2" creationId="{00000000-0000-0000-0000-000000000000}"/>
          </ac:spMkLst>
        </pc:spChg>
        <pc:spChg chg="mod">
          <ac:chgData name="Manuel Díaz Rodríguez" userId="ad3297c4-a1d0-4ef3-804a-cf14fe12b873" providerId="ADAL" clId="{0AA02DBF-EF45-CC42-BAC4-2F4DBB555AED}" dt="2024-09-22T09:35:55.233" v="105"/>
          <ac:spMkLst>
            <pc:docMk/>
            <pc:sldMk cId="663719708" sldId="635"/>
            <ac:spMk id="4" creationId="{00000000-0000-0000-0000-000000000000}"/>
          </ac:spMkLst>
        </pc:spChg>
        <pc:spChg chg="mod">
          <ac:chgData name="Manuel Díaz Rodríguez" userId="ad3297c4-a1d0-4ef3-804a-cf14fe12b873" providerId="ADAL" clId="{0AA02DBF-EF45-CC42-BAC4-2F4DBB555AED}" dt="2024-09-22T09:32:08.984" v="2"/>
          <ac:spMkLst>
            <pc:docMk/>
            <pc:sldMk cId="663719708" sldId="635"/>
            <ac:spMk id="5" creationId="{986ABE38-5524-EABA-030A-9834DCCE88B8}"/>
          </ac:spMkLst>
        </pc:spChg>
        <pc:picChg chg="mod">
          <ac:chgData name="Manuel Díaz Rodríguez" userId="ad3297c4-a1d0-4ef3-804a-cf14fe12b873" providerId="ADAL" clId="{0AA02DBF-EF45-CC42-BAC4-2F4DBB555AED}" dt="2024-09-22T09:32:08.984" v="2"/>
          <ac:picMkLst>
            <pc:docMk/>
            <pc:sldMk cId="663719708" sldId="635"/>
            <ac:picMk id="3" creationId="{66F3DAA7-9E12-005C-FDAE-A459BF9987A8}"/>
          </ac:picMkLst>
        </pc:picChg>
      </pc:sldChg>
      <pc:sldChg chg="modSp">
        <pc:chgData name="Manuel Díaz Rodríguez" userId="ad3297c4-a1d0-4ef3-804a-cf14fe12b873" providerId="ADAL" clId="{0AA02DBF-EF45-CC42-BAC4-2F4DBB555AED}" dt="2024-09-22T09:35:55.233" v="105"/>
        <pc:sldMkLst>
          <pc:docMk/>
          <pc:sldMk cId="3624442167" sldId="636"/>
        </pc:sldMkLst>
        <pc:spChg chg="mod">
          <ac:chgData name="Manuel Díaz Rodríguez" userId="ad3297c4-a1d0-4ef3-804a-cf14fe12b873" providerId="ADAL" clId="{0AA02DBF-EF45-CC42-BAC4-2F4DBB555AED}" dt="2024-09-22T09:35:55.233" v="105"/>
          <ac:spMkLst>
            <pc:docMk/>
            <pc:sldMk cId="3624442167" sldId="636"/>
            <ac:spMk id="2" creationId="{00000000-0000-0000-0000-000000000000}"/>
          </ac:spMkLst>
        </pc:spChg>
        <pc:spChg chg="mod">
          <ac:chgData name="Manuel Díaz Rodríguez" userId="ad3297c4-a1d0-4ef3-804a-cf14fe12b873" providerId="ADAL" clId="{0AA02DBF-EF45-CC42-BAC4-2F4DBB555AED}" dt="2024-09-22T09:35:55.233" v="105"/>
          <ac:spMkLst>
            <pc:docMk/>
            <pc:sldMk cId="3624442167" sldId="636"/>
            <ac:spMk id="4" creationId="{00000000-0000-0000-0000-000000000000}"/>
          </ac:spMkLst>
        </pc:spChg>
        <pc:picChg chg="mod">
          <ac:chgData name="Manuel Díaz Rodríguez" userId="ad3297c4-a1d0-4ef3-804a-cf14fe12b873" providerId="ADAL" clId="{0AA02DBF-EF45-CC42-BAC4-2F4DBB555AED}" dt="2024-09-22T09:32:08.984" v="2"/>
          <ac:picMkLst>
            <pc:docMk/>
            <pc:sldMk cId="3624442167" sldId="636"/>
            <ac:picMk id="5" creationId="{A9E6606F-CBF6-D1F6-D4F1-904FB742F57D}"/>
          </ac:picMkLst>
        </pc:picChg>
        <pc:picChg chg="mod">
          <ac:chgData name="Manuel Díaz Rodríguez" userId="ad3297c4-a1d0-4ef3-804a-cf14fe12b873" providerId="ADAL" clId="{0AA02DBF-EF45-CC42-BAC4-2F4DBB555AED}" dt="2024-09-22T09:32:08.984" v="2"/>
          <ac:picMkLst>
            <pc:docMk/>
            <pc:sldMk cId="3624442167" sldId="636"/>
            <ac:picMk id="6" creationId="{8B712F27-38BE-CBA8-10F1-140368C16995}"/>
          </ac:picMkLst>
        </pc:picChg>
      </pc:sldChg>
      <pc:sldChg chg="modSp">
        <pc:chgData name="Manuel Díaz Rodríguez" userId="ad3297c4-a1d0-4ef3-804a-cf14fe12b873" providerId="ADAL" clId="{0AA02DBF-EF45-CC42-BAC4-2F4DBB555AED}" dt="2024-09-22T09:35:55.233" v="105"/>
        <pc:sldMkLst>
          <pc:docMk/>
          <pc:sldMk cId="3500794042" sldId="637"/>
        </pc:sldMkLst>
        <pc:spChg chg="mod">
          <ac:chgData name="Manuel Díaz Rodríguez" userId="ad3297c4-a1d0-4ef3-804a-cf14fe12b873" providerId="ADAL" clId="{0AA02DBF-EF45-CC42-BAC4-2F4DBB555AED}" dt="2024-09-22T09:35:55.233" v="105"/>
          <ac:spMkLst>
            <pc:docMk/>
            <pc:sldMk cId="3500794042" sldId="637"/>
            <ac:spMk id="2" creationId="{00000000-0000-0000-0000-000000000000}"/>
          </ac:spMkLst>
        </pc:spChg>
        <pc:spChg chg="mod">
          <ac:chgData name="Manuel Díaz Rodríguez" userId="ad3297c4-a1d0-4ef3-804a-cf14fe12b873" providerId="ADAL" clId="{0AA02DBF-EF45-CC42-BAC4-2F4DBB555AED}" dt="2024-09-22T09:35:55.233" v="105"/>
          <ac:spMkLst>
            <pc:docMk/>
            <pc:sldMk cId="3500794042" sldId="637"/>
            <ac:spMk id="4" creationId="{00000000-0000-0000-0000-000000000000}"/>
          </ac:spMkLst>
        </pc:spChg>
        <pc:picChg chg="mod">
          <ac:chgData name="Manuel Díaz Rodríguez" userId="ad3297c4-a1d0-4ef3-804a-cf14fe12b873" providerId="ADAL" clId="{0AA02DBF-EF45-CC42-BAC4-2F4DBB555AED}" dt="2024-09-22T09:32:08.984" v="2"/>
          <ac:picMkLst>
            <pc:docMk/>
            <pc:sldMk cId="3500794042" sldId="637"/>
            <ac:picMk id="3" creationId="{B6C00BC1-141B-5A89-5802-AA67A9FAE2AB}"/>
          </ac:picMkLst>
        </pc:picChg>
      </pc:sldChg>
      <pc:sldChg chg="modSp">
        <pc:chgData name="Manuel Díaz Rodríguez" userId="ad3297c4-a1d0-4ef3-804a-cf14fe12b873" providerId="ADAL" clId="{0AA02DBF-EF45-CC42-BAC4-2F4DBB555AED}" dt="2024-09-22T09:35:55.233" v="105"/>
        <pc:sldMkLst>
          <pc:docMk/>
          <pc:sldMk cId="877059657" sldId="638"/>
        </pc:sldMkLst>
        <pc:spChg chg="mod">
          <ac:chgData name="Manuel Díaz Rodríguez" userId="ad3297c4-a1d0-4ef3-804a-cf14fe12b873" providerId="ADAL" clId="{0AA02DBF-EF45-CC42-BAC4-2F4DBB555AED}" dt="2024-09-22T09:35:55.233" v="105"/>
          <ac:spMkLst>
            <pc:docMk/>
            <pc:sldMk cId="877059657" sldId="638"/>
            <ac:spMk id="2" creationId="{00000000-0000-0000-0000-000000000000}"/>
          </ac:spMkLst>
        </pc:spChg>
        <pc:spChg chg="mod">
          <ac:chgData name="Manuel Díaz Rodríguez" userId="ad3297c4-a1d0-4ef3-804a-cf14fe12b873" providerId="ADAL" clId="{0AA02DBF-EF45-CC42-BAC4-2F4DBB555AED}" dt="2024-09-22T09:35:55.233" v="105"/>
          <ac:spMkLst>
            <pc:docMk/>
            <pc:sldMk cId="877059657" sldId="638"/>
            <ac:spMk id="4" creationId="{00000000-0000-0000-0000-000000000000}"/>
          </ac:spMkLst>
        </pc:spChg>
        <pc:spChg chg="mod">
          <ac:chgData name="Manuel Díaz Rodríguez" userId="ad3297c4-a1d0-4ef3-804a-cf14fe12b873" providerId="ADAL" clId="{0AA02DBF-EF45-CC42-BAC4-2F4DBB555AED}" dt="2024-09-22T09:32:08.984" v="2"/>
          <ac:spMkLst>
            <pc:docMk/>
            <pc:sldMk cId="877059657" sldId="638"/>
            <ac:spMk id="5" creationId="{986ABE38-5524-EABA-030A-9834DCCE88B8}"/>
          </ac:spMkLst>
        </pc:spChg>
        <pc:spChg chg="mod">
          <ac:chgData name="Manuel Díaz Rodríguez" userId="ad3297c4-a1d0-4ef3-804a-cf14fe12b873" providerId="ADAL" clId="{0AA02DBF-EF45-CC42-BAC4-2F4DBB555AED}" dt="2024-09-22T09:32:08.984" v="2"/>
          <ac:spMkLst>
            <pc:docMk/>
            <pc:sldMk cId="877059657" sldId="638"/>
            <ac:spMk id="6" creationId="{B81E932E-EECA-EEC8-E988-BC759AEC1BDD}"/>
          </ac:spMkLst>
        </pc:spChg>
        <pc:spChg chg="mod">
          <ac:chgData name="Manuel Díaz Rodríguez" userId="ad3297c4-a1d0-4ef3-804a-cf14fe12b873" providerId="ADAL" clId="{0AA02DBF-EF45-CC42-BAC4-2F4DBB555AED}" dt="2024-09-22T09:32:08.984" v="2"/>
          <ac:spMkLst>
            <pc:docMk/>
            <pc:sldMk cId="877059657" sldId="638"/>
            <ac:spMk id="7" creationId="{021185C8-5EF7-C5E1-B9E5-0467F90F947A}"/>
          </ac:spMkLst>
        </pc:spChg>
      </pc:sldChg>
      <pc:sldChg chg="del">
        <pc:chgData name="Manuel Díaz Rodríguez" userId="ad3297c4-a1d0-4ef3-804a-cf14fe12b873" providerId="ADAL" clId="{0AA02DBF-EF45-CC42-BAC4-2F4DBB555AED}" dt="2024-09-22T09:31:11.468" v="0" actId="2696"/>
        <pc:sldMkLst>
          <pc:docMk/>
          <pc:sldMk cId="724879501" sldId="639"/>
        </pc:sldMkLst>
      </pc:sldChg>
      <pc:sldChg chg="modSp add mod">
        <pc:chgData name="Manuel Díaz Rodríguez" userId="ad3297c4-a1d0-4ef3-804a-cf14fe12b873" providerId="ADAL" clId="{0AA02DBF-EF45-CC42-BAC4-2F4DBB555AED}" dt="2024-09-22T09:35:55.233" v="105"/>
        <pc:sldMkLst>
          <pc:docMk/>
          <pc:sldMk cId="2786398673" sldId="639"/>
        </pc:sldMkLst>
        <pc:spChg chg="mod">
          <ac:chgData name="Manuel Díaz Rodríguez" userId="ad3297c4-a1d0-4ef3-804a-cf14fe12b873" providerId="ADAL" clId="{0AA02DBF-EF45-CC42-BAC4-2F4DBB555AED}" dt="2024-09-22T09:32:08.984" v="2"/>
          <ac:spMkLst>
            <pc:docMk/>
            <pc:sldMk cId="2786398673" sldId="639"/>
            <ac:spMk id="2" creationId="{00000000-0000-0000-0000-000000000000}"/>
          </ac:spMkLst>
        </pc:spChg>
        <pc:spChg chg="mod">
          <ac:chgData name="Manuel Díaz Rodríguez" userId="ad3297c4-a1d0-4ef3-804a-cf14fe12b873" providerId="ADAL" clId="{0AA02DBF-EF45-CC42-BAC4-2F4DBB555AED}" dt="2024-09-22T09:35:55.233" v="105"/>
          <ac:spMkLst>
            <pc:docMk/>
            <pc:sldMk cId="2786398673" sldId="639"/>
            <ac:spMk id="3" creationId="{00000000-0000-0000-0000-000000000000}"/>
          </ac:spMkLst>
        </pc:spChg>
        <pc:picChg chg="mod">
          <ac:chgData name="Manuel Díaz Rodríguez" userId="ad3297c4-a1d0-4ef3-804a-cf14fe12b873" providerId="ADAL" clId="{0AA02DBF-EF45-CC42-BAC4-2F4DBB555AED}" dt="2024-09-22T09:32:08.984" v="2"/>
          <ac:picMkLst>
            <pc:docMk/>
            <pc:sldMk cId="2786398673" sldId="639"/>
            <ac:picMk id="5" creationId="{C3B9E55E-2672-C1A7-1881-ECD4356FD2E9}"/>
          </ac:picMkLst>
        </pc:picChg>
        <pc:picChg chg="mod">
          <ac:chgData name="Manuel Díaz Rodríguez" userId="ad3297c4-a1d0-4ef3-804a-cf14fe12b873" providerId="ADAL" clId="{0AA02DBF-EF45-CC42-BAC4-2F4DBB555AED}" dt="2024-09-22T09:32:08.984" v="2"/>
          <ac:picMkLst>
            <pc:docMk/>
            <pc:sldMk cId="2786398673" sldId="639"/>
            <ac:picMk id="6" creationId="{1C925647-C036-1A78-EA0C-CEC43E16F296}"/>
          </ac:picMkLst>
        </pc:picChg>
      </pc:sldChg>
      <pc:sldChg chg="del">
        <pc:chgData name="Manuel Díaz Rodríguez" userId="ad3297c4-a1d0-4ef3-804a-cf14fe12b873" providerId="ADAL" clId="{0AA02DBF-EF45-CC42-BAC4-2F4DBB555AED}" dt="2024-09-22T09:31:11.468" v="0" actId="2696"/>
        <pc:sldMkLst>
          <pc:docMk/>
          <pc:sldMk cId="2041201425" sldId="640"/>
        </pc:sldMkLst>
      </pc:sldChg>
      <pc:sldChg chg="modSp add mod">
        <pc:chgData name="Manuel Díaz Rodríguez" userId="ad3297c4-a1d0-4ef3-804a-cf14fe12b873" providerId="ADAL" clId="{0AA02DBF-EF45-CC42-BAC4-2F4DBB555AED}" dt="2024-09-22T09:35:55.233" v="105"/>
        <pc:sldMkLst>
          <pc:docMk/>
          <pc:sldMk cId="3248645688" sldId="640"/>
        </pc:sldMkLst>
        <pc:spChg chg="mod">
          <ac:chgData name="Manuel Díaz Rodríguez" userId="ad3297c4-a1d0-4ef3-804a-cf14fe12b873" providerId="ADAL" clId="{0AA02DBF-EF45-CC42-BAC4-2F4DBB555AED}" dt="2024-09-22T09:32:08.984" v="2"/>
          <ac:spMkLst>
            <pc:docMk/>
            <pc:sldMk cId="3248645688" sldId="640"/>
            <ac:spMk id="2" creationId="{00000000-0000-0000-0000-000000000000}"/>
          </ac:spMkLst>
        </pc:spChg>
        <pc:spChg chg="mod">
          <ac:chgData name="Manuel Díaz Rodríguez" userId="ad3297c4-a1d0-4ef3-804a-cf14fe12b873" providerId="ADAL" clId="{0AA02DBF-EF45-CC42-BAC4-2F4DBB555AED}" dt="2024-09-22T09:35:55.233" v="105"/>
          <ac:spMkLst>
            <pc:docMk/>
            <pc:sldMk cId="3248645688" sldId="640"/>
            <ac:spMk id="3" creationId="{00000000-0000-0000-0000-000000000000}"/>
          </ac:spMkLst>
        </pc:spChg>
        <pc:picChg chg="mod">
          <ac:chgData name="Manuel Díaz Rodríguez" userId="ad3297c4-a1d0-4ef3-804a-cf14fe12b873" providerId="ADAL" clId="{0AA02DBF-EF45-CC42-BAC4-2F4DBB555AED}" dt="2024-09-22T09:32:08.984" v="2"/>
          <ac:picMkLst>
            <pc:docMk/>
            <pc:sldMk cId="3248645688" sldId="640"/>
            <ac:picMk id="7" creationId="{69DE02F9-E062-C505-3F0E-2619F1BC191A}"/>
          </ac:picMkLst>
        </pc:picChg>
      </pc:sldChg>
      <pc:sldChg chg="modSp add mod">
        <pc:chgData name="Manuel Díaz Rodríguez" userId="ad3297c4-a1d0-4ef3-804a-cf14fe12b873" providerId="ADAL" clId="{0AA02DBF-EF45-CC42-BAC4-2F4DBB555AED}" dt="2024-09-22T09:35:55.233" v="105"/>
        <pc:sldMkLst>
          <pc:docMk/>
          <pc:sldMk cId="1213464269" sldId="641"/>
        </pc:sldMkLst>
        <pc:spChg chg="mod">
          <ac:chgData name="Manuel Díaz Rodríguez" userId="ad3297c4-a1d0-4ef3-804a-cf14fe12b873" providerId="ADAL" clId="{0AA02DBF-EF45-CC42-BAC4-2F4DBB555AED}" dt="2024-09-22T09:32:08.984" v="2"/>
          <ac:spMkLst>
            <pc:docMk/>
            <pc:sldMk cId="1213464269" sldId="641"/>
            <ac:spMk id="2" creationId="{00000000-0000-0000-0000-000000000000}"/>
          </ac:spMkLst>
        </pc:spChg>
        <pc:spChg chg="mod">
          <ac:chgData name="Manuel Díaz Rodríguez" userId="ad3297c4-a1d0-4ef3-804a-cf14fe12b873" providerId="ADAL" clId="{0AA02DBF-EF45-CC42-BAC4-2F4DBB555AED}" dt="2024-09-22T09:35:55.233" v="105"/>
          <ac:spMkLst>
            <pc:docMk/>
            <pc:sldMk cId="1213464269" sldId="641"/>
            <ac:spMk id="3" creationId="{00000000-0000-0000-0000-000000000000}"/>
          </ac:spMkLst>
        </pc:spChg>
        <pc:picChg chg="mod">
          <ac:chgData name="Manuel Díaz Rodríguez" userId="ad3297c4-a1d0-4ef3-804a-cf14fe12b873" providerId="ADAL" clId="{0AA02DBF-EF45-CC42-BAC4-2F4DBB555AED}" dt="2024-09-22T09:32:08.984" v="2"/>
          <ac:picMkLst>
            <pc:docMk/>
            <pc:sldMk cId="1213464269" sldId="641"/>
            <ac:picMk id="5" creationId="{66D9FA65-6A98-F1E1-1FD8-4D1289388D8A}"/>
          </ac:picMkLst>
        </pc:picChg>
      </pc:sldChg>
      <pc:sldChg chg="del">
        <pc:chgData name="Manuel Díaz Rodríguez" userId="ad3297c4-a1d0-4ef3-804a-cf14fe12b873" providerId="ADAL" clId="{0AA02DBF-EF45-CC42-BAC4-2F4DBB555AED}" dt="2024-09-22T09:31:11.468" v="0" actId="2696"/>
        <pc:sldMkLst>
          <pc:docMk/>
          <pc:sldMk cId="4153840255" sldId="641"/>
        </pc:sldMkLst>
      </pc:sldChg>
      <pc:sldChg chg="del">
        <pc:chgData name="Manuel Díaz Rodríguez" userId="ad3297c4-a1d0-4ef3-804a-cf14fe12b873" providerId="ADAL" clId="{0AA02DBF-EF45-CC42-BAC4-2F4DBB555AED}" dt="2024-09-22T09:31:11.468" v="0" actId="2696"/>
        <pc:sldMkLst>
          <pc:docMk/>
          <pc:sldMk cId="638657325" sldId="643"/>
        </pc:sldMkLst>
      </pc:sldChg>
      <pc:sldChg chg="modSp add mod">
        <pc:chgData name="Manuel Díaz Rodríguez" userId="ad3297c4-a1d0-4ef3-804a-cf14fe12b873" providerId="ADAL" clId="{0AA02DBF-EF45-CC42-BAC4-2F4DBB555AED}" dt="2024-09-22T09:35:55.233" v="105"/>
        <pc:sldMkLst>
          <pc:docMk/>
          <pc:sldMk cId="1872552801" sldId="643"/>
        </pc:sldMkLst>
        <pc:spChg chg="mod">
          <ac:chgData name="Manuel Díaz Rodríguez" userId="ad3297c4-a1d0-4ef3-804a-cf14fe12b873" providerId="ADAL" clId="{0AA02DBF-EF45-CC42-BAC4-2F4DBB555AED}" dt="2024-09-22T09:32:08.984" v="2"/>
          <ac:spMkLst>
            <pc:docMk/>
            <pc:sldMk cId="1872552801" sldId="643"/>
            <ac:spMk id="2" creationId="{00000000-0000-0000-0000-000000000000}"/>
          </ac:spMkLst>
        </pc:spChg>
        <pc:spChg chg="mod">
          <ac:chgData name="Manuel Díaz Rodríguez" userId="ad3297c4-a1d0-4ef3-804a-cf14fe12b873" providerId="ADAL" clId="{0AA02DBF-EF45-CC42-BAC4-2F4DBB555AED}" dt="2024-09-22T09:35:55.233" v="105"/>
          <ac:spMkLst>
            <pc:docMk/>
            <pc:sldMk cId="1872552801" sldId="643"/>
            <ac:spMk id="3" creationId="{00000000-0000-0000-0000-000000000000}"/>
          </ac:spMkLst>
        </pc:spChg>
        <pc:picChg chg="mod">
          <ac:chgData name="Manuel Díaz Rodríguez" userId="ad3297c4-a1d0-4ef3-804a-cf14fe12b873" providerId="ADAL" clId="{0AA02DBF-EF45-CC42-BAC4-2F4DBB555AED}" dt="2024-09-22T09:32:08.984" v="2"/>
          <ac:picMkLst>
            <pc:docMk/>
            <pc:sldMk cId="1872552801" sldId="643"/>
            <ac:picMk id="5" creationId="{66D9FA65-6A98-F1E1-1FD8-4D1289388D8A}"/>
          </ac:picMkLst>
        </pc:picChg>
      </pc:sldChg>
      <pc:sldChg chg="modSp add">
        <pc:chgData name="Manuel Díaz Rodríguez" userId="ad3297c4-a1d0-4ef3-804a-cf14fe12b873" providerId="ADAL" clId="{0AA02DBF-EF45-CC42-BAC4-2F4DBB555AED}" dt="2024-09-22T09:32:08.984" v="2"/>
        <pc:sldMkLst>
          <pc:docMk/>
          <pc:sldMk cId="1745681393" sldId="644"/>
        </pc:sldMkLst>
        <pc:spChg chg="mod">
          <ac:chgData name="Manuel Díaz Rodríguez" userId="ad3297c4-a1d0-4ef3-804a-cf14fe12b873" providerId="ADAL" clId="{0AA02DBF-EF45-CC42-BAC4-2F4DBB555AED}" dt="2024-09-22T09:32:08.984" v="2"/>
          <ac:spMkLst>
            <pc:docMk/>
            <pc:sldMk cId="1745681393" sldId="644"/>
            <ac:spMk id="2" creationId="{00000000-0000-0000-0000-000000000000}"/>
          </ac:spMkLst>
        </pc:spChg>
        <pc:spChg chg="mod">
          <ac:chgData name="Manuel Díaz Rodríguez" userId="ad3297c4-a1d0-4ef3-804a-cf14fe12b873" providerId="ADAL" clId="{0AA02DBF-EF45-CC42-BAC4-2F4DBB555AED}" dt="2024-09-22T09:32:08.984" v="2"/>
          <ac:spMkLst>
            <pc:docMk/>
            <pc:sldMk cId="1745681393" sldId="644"/>
            <ac:spMk id="3" creationId="{00000000-0000-0000-0000-000000000000}"/>
          </ac:spMkLst>
        </pc:spChg>
        <pc:picChg chg="mod">
          <ac:chgData name="Manuel Díaz Rodríguez" userId="ad3297c4-a1d0-4ef3-804a-cf14fe12b873" providerId="ADAL" clId="{0AA02DBF-EF45-CC42-BAC4-2F4DBB555AED}" dt="2024-09-22T09:32:08.984" v="2"/>
          <ac:picMkLst>
            <pc:docMk/>
            <pc:sldMk cId="1745681393" sldId="644"/>
            <ac:picMk id="4" creationId="{915FD279-CA62-F970-4FD1-7414BE858146}"/>
          </ac:picMkLst>
        </pc:picChg>
      </pc:sldChg>
      <pc:sldChg chg="del">
        <pc:chgData name="Manuel Díaz Rodríguez" userId="ad3297c4-a1d0-4ef3-804a-cf14fe12b873" providerId="ADAL" clId="{0AA02DBF-EF45-CC42-BAC4-2F4DBB555AED}" dt="2024-09-22T09:31:11.468" v="0" actId="2696"/>
        <pc:sldMkLst>
          <pc:docMk/>
          <pc:sldMk cId="4294705034" sldId="644"/>
        </pc:sldMkLst>
      </pc:sldChg>
      <pc:sldMasterChg chg="modSp setBg modSldLayout">
        <pc:chgData name="Manuel Díaz Rodríguez" userId="ad3297c4-a1d0-4ef3-804a-cf14fe12b873" providerId="ADAL" clId="{0AA02DBF-EF45-CC42-BAC4-2F4DBB555AED}" dt="2024-09-22T09:36:56.174" v="129"/>
        <pc:sldMasterMkLst>
          <pc:docMk/>
          <pc:sldMasterMk cId="0" sldId="2147484008"/>
        </pc:sldMasterMkLst>
        <pc:spChg chg="mod">
          <ac:chgData name="Manuel Díaz Rodríguez" userId="ad3297c4-a1d0-4ef3-804a-cf14fe12b873" providerId="ADAL" clId="{0AA02DBF-EF45-CC42-BAC4-2F4DBB555AED}" dt="2024-09-22T09:32:08.984" v="2"/>
          <ac:spMkLst>
            <pc:docMk/>
            <pc:sldMasterMk cId="0" sldId="2147484008"/>
            <ac:spMk id="2"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ac:spMk id="3"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ac:spMk id="4"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ac:spMk id="5"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ac:spMk id="6" creationId="{00000000-0000-0000-0000-000000000000}"/>
          </ac:spMkLst>
        </pc:spChg>
        <pc:sldLayoutChg chg="modSp setBg">
          <pc:chgData name="Manuel Díaz Rodríguez" userId="ad3297c4-a1d0-4ef3-804a-cf14fe12b873" providerId="ADAL" clId="{0AA02DBF-EF45-CC42-BAC4-2F4DBB555AED}" dt="2024-09-22T09:36:56.174" v="129"/>
          <pc:sldLayoutMkLst>
            <pc:docMk/>
            <pc:sldMasterMk cId="0" sldId="2147484008"/>
            <pc:sldLayoutMk cId="0" sldId="2147484009"/>
          </pc:sldLayoutMkLst>
          <pc:spChg chg="mod">
            <ac:chgData name="Manuel Díaz Rodríguez" userId="ad3297c4-a1d0-4ef3-804a-cf14fe12b873" providerId="ADAL" clId="{0AA02DBF-EF45-CC42-BAC4-2F4DBB555AED}" dt="2024-09-22T09:32:08.984" v="2"/>
            <ac:spMkLst>
              <pc:docMk/>
              <pc:sldMasterMk cId="0" sldId="2147484008"/>
              <pc:sldLayoutMk cId="0" sldId="2147484009"/>
              <ac:spMk id="2"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09"/>
              <ac:spMk id="3" creationId="{00000000-0000-0000-0000-000000000000}"/>
            </ac:spMkLst>
          </pc:spChg>
        </pc:sldLayoutChg>
        <pc:sldLayoutChg chg="modSp setBg">
          <pc:chgData name="Manuel Díaz Rodríguez" userId="ad3297c4-a1d0-4ef3-804a-cf14fe12b873" providerId="ADAL" clId="{0AA02DBF-EF45-CC42-BAC4-2F4DBB555AED}" dt="2024-09-22T09:36:56.174" v="129"/>
          <pc:sldLayoutMkLst>
            <pc:docMk/>
            <pc:sldMasterMk cId="0" sldId="2147484008"/>
            <pc:sldLayoutMk cId="0" sldId="2147484010"/>
          </pc:sldLayoutMkLst>
          <pc:spChg chg="mod">
            <ac:chgData name="Manuel Díaz Rodríguez" userId="ad3297c4-a1d0-4ef3-804a-cf14fe12b873" providerId="ADAL" clId="{0AA02DBF-EF45-CC42-BAC4-2F4DBB555AED}" dt="2024-09-22T09:32:08.984" v="2"/>
            <ac:spMkLst>
              <pc:docMk/>
              <pc:sldMasterMk cId="0" sldId="2147484008"/>
              <pc:sldLayoutMk cId="0" sldId="2147484010"/>
              <ac:spMk id="5"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0"/>
              <ac:spMk id="6" creationId="{00000000-0000-0000-0000-000000000000}"/>
            </ac:spMkLst>
          </pc:spChg>
        </pc:sldLayoutChg>
        <pc:sldLayoutChg chg="modSp setBg">
          <pc:chgData name="Manuel Díaz Rodríguez" userId="ad3297c4-a1d0-4ef3-804a-cf14fe12b873" providerId="ADAL" clId="{0AA02DBF-EF45-CC42-BAC4-2F4DBB555AED}" dt="2024-09-22T09:36:56.174" v="129"/>
          <pc:sldLayoutMkLst>
            <pc:docMk/>
            <pc:sldMasterMk cId="0" sldId="2147484008"/>
            <pc:sldLayoutMk cId="0" sldId="2147484011"/>
          </pc:sldLayoutMkLst>
          <pc:spChg chg="mod">
            <ac:chgData name="Manuel Díaz Rodríguez" userId="ad3297c4-a1d0-4ef3-804a-cf14fe12b873" providerId="ADAL" clId="{0AA02DBF-EF45-CC42-BAC4-2F4DBB555AED}" dt="2024-09-22T09:32:08.984" v="2"/>
            <ac:spMkLst>
              <pc:docMk/>
              <pc:sldMasterMk cId="0" sldId="2147484008"/>
              <pc:sldLayoutMk cId="0" sldId="2147484011"/>
              <ac:spMk id="2"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1"/>
              <ac:spMk id="3" creationId="{00000000-0000-0000-0000-000000000000}"/>
            </ac:spMkLst>
          </pc:spChg>
        </pc:sldLayoutChg>
        <pc:sldLayoutChg chg="modSp setBg">
          <pc:chgData name="Manuel Díaz Rodríguez" userId="ad3297c4-a1d0-4ef3-804a-cf14fe12b873" providerId="ADAL" clId="{0AA02DBF-EF45-CC42-BAC4-2F4DBB555AED}" dt="2024-09-22T09:36:56.174" v="129"/>
          <pc:sldLayoutMkLst>
            <pc:docMk/>
            <pc:sldMasterMk cId="0" sldId="2147484008"/>
            <pc:sldLayoutMk cId="0" sldId="2147484012"/>
          </pc:sldLayoutMkLst>
          <pc:spChg chg="mod">
            <ac:chgData name="Manuel Díaz Rodríguez" userId="ad3297c4-a1d0-4ef3-804a-cf14fe12b873" providerId="ADAL" clId="{0AA02DBF-EF45-CC42-BAC4-2F4DBB555AED}" dt="2024-09-22T09:32:08.984" v="2"/>
            <ac:spMkLst>
              <pc:docMk/>
              <pc:sldMasterMk cId="0" sldId="2147484008"/>
              <pc:sldLayoutMk cId="0" sldId="2147484012"/>
              <ac:spMk id="3"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2"/>
              <ac:spMk id="4" creationId="{00000000-0000-0000-0000-000000000000}"/>
            </ac:spMkLst>
          </pc:spChg>
        </pc:sldLayoutChg>
        <pc:sldLayoutChg chg="modSp setBg">
          <pc:chgData name="Manuel Díaz Rodríguez" userId="ad3297c4-a1d0-4ef3-804a-cf14fe12b873" providerId="ADAL" clId="{0AA02DBF-EF45-CC42-BAC4-2F4DBB555AED}" dt="2024-09-22T09:36:56.174" v="129"/>
          <pc:sldLayoutMkLst>
            <pc:docMk/>
            <pc:sldMasterMk cId="0" sldId="2147484008"/>
            <pc:sldLayoutMk cId="0" sldId="2147484013"/>
          </pc:sldLayoutMkLst>
          <pc:spChg chg="mod">
            <ac:chgData name="Manuel Díaz Rodríguez" userId="ad3297c4-a1d0-4ef3-804a-cf14fe12b873" providerId="ADAL" clId="{0AA02DBF-EF45-CC42-BAC4-2F4DBB555AED}" dt="2024-09-22T09:32:08.984" v="2"/>
            <ac:spMkLst>
              <pc:docMk/>
              <pc:sldMasterMk cId="0" sldId="2147484008"/>
              <pc:sldLayoutMk cId="0" sldId="2147484013"/>
              <ac:spMk id="3"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3"/>
              <ac:spMk id="4"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3"/>
              <ac:spMk id="5"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3"/>
              <ac:spMk id="6" creationId="{00000000-0000-0000-0000-000000000000}"/>
            </ac:spMkLst>
          </pc:spChg>
        </pc:sldLayoutChg>
        <pc:sldLayoutChg chg="setBg">
          <pc:chgData name="Manuel Díaz Rodríguez" userId="ad3297c4-a1d0-4ef3-804a-cf14fe12b873" providerId="ADAL" clId="{0AA02DBF-EF45-CC42-BAC4-2F4DBB555AED}" dt="2024-09-22T09:36:56.174" v="129"/>
          <pc:sldLayoutMkLst>
            <pc:docMk/>
            <pc:sldMasterMk cId="0" sldId="2147484008"/>
            <pc:sldLayoutMk cId="0" sldId="2147484014"/>
          </pc:sldLayoutMkLst>
        </pc:sldLayoutChg>
        <pc:sldLayoutChg chg="setBg">
          <pc:chgData name="Manuel Díaz Rodríguez" userId="ad3297c4-a1d0-4ef3-804a-cf14fe12b873" providerId="ADAL" clId="{0AA02DBF-EF45-CC42-BAC4-2F4DBB555AED}" dt="2024-09-22T09:36:56.174" v="129"/>
          <pc:sldLayoutMkLst>
            <pc:docMk/>
            <pc:sldMasterMk cId="0" sldId="2147484008"/>
            <pc:sldLayoutMk cId="0" sldId="2147484015"/>
          </pc:sldLayoutMkLst>
        </pc:sldLayoutChg>
        <pc:sldLayoutChg chg="modSp setBg">
          <pc:chgData name="Manuel Díaz Rodríguez" userId="ad3297c4-a1d0-4ef3-804a-cf14fe12b873" providerId="ADAL" clId="{0AA02DBF-EF45-CC42-BAC4-2F4DBB555AED}" dt="2024-09-22T09:36:56.174" v="129"/>
          <pc:sldLayoutMkLst>
            <pc:docMk/>
            <pc:sldMasterMk cId="0" sldId="2147484008"/>
            <pc:sldLayoutMk cId="0" sldId="2147484016"/>
          </pc:sldLayoutMkLst>
          <pc:spChg chg="mod">
            <ac:chgData name="Manuel Díaz Rodríguez" userId="ad3297c4-a1d0-4ef3-804a-cf14fe12b873" providerId="ADAL" clId="{0AA02DBF-EF45-CC42-BAC4-2F4DBB555AED}" dt="2024-09-22T09:32:08.984" v="2"/>
            <ac:spMkLst>
              <pc:docMk/>
              <pc:sldMasterMk cId="0" sldId="2147484008"/>
              <pc:sldLayoutMk cId="0" sldId="2147484016"/>
              <ac:spMk id="2"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6"/>
              <ac:spMk id="3"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6"/>
              <ac:spMk id="4" creationId="{00000000-0000-0000-0000-000000000000}"/>
            </ac:spMkLst>
          </pc:spChg>
        </pc:sldLayoutChg>
        <pc:sldLayoutChg chg="modSp setBg">
          <pc:chgData name="Manuel Díaz Rodríguez" userId="ad3297c4-a1d0-4ef3-804a-cf14fe12b873" providerId="ADAL" clId="{0AA02DBF-EF45-CC42-BAC4-2F4DBB555AED}" dt="2024-09-22T09:36:56.174" v="129"/>
          <pc:sldLayoutMkLst>
            <pc:docMk/>
            <pc:sldMasterMk cId="0" sldId="2147484008"/>
            <pc:sldLayoutMk cId="0" sldId="2147484017"/>
          </pc:sldLayoutMkLst>
          <pc:spChg chg="mod">
            <ac:chgData name="Manuel Díaz Rodríguez" userId="ad3297c4-a1d0-4ef3-804a-cf14fe12b873" providerId="ADAL" clId="{0AA02DBF-EF45-CC42-BAC4-2F4DBB555AED}" dt="2024-09-22T09:32:08.984" v="2"/>
            <ac:spMkLst>
              <pc:docMk/>
              <pc:sldMasterMk cId="0" sldId="2147484008"/>
              <pc:sldLayoutMk cId="0" sldId="2147484017"/>
              <ac:spMk id="2"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7"/>
              <ac:spMk id="3"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7"/>
              <ac:spMk id="4" creationId="{00000000-0000-0000-0000-000000000000}"/>
            </ac:spMkLst>
          </pc:spChg>
        </pc:sldLayoutChg>
        <pc:sldLayoutChg chg="setBg">
          <pc:chgData name="Manuel Díaz Rodríguez" userId="ad3297c4-a1d0-4ef3-804a-cf14fe12b873" providerId="ADAL" clId="{0AA02DBF-EF45-CC42-BAC4-2F4DBB555AED}" dt="2024-09-22T09:36:56.174" v="129"/>
          <pc:sldLayoutMkLst>
            <pc:docMk/>
            <pc:sldMasterMk cId="0" sldId="2147484008"/>
            <pc:sldLayoutMk cId="0" sldId="2147484018"/>
          </pc:sldLayoutMkLst>
        </pc:sldLayoutChg>
        <pc:sldLayoutChg chg="modSp setBg">
          <pc:chgData name="Manuel Díaz Rodríguez" userId="ad3297c4-a1d0-4ef3-804a-cf14fe12b873" providerId="ADAL" clId="{0AA02DBF-EF45-CC42-BAC4-2F4DBB555AED}" dt="2024-09-22T09:36:56.174" v="129"/>
          <pc:sldLayoutMkLst>
            <pc:docMk/>
            <pc:sldMasterMk cId="0" sldId="2147484008"/>
            <pc:sldLayoutMk cId="0" sldId="2147484019"/>
          </pc:sldLayoutMkLst>
          <pc:spChg chg="mod">
            <ac:chgData name="Manuel Díaz Rodríguez" userId="ad3297c4-a1d0-4ef3-804a-cf14fe12b873" providerId="ADAL" clId="{0AA02DBF-EF45-CC42-BAC4-2F4DBB555AED}" dt="2024-09-22T09:32:08.984" v="2"/>
            <ac:spMkLst>
              <pc:docMk/>
              <pc:sldMasterMk cId="0" sldId="2147484008"/>
              <pc:sldLayoutMk cId="0" sldId="2147484019"/>
              <ac:spMk id="2" creationId="{00000000-0000-0000-0000-000000000000}"/>
            </ac:spMkLst>
          </pc:spChg>
          <pc:spChg chg="mod">
            <ac:chgData name="Manuel Díaz Rodríguez" userId="ad3297c4-a1d0-4ef3-804a-cf14fe12b873" providerId="ADAL" clId="{0AA02DBF-EF45-CC42-BAC4-2F4DBB555AED}" dt="2024-09-22T09:32:08.984" v="2"/>
            <ac:spMkLst>
              <pc:docMk/>
              <pc:sldMasterMk cId="0" sldId="2147484008"/>
              <pc:sldLayoutMk cId="0" sldId="2147484019"/>
              <ac:spMk id="3" creationId="{00000000-0000-0000-0000-000000000000}"/>
            </ac:spMkLst>
          </pc:spChg>
        </pc:sldLayoutChg>
      </pc:sldMasterChg>
    </pc:docChg>
  </pc:docChgLst>
  <pc:docChgLst>
    <pc:chgData name="Manuel Díaz Rodríguez" userId="ad3297c4-a1d0-4ef3-804a-cf14fe12b873" providerId="ADAL" clId="{A8AAE189-834C-C549-AA48-6BD9B51E1A97}"/>
    <pc:docChg chg="undo custSel addSld delSld modSld modSection">
      <pc:chgData name="Manuel Díaz Rodríguez" userId="ad3297c4-a1d0-4ef3-804a-cf14fe12b873" providerId="ADAL" clId="{A8AAE189-834C-C549-AA48-6BD9B51E1A97}" dt="2024-09-30T06:31:33.704" v="178" actId="20577"/>
      <pc:docMkLst>
        <pc:docMk/>
      </pc:docMkLst>
      <pc:sldChg chg="delSp modSp mod">
        <pc:chgData name="Manuel Díaz Rodríguez" userId="ad3297c4-a1d0-4ef3-804a-cf14fe12b873" providerId="ADAL" clId="{A8AAE189-834C-C549-AA48-6BD9B51E1A97}" dt="2024-09-11T07:38:19.651" v="4" actId="14100"/>
        <pc:sldMkLst>
          <pc:docMk/>
          <pc:sldMk cId="372065764" sldId="259"/>
        </pc:sldMkLst>
        <pc:spChg chg="mod">
          <ac:chgData name="Manuel Díaz Rodríguez" userId="ad3297c4-a1d0-4ef3-804a-cf14fe12b873" providerId="ADAL" clId="{A8AAE189-834C-C549-AA48-6BD9B51E1A97}" dt="2024-09-11T07:38:19.651" v="4" actId="14100"/>
          <ac:spMkLst>
            <pc:docMk/>
            <pc:sldMk cId="372065764" sldId="259"/>
            <ac:spMk id="3" creationId="{D4294589-5E77-4410-8E6A-2B010650AEB2}"/>
          </ac:spMkLst>
        </pc:spChg>
        <pc:spChg chg="mod">
          <ac:chgData name="Manuel Díaz Rodríguez" userId="ad3297c4-a1d0-4ef3-804a-cf14fe12b873" providerId="ADAL" clId="{A8AAE189-834C-C549-AA48-6BD9B51E1A97}" dt="2024-09-11T07:38:13.877" v="3" actId="14100"/>
          <ac:spMkLst>
            <pc:docMk/>
            <pc:sldMk cId="372065764" sldId="259"/>
            <ac:spMk id="6" creationId="{014CAF7E-9DC1-4300-81C8-F0CBE4A0676C}"/>
          </ac:spMkLst>
        </pc:spChg>
        <pc:spChg chg="del mod">
          <ac:chgData name="Manuel Díaz Rodríguez" userId="ad3297c4-a1d0-4ef3-804a-cf14fe12b873" providerId="ADAL" clId="{A8AAE189-834C-C549-AA48-6BD9B51E1A97}" dt="2024-09-11T07:38:09.872" v="2" actId="478"/>
          <ac:spMkLst>
            <pc:docMk/>
            <pc:sldMk cId="372065764" sldId="259"/>
            <ac:spMk id="8" creationId="{00000000-0000-0000-0000-000000000000}"/>
          </ac:spMkLst>
        </pc:spChg>
        <pc:picChg chg="del">
          <ac:chgData name="Manuel Díaz Rodríguez" userId="ad3297c4-a1d0-4ef3-804a-cf14fe12b873" providerId="ADAL" clId="{A8AAE189-834C-C549-AA48-6BD9B51E1A97}" dt="2024-09-11T07:38:00.683" v="0" actId="478"/>
          <ac:picMkLst>
            <pc:docMk/>
            <pc:sldMk cId="372065764" sldId="259"/>
            <ac:picMk id="7" creationId="{8C52C347-048E-43ED-A718-A1BFD0CBD771}"/>
          </ac:picMkLst>
        </pc:picChg>
      </pc:sldChg>
      <pc:sldChg chg="modSp mod">
        <pc:chgData name="Manuel Díaz Rodríguez" userId="ad3297c4-a1d0-4ef3-804a-cf14fe12b873" providerId="ADAL" clId="{A8AAE189-834C-C549-AA48-6BD9B51E1A97}" dt="2024-09-25T07:16:14.133" v="5" actId="20577"/>
        <pc:sldMkLst>
          <pc:docMk/>
          <pc:sldMk cId="0" sldId="516"/>
        </pc:sldMkLst>
        <pc:spChg chg="mod">
          <ac:chgData name="Manuel Díaz Rodríguez" userId="ad3297c4-a1d0-4ef3-804a-cf14fe12b873" providerId="ADAL" clId="{A8AAE189-834C-C549-AA48-6BD9B51E1A97}" dt="2024-09-25T07:16:14.133" v="5" actId="20577"/>
          <ac:spMkLst>
            <pc:docMk/>
            <pc:sldMk cId="0" sldId="516"/>
            <ac:spMk id="3" creationId="{00000000-0000-0000-0000-000000000000}"/>
          </ac:spMkLst>
        </pc:spChg>
      </pc:sldChg>
      <pc:sldChg chg="modSp mod">
        <pc:chgData name="Manuel Díaz Rodríguez" userId="ad3297c4-a1d0-4ef3-804a-cf14fe12b873" providerId="ADAL" clId="{A8AAE189-834C-C549-AA48-6BD9B51E1A97}" dt="2024-09-25T07:30:57.911" v="14" actId="20577"/>
        <pc:sldMkLst>
          <pc:docMk/>
          <pc:sldMk cId="100826388" sldId="518"/>
        </pc:sldMkLst>
        <pc:spChg chg="mod">
          <ac:chgData name="Manuel Díaz Rodríguez" userId="ad3297c4-a1d0-4ef3-804a-cf14fe12b873" providerId="ADAL" clId="{A8AAE189-834C-C549-AA48-6BD9B51E1A97}" dt="2024-09-25T07:30:57.911" v="14" actId="20577"/>
          <ac:spMkLst>
            <pc:docMk/>
            <pc:sldMk cId="100826388" sldId="518"/>
            <ac:spMk id="3" creationId="{00000000-0000-0000-0000-000000000000}"/>
          </ac:spMkLst>
        </pc:spChg>
      </pc:sldChg>
      <pc:sldChg chg="addSp modSp mod">
        <pc:chgData name="Manuel Díaz Rodríguez" userId="ad3297c4-a1d0-4ef3-804a-cf14fe12b873" providerId="ADAL" clId="{A8AAE189-834C-C549-AA48-6BD9B51E1A97}" dt="2024-09-25T07:32:59.691" v="21" actId="1076"/>
        <pc:sldMkLst>
          <pc:docMk/>
          <pc:sldMk cId="0" sldId="519"/>
        </pc:sldMkLst>
        <pc:spChg chg="add mod">
          <ac:chgData name="Manuel Díaz Rodríguez" userId="ad3297c4-a1d0-4ef3-804a-cf14fe12b873" providerId="ADAL" clId="{A8AAE189-834C-C549-AA48-6BD9B51E1A97}" dt="2024-09-25T07:32:59.691" v="21" actId="1076"/>
          <ac:spMkLst>
            <pc:docMk/>
            <pc:sldMk cId="0" sldId="519"/>
            <ac:spMk id="3" creationId="{C1242FBC-1262-88CF-9256-B38ED7B553BC}"/>
          </ac:spMkLst>
        </pc:spChg>
        <pc:picChg chg="mod">
          <ac:chgData name="Manuel Díaz Rodríguez" userId="ad3297c4-a1d0-4ef3-804a-cf14fe12b873" providerId="ADAL" clId="{A8AAE189-834C-C549-AA48-6BD9B51E1A97}" dt="2024-09-25T07:32:31.743" v="15" actId="1076"/>
          <ac:picMkLst>
            <pc:docMk/>
            <pc:sldMk cId="0" sldId="519"/>
            <ac:picMk id="19458" creationId="{00000000-0000-0000-0000-000000000000}"/>
          </ac:picMkLst>
        </pc:picChg>
      </pc:sldChg>
      <pc:sldChg chg="addSp delSp modSp mod">
        <pc:chgData name="Manuel Díaz Rodríguez" userId="ad3297c4-a1d0-4ef3-804a-cf14fe12b873" providerId="ADAL" clId="{A8AAE189-834C-C549-AA48-6BD9B51E1A97}" dt="2024-09-25T07:35:33.814" v="46" actId="20577"/>
        <pc:sldMkLst>
          <pc:docMk/>
          <pc:sldMk cId="0" sldId="520"/>
        </pc:sldMkLst>
        <pc:spChg chg="add del mod">
          <ac:chgData name="Manuel Díaz Rodríguez" userId="ad3297c4-a1d0-4ef3-804a-cf14fe12b873" providerId="ADAL" clId="{A8AAE189-834C-C549-AA48-6BD9B51E1A97}" dt="2024-09-25T07:34:15.206" v="29" actId="478"/>
          <ac:spMkLst>
            <pc:docMk/>
            <pc:sldMk cId="0" sldId="520"/>
            <ac:spMk id="3" creationId="{53C632F3-0358-E066-DC98-82994F7DB42A}"/>
          </ac:spMkLst>
        </pc:spChg>
        <pc:spChg chg="add del mod">
          <ac:chgData name="Manuel Díaz Rodríguez" userId="ad3297c4-a1d0-4ef3-804a-cf14fe12b873" providerId="ADAL" clId="{A8AAE189-834C-C549-AA48-6BD9B51E1A97}" dt="2024-09-25T07:34:26.239" v="30" actId="478"/>
          <ac:spMkLst>
            <pc:docMk/>
            <pc:sldMk cId="0" sldId="520"/>
            <ac:spMk id="6" creationId="{B2E4AA54-3983-D640-9DE1-20A70FD57B6F}"/>
          </ac:spMkLst>
        </pc:spChg>
        <pc:spChg chg="add mod">
          <ac:chgData name="Manuel Díaz Rodríguez" userId="ad3297c4-a1d0-4ef3-804a-cf14fe12b873" providerId="ADAL" clId="{A8AAE189-834C-C549-AA48-6BD9B51E1A97}" dt="2024-09-25T07:34:35.117" v="34" actId="14100"/>
          <ac:spMkLst>
            <pc:docMk/>
            <pc:sldMk cId="0" sldId="520"/>
            <ac:spMk id="7" creationId="{4F9183A5-C9F3-665B-8D14-7C90C3738BFC}"/>
          </ac:spMkLst>
        </pc:spChg>
        <pc:spChg chg="add mod">
          <ac:chgData name="Manuel Díaz Rodríguez" userId="ad3297c4-a1d0-4ef3-804a-cf14fe12b873" providerId="ADAL" clId="{A8AAE189-834C-C549-AA48-6BD9B51E1A97}" dt="2024-09-25T07:35:33.814" v="46" actId="20577"/>
          <ac:spMkLst>
            <pc:docMk/>
            <pc:sldMk cId="0" sldId="520"/>
            <ac:spMk id="8" creationId="{E5218EA9-20A9-BF09-8145-4377E4892CAA}"/>
          </ac:spMkLst>
        </pc:spChg>
        <pc:picChg chg="mod">
          <ac:chgData name="Manuel Díaz Rodríguez" userId="ad3297c4-a1d0-4ef3-804a-cf14fe12b873" providerId="ADAL" clId="{A8AAE189-834C-C549-AA48-6BD9B51E1A97}" dt="2024-09-25T07:33:30.885" v="23" actId="1076"/>
          <ac:picMkLst>
            <pc:docMk/>
            <pc:sldMk cId="0" sldId="520"/>
            <ac:picMk id="20482" creationId="{00000000-0000-0000-0000-000000000000}"/>
          </ac:picMkLst>
        </pc:picChg>
      </pc:sldChg>
      <pc:sldChg chg="del">
        <pc:chgData name="Manuel Díaz Rodríguez" userId="ad3297c4-a1d0-4ef3-804a-cf14fe12b873" providerId="ADAL" clId="{A8AAE189-834C-C549-AA48-6BD9B51E1A97}" dt="2024-09-25T07:33:16.370" v="22" actId="2696"/>
        <pc:sldMkLst>
          <pc:docMk/>
          <pc:sldMk cId="100826388" sldId="523"/>
        </pc:sldMkLst>
      </pc:sldChg>
      <pc:sldChg chg="del">
        <pc:chgData name="Manuel Díaz Rodríguez" userId="ad3297c4-a1d0-4ef3-804a-cf14fe12b873" providerId="ADAL" clId="{A8AAE189-834C-C549-AA48-6BD9B51E1A97}" dt="2024-09-25T07:35:47.270" v="47" actId="2696"/>
        <pc:sldMkLst>
          <pc:docMk/>
          <pc:sldMk cId="100826388" sldId="525"/>
        </pc:sldMkLst>
      </pc:sldChg>
      <pc:sldChg chg="addSp modSp mod">
        <pc:chgData name="Manuel Díaz Rodríguez" userId="ad3297c4-a1d0-4ef3-804a-cf14fe12b873" providerId="ADAL" clId="{A8AAE189-834C-C549-AA48-6BD9B51E1A97}" dt="2024-09-25T07:36:25.924" v="53" actId="27636"/>
        <pc:sldMkLst>
          <pc:docMk/>
          <pc:sldMk cId="100826388" sldId="526"/>
        </pc:sldMkLst>
        <pc:spChg chg="add mod">
          <ac:chgData name="Manuel Díaz Rodríguez" userId="ad3297c4-a1d0-4ef3-804a-cf14fe12b873" providerId="ADAL" clId="{A8AAE189-834C-C549-AA48-6BD9B51E1A97}" dt="2024-09-25T07:36:25.924" v="53" actId="27636"/>
          <ac:spMkLst>
            <pc:docMk/>
            <pc:sldMk cId="100826388" sldId="526"/>
            <ac:spMk id="3" creationId="{E4D8CDFA-9E44-BE7C-D6E8-0EB6301F5125}"/>
          </ac:spMkLst>
        </pc:spChg>
        <pc:picChg chg="mod">
          <ac:chgData name="Manuel Díaz Rodríguez" userId="ad3297c4-a1d0-4ef3-804a-cf14fe12b873" providerId="ADAL" clId="{A8AAE189-834C-C549-AA48-6BD9B51E1A97}" dt="2024-09-25T07:35:57.394" v="48" actId="1076"/>
          <ac:picMkLst>
            <pc:docMk/>
            <pc:sldMk cId="100826388" sldId="526"/>
            <ac:picMk id="21506" creationId="{00000000-0000-0000-0000-000000000000}"/>
          </ac:picMkLst>
        </pc:picChg>
      </pc:sldChg>
      <pc:sldChg chg="del">
        <pc:chgData name="Manuel Díaz Rodríguez" userId="ad3297c4-a1d0-4ef3-804a-cf14fe12b873" providerId="ADAL" clId="{A8AAE189-834C-C549-AA48-6BD9B51E1A97}" dt="2024-09-25T07:36:36.620" v="54" actId="2696"/>
        <pc:sldMkLst>
          <pc:docMk/>
          <pc:sldMk cId="100826388" sldId="527"/>
        </pc:sldMkLst>
      </pc:sldChg>
      <pc:sldChg chg="del">
        <pc:chgData name="Manuel Díaz Rodríguez" userId="ad3297c4-a1d0-4ef3-804a-cf14fe12b873" providerId="ADAL" clId="{A8AAE189-834C-C549-AA48-6BD9B51E1A97}" dt="2024-09-30T06:20:38.196" v="162" actId="2696"/>
        <pc:sldMkLst>
          <pc:docMk/>
          <pc:sldMk cId="722909104" sldId="622"/>
        </pc:sldMkLst>
      </pc:sldChg>
      <pc:sldChg chg="modSp mod">
        <pc:chgData name="Manuel Díaz Rodríguez" userId="ad3297c4-a1d0-4ef3-804a-cf14fe12b873" providerId="ADAL" clId="{A8AAE189-834C-C549-AA48-6BD9B51E1A97}" dt="2024-09-25T09:11:54.337" v="55" actId="207"/>
        <pc:sldMkLst>
          <pc:docMk/>
          <pc:sldMk cId="2882343967" sldId="626"/>
        </pc:sldMkLst>
        <pc:picChg chg="mod">
          <ac:chgData name="Manuel Díaz Rodríguez" userId="ad3297c4-a1d0-4ef3-804a-cf14fe12b873" providerId="ADAL" clId="{A8AAE189-834C-C549-AA48-6BD9B51E1A97}" dt="2024-09-25T09:11:54.337" v="55" actId="207"/>
          <ac:picMkLst>
            <pc:docMk/>
            <pc:sldMk cId="2882343967" sldId="626"/>
            <ac:picMk id="5" creationId="{F9384511-3A30-A7FA-F5F2-CCCC4C18657D}"/>
          </ac:picMkLst>
        </pc:picChg>
      </pc:sldChg>
      <pc:sldChg chg="modSp mod">
        <pc:chgData name="Manuel Díaz Rodríguez" userId="ad3297c4-a1d0-4ef3-804a-cf14fe12b873" providerId="ADAL" clId="{A8AAE189-834C-C549-AA48-6BD9B51E1A97}" dt="2024-09-30T06:23:30.384" v="165" actId="1036"/>
        <pc:sldMkLst>
          <pc:docMk/>
          <pc:sldMk cId="3686362305" sldId="627"/>
        </pc:sldMkLst>
        <pc:spChg chg="mod">
          <ac:chgData name="Manuel Díaz Rodríguez" userId="ad3297c4-a1d0-4ef3-804a-cf14fe12b873" providerId="ADAL" clId="{A8AAE189-834C-C549-AA48-6BD9B51E1A97}" dt="2024-09-30T06:23:30.384" v="165" actId="1036"/>
          <ac:spMkLst>
            <pc:docMk/>
            <pc:sldMk cId="3686362305" sldId="627"/>
            <ac:spMk id="3" creationId="{00000000-0000-0000-0000-000000000000}"/>
          </ac:spMkLst>
        </pc:spChg>
      </pc:sldChg>
      <pc:sldChg chg="modSp mod">
        <pc:chgData name="Manuel Díaz Rodríguez" userId="ad3297c4-a1d0-4ef3-804a-cf14fe12b873" providerId="ADAL" clId="{A8AAE189-834C-C549-AA48-6BD9B51E1A97}" dt="2024-09-30T06:23:39.116" v="166" actId="20577"/>
        <pc:sldMkLst>
          <pc:docMk/>
          <pc:sldMk cId="3705877534" sldId="628"/>
        </pc:sldMkLst>
        <pc:spChg chg="mod">
          <ac:chgData name="Manuel Díaz Rodríguez" userId="ad3297c4-a1d0-4ef3-804a-cf14fe12b873" providerId="ADAL" clId="{A8AAE189-834C-C549-AA48-6BD9B51E1A97}" dt="2024-09-30T06:23:39.116" v="166" actId="20577"/>
          <ac:spMkLst>
            <pc:docMk/>
            <pc:sldMk cId="3705877534" sldId="628"/>
            <ac:spMk id="3" creationId="{00000000-0000-0000-0000-000000000000}"/>
          </ac:spMkLst>
        </pc:spChg>
        <pc:picChg chg="mod">
          <ac:chgData name="Manuel Díaz Rodríguez" userId="ad3297c4-a1d0-4ef3-804a-cf14fe12b873" providerId="ADAL" clId="{A8AAE189-834C-C549-AA48-6BD9B51E1A97}" dt="2024-09-25T10:27:30.959" v="86" actId="1076"/>
          <ac:picMkLst>
            <pc:docMk/>
            <pc:sldMk cId="3705877534" sldId="628"/>
            <ac:picMk id="5" creationId="{7821E4C7-547E-21B6-7338-AE84F973DFEF}"/>
          </ac:picMkLst>
        </pc:picChg>
      </pc:sldChg>
      <pc:sldChg chg="modSp mod">
        <pc:chgData name="Manuel Díaz Rodríguez" userId="ad3297c4-a1d0-4ef3-804a-cf14fe12b873" providerId="ADAL" clId="{A8AAE189-834C-C549-AA48-6BD9B51E1A97}" dt="2024-09-30T06:24:27.130" v="167" actId="20577"/>
        <pc:sldMkLst>
          <pc:docMk/>
          <pc:sldMk cId="4156191892" sldId="629"/>
        </pc:sldMkLst>
        <pc:spChg chg="mod">
          <ac:chgData name="Manuel Díaz Rodríguez" userId="ad3297c4-a1d0-4ef3-804a-cf14fe12b873" providerId="ADAL" clId="{A8AAE189-834C-C549-AA48-6BD9B51E1A97}" dt="2024-09-25T10:29:35.883" v="104" actId="1076"/>
          <ac:spMkLst>
            <pc:docMk/>
            <pc:sldMk cId="4156191892" sldId="629"/>
            <ac:spMk id="2" creationId="{00000000-0000-0000-0000-000000000000}"/>
          </ac:spMkLst>
        </pc:spChg>
        <pc:spChg chg="mod">
          <ac:chgData name="Manuel Díaz Rodríguez" userId="ad3297c4-a1d0-4ef3-804a-cf14fe12b873" providerId="ADAL" clId="{A8AAE189-834C-C549-AA48-6BD9B51E1A97}" dt="2024-09-30T06:24:27.130" v="167" actId="20577"/>
          <ac:spMkLst>
            <pc:docMk/>
            <pc:sldMk cId="4156191892" sldId="629"/>
            <ac:spMk id="3" creationId="{00000000-0000-0000-0000-000000000000}"/>
          </ac:spMkLst>
        </pc:spChg>
        <pc:picChg chg="mod">
          <ac:chgData name="Manuel Díaz Rodríguez" userId="ad3297c4-a1d0-4ef3-804a-cf14fe12b873" providerId="ADAL" clId="{A8AAE189-834C-C549-AA48-6BD9B51E1A97}" dt="2024-09-25T10:28:56.499" v="100" actId="1076"/>
          <ac:picMkLst>
            <pc:docMk/>
            <pc:sldMk cId="4156191892" sldId="629"/>
            <ac:picMk id="6" creationId="{5D71F0CC-733C-C8BE-2DA6-BEDFAEAF6733}"/>
          </ac:picMkLst>
        </pc:picChg>
      </pc:sldChg>
      <pc:sldChg chg="modSp mod">
        <pc:chgData name="Manuel Díaz Rodríguez" userId="ad3297c4-a1d0-4ef3-804a-cf14fe12b873" providerId="ADAL" clId="{A8AAE189-834C-C549-AA48-6BD9B51E1A97}" dt="2024-09-30T06:25:13.883" v="169" actId="20577"/>
        <pc:sldMkLst>
          <pc:docMk/>
          <pc:sldMk cId="2119965987" sldId="630"/>
        </pc:sldMkLst>
        <pc:spChg chg="mod">
          <ac:chgData name="Manuel Díaz Rodríguez" userId="ad3297c4-a1d0-4ef3-804a-cf14fe12b873" providerId="ADAL" clId="{A8AAE189-834C-C549-AA48-6BD9B51E1A97}" dt="2024-09-30T06:25:13.883" v="169" actId="20577"/>
          <ac:spMkLst>
            <pc:docMk/>
            <pc:sldMk cId="2119965987" sldId="630"/>
            <ac:spMk id="8" creationId="{2ADCC178-6659-FFBE-23A9-72764D2C242C}"/>
          </ac:spMkLst>
        </pc:spChg>
      </pc:sldChg>
      <pc:sldChg chg="modSp mod">
        <pc:chgData name="Manuel Díaz Rodríguez" userId="ad3297c4-a1d0-4ef3-804a-cf14fe12b873" providerId="ADAL" clId="{A8AAE189-834C-C549-AA48-6BD9B51E1A97}" dt="2024-09-27T06:33:24.927" v="108" actId="403"/>
        <pc:sldMkLst>
          <pc:docMk/>
          <pc:sldMk cId="2484295734" sldId="631"/>
        </pc:sldMkLst>
        <pc:spChg chg="mod">
          <ac:chgData name="Manuel Díaz Rodríguez" userId="ad3297c4-a1d0-4ef3-804a-cf14fe12b873" providerId="ADAL" clId="{A8AAE189-834C-C549-AA48-6BD9B51E1A97}" dt="2024-09-27T06:33:24.927" v="108" actId="403"/>
          <ac:spMkLst>
            <pc:docMk/>
            <pc:sldMk cId="2484295734" sldId="631"/>
            <ac:spMk id="5" creationId="{986ABE38-5524-EABA-030A-9834DCCE88B8}"/>
          </ac:spMkLst>
        </pc:spChg>
      </pc:sldChg>
      <pc:sldChg chg="modSp mod">
        <pc:chgData name="Manuel Díaz Rodríguez" userId="ad3297c4-a1d0-4ef3-804a-cf14fe12b873" providerId="ADAL" clId="{A8AAE189-834C-C549-AA48-6BD9B51E1A97}" dt="2024-09-27T06:51:01.024" v="112" actId="20577"/>
        <pc:sldMkLst>
          <pc:docMk/>
          <pc:sldMk cId="2017515841" sldId="632"/>
        </pc:sldMkLst>
        <pc:spChg chg="mod">
          <ac:chgData name="Manuel Díaz Rodríguez" userId="ad3297c4-a1d0-4ef3-804a-cf14fe12b873" providerId="ADAL" clId="{A8AAE189-834C-C549-AA48-6BD9B51E1A97}" dt="2024-09-27T06:51:01.024" v="112" actId="20577"/>
          <ac:spMkLst>
            <pc:docMk/>
            <pc:sldMk cId="2017515841" sldId="632"/>
            <ac:spMk id="5" creationId="{986ABE38-5524-EABA-030A-9834DCCE88B8}"/>
          </ac:spMkLst>
        </pc:spChg>
      </pc:sldChg>
      <pc:sldChg chg="addSp modSp mod">
        <pc:chgData name="Manuel Díaz Rodríguez" userId="ad3297c4-a1d0-4ef3-804a-cf14fe12b873" providerId="ADAL" clId="{A8AAE189-834C-C549-AA48-6BD9B51E1A97}" dt="2024-09-27T08:38:39.144" v="161" actId="1076"/>
        <pc:sldMkLst>
          <pc:docMk/>
          <pc:sldMk cId="3379279672" sldId="633"/>
        </pc:sldMkLst>
        <pc:spChg chg="mod">
          <ac:chgData name="Manuel Díaz Rodríguez" userId="ad3297c4-a1d0-4ef3-804a-cf14fe12b873" providerId="ADAL" clId="{A8AAE189-834C-C549-AA48-6BD9B51E1A97}" dt="2024-09-27T08:38:31.894" v="160" actId="14100"/>
          <ac:spMkLst>
            <pc:docMk/>
            <pc:sldMk cId="3379279672" sldId="633"/>
            <ac:spMk id="5" creationId="{986ABE38-5524-EABA-030A-9834DCCE88B8}"/>
          </ac:spMkLst>
        </pc:spChg>
        <pc:spChg chg="mod">
          <ac:chgData name="Manuel Díaz Rodríguez" userId="ad3297c4-a1d0-4ef3-804a-cf14fe12b873" providerId="ADAL" clId="{A8AAE189-834C-C549-AA48-6BD9B51E1A97}" dt="2024-09-27T08:37:59.525" v="156" actId="164"/>
          <ac:spMkLst>
            <pc:docMk/>
            <pc:sldMk cId="3379279672" sldId="633"/>
            <ac:spMk id="6" creationId="{B81E932E-EECA-EEC8-E988-BC759AEC1BDD}"/>
          </ac:spMkLst>
        </pc:spChg>
        <pc:spChg chg="mod">
          <ac:chgData name="Manuel Díaz Rodríguez" userId="ad3297c4-a1d0-4ef3-804a-cf14fe12b873" providerId="ADAL" clId="{A8AAE189-834C-C549-AA48-6BD9B51E1A97}" dt="2024-09-27T08:37:59.525" v="156" actId="164"/>
          <ac:spMkLst>
            <pc:docMk/>
            <pc:sldMk cId="3379279672" sldId="633"/>
            <ac:spMk id="7" creationId="{021185C8-5EF7-C5E1-B9E5-0467F90F947A}"/>
          </ac:spMkLst>
        </pc:spChg>
        <pc:grpChg chg="add mod">
          <ac:chgData name="Manuel Díaz Rodríguez" userId="ad3297c4-a1d0-4ef3-804a-cf14fe12b873" providerId="ADAL" clId="{A8AAE189-834C-C549-AA48-6BD9B51E1A97}" dt="2024-09-27T08:38:39.144" v="161" actId="1076"/>
          <ac:grpSpMkLst>
            <pc:docMk/>
            <pc:sldMk cId="3379279672" sldId="633"/>
            <ac:grpSpMk id="3" creationId="{77EA104D-8984-C494-0328-6DFC6E6863D5}"/>
          </ac:grpSpMkLst>
        </pc:grpChg>
      </pc:sldChg>
      <pc:sldChg chg="modSp mod">
        <pc:chgData name="Manuel Díaz Rodríguez" userId="ad3297c4-a1d0-4ef3-804a-cf14fe12b873" providerId="ADAL" clId="{A8AAE189-834C-C549-AA48-6BD9B51E1A97}" dt="2024-09-30T06:27:58.070" v="175" actId="20577"/>
        <pc:sldMkLst>
          <pc:docMk/>
          <pc:sldMk cId="663719708" sldId="635"/>
        </pc:sldMkLst>
        <pc:spChg chg="mod">
          <ac:chgData name="Manuel Díaz Rodríguez" userId="ad3297c4-a1d0-4ef3-804a-cf14fe12b873" providerId="ADAL" clId="{A8AAE189-834C-C549-AA48-6BD9B51E1A97}" dt="2024-09-30T06:27:58.070" v="175" actId="20577"/>
          <ac:spMkLst>
            <pc:docMk/>
            <pc:sldMk cId="663719708" sldId="635"/>
            <ac:spMk id="5" creationId="{986ABE38-5524-EABA-030A-9834DCCE88B8}"/>
          </ac:spMkLst>
        </pc:spChg>
        <pc:picChg chg="mod">
          <ac:chgData name="Manuel Díaz Rodríguez" userId="ad3297c4-a1d0-4ef3-804a-cf14fe12b873" providerId="ADAL" clId="{A8AAE189-834C-C549-AA48-6BD9B51E1A97}" dt="2024-09-30T06:27:23.500" v="173" actId="1076"/>
          <ac:picMkLst>
            <pc:docMk/>
            <pc:sldMk cId="663719708" sldId="635"/>
            <ac:picMk id="3" creationId="{66F3DAA7-9E12-005C-FDAE-A459BF9987A8}"/>
          </ac:picMkLst>
        </pc:picChg>
      </pc:sldChg>
      <pc:sldChg chg="modSp mod">
        <pc:chgData name="Manuel Díaz Rodríguez" userId="ad3297c4-a1d0-4ef3-804a-cf14fe12b873" providerId="ADAL" clId="{A8AAE189-834C-C549-AA48-6BD9B51E1A97}" dt="2024-09-30T06:31:33.704" v="178" actId="20577"/>
        <pc:sldMkLst>
          <pc:docMk/>
          <pc:sldMk cId="877059657" sldId="638"/>
        </pc:sldMkLst>
        <pc:spChg chg="mod">
          <ac:chgData name="Manuel Díaz Rodríguez" userId="ad3297c4-a1d0-4ef3-804a-cf14fe12b873" providerId="ADAL" clId="{A8AAE189-834C-C549-AA48-6BD9B51E1A97}" dt="2024-09-30T06:30:58.441" v="177" actId="14100"/>
          <ac:spMkLst>
            <pc:docMk/>
            <pc:sldMk cId="877059657" sldId="638"/>
            <ac:spMk id="5" creationId="{986ABE38-5524-EABA-030A-9834DCCE88B8}"/>
          </ac:spMkLst>
        </pc:spChg>
        <pc:spChg chg="mod">
          <ac:chgData name="Manuel Díaz Rodríguez" userId="ad3297c4-a1d0-4ef3-804a-cf14fe12b873" providerId="ADAL" clId="{A8AAE189-834C-C549-AA48-6BD9B51E1A97}" dt="2024-09-30T06:31:33.704" v="178" actId="20577"/>
          <ac:spMkLst>
            <pc:docMk/>
            <pc:sldMk cId="877059657" sldId="638"/>
            <ac:spMk id="6" creationId="{B81E932E-EECA-EEC8-E988-BC759AEC1BDD}"/>
          </ac:spMkLst>
        </pc:spChg>
      </pc:sldChg>
      <pc:sldChg chg="addSp delSp modSp new mod">
        <pc:chgData name="Manuel Díaz Rodríguez" userId="ad3297c4-a1d0-4ef3-804a-cf14fe12b873" providerId="ADAL" clId="{A8AAE189-834C-C549-AA48-6BD9B51E1A97}" dt="2024-09-25T10:25:58.351" v="77" actId="20577"/>
        <pc:sldMkLst>
          <pc:docMk/>
          <pc:sldMk cId="83143053" sldId="645"/>
        </pc:sldMkLst>
        <pc:spChg chg="mod">
          <ac:chgData name="Manuel Díaz Rodríguez" userId="ad3297c4-a1d0-4ef3-804a-cf14fe12b873" providerId="ADAL" clId="{A8AAE189-834C-C549-AA48-6BD9B51E1A97}" dt="2024-09-25T10:25:58.351" v="77" actId="20577"/>
          <ac:spMkLst>
            <pc:docMk/>
            <pc:sldMk cId="83143053" sldId="645"/>
            <ac:spMk id="2" creationId="{D1646F09-49DD-C9A9-D68E-28650E4D6DDD}"/>
          </ac:spMkLst>
        </pc:spChg>
        <pc:spChg chg="del">
          <ac:chgData name="Manuel Díaz Rodríguez" userId="ad3297c4-a1d0-4ef3-804a-cf14fe12b873" providerId="ADAL" clId="{A8AAE189-834C-C549-AA48-6BD9B51E1A97}" dt="2024-09-25T10:23:08.392" v="57" actId="478"/>
          <ac:spMkLst>
            <pc:docMk/>
            <pc:sldMk cId="83143053" sldId="645"/>
            <ac:spMk id="3" creationId="{53EEF95F-CA33-054D-B6C2-D39C2A09659C}"/>
          </ac:spMkLst>
        </pc:spChg>
        <pc:spChg chg="add mod">
          <ac:chgData name="Manuel Díaz Rodríguez" userId="ad3297c4-a1d0-4ef3-804a-cf14fe12b873" providerId="ADAL" clId="{A8AAE189-834C-C549-AA48-6BD9B51E1A97}" dt="2024-09-25T10:23:59.630" v="61"/>
          <ac:spMkLst>
            <pc:docMk/>
            <pc:sldMk cId="83143053" sldId="645"/>
            <ac:spMk id="6" creationId="{EF2DFCF2-6898-09D8-9EB1-E985A72A1250}"/>
          </ac:spMkLst>
        </pc:spChg>
        <pc:spChg chg="add mod">
          <ac:chgData name="Manuel Díaz Rodríguez" userId="ad3297c4-a1d0-4ef3-804a-cf14fe12b873" providerId="ADAL" clId="{A8AAE189-834C-C549-AA48-6BD9B51E1A97}" dt="2024-09-25T10:24:45.108" v="68" actId="1076"/>
          <ac:spMkLst>
            <pc:docMk/>
            <pc:sldMk cId="83143053" sldId="645"/>
            <ac:spMk id="7" creationId="{F202D607-3C3F-1B14-AD1F-5C0CAC5C08E4}"/>
          </ac:spMkLst>
        </pc:spChg>
        <pc:picChg chg="add mod">
          <ac:chgData name="Manuel Díaz Rodríguez" userId="ad3297c4-a1d0-4ef3-804a-cf14fe12b873" providerId="ADAL" clId="{A8AAE189-834C-C549-AA48-6BD9B51E1A97}" dt="2024-09-25T10:23:20.036" v="60" actId="1076"/>
          <ac:picMkLst>
            <pc:docMk/>
            <pc:sldMk cId="83143053" sldId="645"/>
            <ac:picMk id="5" creationId="{0C8A6260-323E-A3AB-4E31-08CB5DDEDA7E}"/>
          </ac:picMkLst>
        </pc:picChg>
      </pc:sldChg>
    </pc:docChg>
  </pc:docChgLst>
  <pc:docChgLst>
    <pc:chgData name="Manuel Díaz Rodríguez" userId="ad3297c4-a1d0-4ef3-804a-cf14fe12b873" providerId="ADAL" clId="{9EF8E689-E620-F344-BF9C-175A8E990356}"/>
    <pc:docChg chg="undo custSel addSld delSld modSld sldOrd modSection">
      <pc:chgData name="Manuel Díaz Rodríguez" userId="ad3297c4-a1d0-4ef3-804a-cf14fe12b873" providerId="ADAL" clId="{9EF8E689-E620-F344-BF9C-175A8E990356}" dt="2023-10-23T06:32:15.399" v="525" actId="1076"/>
      <pc:docMkLst>
        <pc:docMk/>
      </pc:docMkLst>
      <pc:sldChg chg="addSp delSp modSp add mod ord">
        <pc:chgData name="Manuel Díaz Rodríguez" userId="ad3297c4-a1d0-4ef3-804a-cf14fe12b873" providerId="ADAL" clId="{9EF8E689-E620-F344-BF9C-175A8E990356}" dt="2023-10-22T08:39:03.139" v="292" actId="1076"/>
        <pc:sldMkLst>
          <pc:docMk/>
          <pc:sldMk cId="724879501" sldId="639"/>
        </pc:sldMkLst>
        <pc:spChg chg="mod">
          <ac:chgData name="Manuel Díaz Rodríguez" userId="ad3297c4-a1d0-4ef3-804a-cf14fe12b873" providerId="ADAL" clId="{9EF8E689-E620-F344-BF9C-175A8E990356}" dt="2023-10-22T08:38:34.515" v="289" actId="14100"/>
          <ac:spMkLst>
            <pc:docMk/>
            <pc:sldMk cId="724879501" sldId="639"/>
            <ac:spMk id="2" creationId="{00000000-0000-0000-0000-000000000000}"/>
          </ac:spMkLst>
        </pc:spChg>
        <pc:spChg chg="mod">
          <ac:chgData name="Manuel Díaz Rodríguez" userId="ad3297c4-a1d0-4ef3-804a-cf14fe12b873" providerId="ADAL" clId="{9EF8E689-E620-F344-BF9C-175A8E990356}" dt="2023-10-22T08:39:03.139" v="292" actId="1076"/>
          <ac:spMkLst>
            <pc:docMk/>
            <pc:sldMk cId="724879501" sldId="639"/>
            <ac:spMk id="3" creationId="{00000000-0000-0000-0000-000000000000}"/>
          </ac:spMkLst>
        </pc:spChg>
        <pc:spChg chg="del">
          <ac:chgData name="Manuel Díaz Rodríguez" userId="ad3297c4-a1d0-4ef3-804a-cf14fe12b873" providerId="ADAL" clId="{9EF8E689-E620-F344-BF9C-175A8E990356}" dt="2023-10-22T08:37:07.831" v="254" actId="478"/>
          <ac:spMkLst>
            <pc:docMk/>
            <pc:sldMk cId="724879501" sldId="639"/>
            <ac:spMk id="4" creationId="{00000000-0000-0000-0000-000000000000}"/>
          </ac:spMkLst>
        </pc:spChg>
        <pc:picChg chg="add mod">
          <ac:chgData name="Manuel Díaz Rodríguez" userId="ad3297c4-a1d0-4ef3-804a-cf14fe12b873" providerId="ADAL" clId="{9EF8E689-E620-F344-BF9C-175A8E990356}" dt="2023-10-22T08:37:52.521" v="259" actId="1076"/>
          <ac:picMkLst>
            <pc:docMk/>
            <pc:sldMk cId="724879501" sldId="639"/>
            <ac:picMk id="5" creationId="{C3B9E55E-2672-C1A7-1881-ECD4356FD2E9}"/>
          </ac:picMkLst>
        </pc:picChg>
        <pc:picChg chg="add mod">
          <ac:chgData name="Manuel Díaz Rodríguez" userId="ad3297c4-a1d0-4ef3-804a-cf14fe12b873" providerId="ADAL" clId="{9EF8E689-E620-F344-BF9C-175A8E990356}" dt="2023-10-22T08:37:43.916" v="258" actId="14100"/>
          <ac:picMkLst>
            <pc:docMk/>
            <pc:sldMk cId="724879501" sldId="639"/>
            <ac:picMk id="6" creationId="{1C925647-C036-1A78-EA0C-CEC43E16F296}"/>
          </ac:picMkLst>
        </pc:picChg>
        <pc:picChg chg="del mod">
          <ac:chgData name="Manuel Díaz Rodríguez" userId="ad3297c4-a1d0-4ef3-804a-cf14fe12b873" providerId="ADAL" clId="{9EF8E689-E620-F344-BF9C-175A8E990356}" dt="2023-10-22T08:33:33.119" v="217" actId="478"/>
          <ac:picMkLst>
            <pc:docMk/>
            <pc:sldMk cId="724879501" sldId="639"/>
            <ac:picMk id="26627" creationId="{00000000-0000-0000-0000-000000000000}"/>
          </ac:picMkLst>
        </pc:picChg>
      </pc:sldChg>
      <pc:sldChg chg="addSp delSp modSp add mod">
        <pc:chgData name="Manuel Díaz Rodríguez" userId="ad3297c4-a1d0-4ef3-804a-cf14fe12b873" providerId="ADAL" clId="{9EF8E689-E620-F344-BF9C-175A8E990356}" dt="2023-10-23T06:25:14.317" v="488" actId="1035"/>
        <pc:sldMkLst>
          <pc:docMk/>
          <pc:sldMk cId="2041201425" sldId="640"/>
        </pc:sldMkLst>
        <pc:spChg chg="mod">
          <ac:chgData name="Manuel Díaz Rodríguez" userId="ad3297c4-a1d0-4ef3-804a-cf14fe12b873" providerId="ADAL" clId="{9EF8E689-E620-F344-BF9C-175A8E990356}" dt="2023-10-22T09:10:24.027" v="482" actId="1076"/>
          <ac:spMkLst>
            <pc:docMk/>
            <pc:sldMk cId="2041201425" sldId="640"/>
            <ac:spMk id="2" creationId="{00000000-0000-0000-0000-000000000000}"/>
          </ac:spMkLst>
        </pc:spChg>
        <pc:spChg chg="mod">
          <ac:chgData name="Manuel Díaz Rodríguez" userId="ad3297c4-a1d0-4ef3-804a-cf14fe12b873" providerId="ADAL" clId="{9EF8E689-E620-F344-BF9C-175A8E990356}" dt="2023-10-22T09:10:21.271" v="481" actId="1076"/>
          <ac:spMkLst>
            <pc:docMk/>
            <pc:sldMk cId="2041201425" sldId="640"/>
            <ac:spMk id="3" creationId="{00000000-0000-0000-0000-000000000000}"/>
          </ac:spMkLst>
        </pc:spChg>
        <pc:picChg chg="add del mod">
          <ac:chgData name="Manuel Díaz Rodríguez" userId="ad3297c4-a1d0-4ef3-804a-cf14fe12b873" providerId="ADAL" clId="{9EF8E689-E620-F344-BF9C-175A8E990356}" dt="2023-10-22T09:08:34.544" v="444" actId="478"/>
          <ac:picMkLst>
            <pc:docMk/>
            <pc:sldMk cId="2041201425" sldId="640"/>
            <ac:picMk id="4" creationId="{B1235037-D766-909B-BF63-E5E89AFBF159}"/>
          </ac:picMkLst>
        </pc:picChg>
        <pc:picChg chg="del">
          <ac:chgData name="Manuel Díaz Rodríguez" userId="ad3297c4-a1d0-4ef3-804a-cf14fe12b873" providerId="ADAL" clId="{9EF8E689-E620-F344-BF9C-175A8E990356}" dt="2023-10-22T08:44:58.505" v="361" actId="478"/>
          <ac:picMkLst>
            <pc:docMk/>
            <pc:sldMk cId="2041201425" sldId="640"/>
            <ac:picMk id="5" creationId="{C3B9E55E-2672-C1A7-1881-ECD4356FD2E9}"/>
          </ac:picMkLst>
        </pc:picChg>
        <pc:picChg chg="del">
          <ac:chgData name="Manuel Díaz Rodríguez" userId="ad3297c4-a1d0-4ef3-804a-cf14fe12b873" providerId="ADAL" clId="{9EF8E689-E620-F344-BF9C-175A8E990356}" dt="2023-10-22T08:44:56.818" v="360" actId="478"/>
          <ac:picMkLst>
            <pc:docMk/>
            <pc:sldMk cId="2041201425" sldId="640"/>
            <ac:picMk id="6" creationId="{1C925647-C036-1A78-EA0C-CEC43E16F296}"/>
          </ac:picMkLst>
        </pc:picChg>
        <pc:picChg chg="add mod">
          <ac:chgData name="Manuel Díaz Rodríguez" userId="ad3297c4-a1d0-4ef3-804a-cf14fe12b873" providerId="ADAL" clId="{9EF8E689-E620-F344-BF9C-175A8E990356}" dt="2023-10-23T06:25:14.317" v="488" actId="1035"/>
          <ac:picMkLst>
            <pc:docMk/>
            <pc:sldMk cId="2041201425" sldId="640"/>
            <ac:picMk id="7" creationId="{69DE02F9-E062-C505-3F0E-2619F1BC191A}"/>
          </ac:picMkLst>
        </pc:picChg>
      </pc:sldChg>
      <pc:sldChg chg="addSp delSp modSp add mod">
        <pc:chgData name="Manuel Díaz Rodríguez" userId="ad3297c4-a1d0-4ef3-804a-cf14fe12b873" providerId="ADAL" clId="{9EF8E689-E620-F344-BF9C-175A8E990356}" dt="2023-10-22T08:54:18.441" v="435" actId="1076"/>
        <pc:sldMkLst>
          <pc:docMk/>
          <pc:sldMk cId="4153840255" sldId="641"/>
        </pc:sldMkLst>
        <pc:spChg chg="mod">
          <ac:chgData name="Manuel Díaz Rodríguez" userId="ad3297c4-a1d0-4ef3-804a-cf14fe12b873" providerId="ADAL" clId="{9EF8E689-E620-F344-BF9C-175A8E990356}" dt="2023-10-22T08:54:00.868" v="428" actId="27636"/>
          <ac:spMkLst>
            <pc:docMk/>
            <pc:sldMk cId="4153840255" sldId="641"/>
            <ac:spMk id="3" creationId="{00000000-0000-0000-0000-000000000000}"/>
          </ac:spMkLst>
        </pc:spChg>
        <pc:picChg chg="del">
          <ac:chgData name="Manuel Díaz Rodríguez" userId="ad3297c4-a1d0-4ef3-804a-cf14fe12b873" providerId="ADAL" clId="{9EF8E689-E620-F344-BF9C-175A8E990356}" dt="2023-10-22T08:51:49.008" v="412" actId="478"/>
          <ac:picMkLst>
            <pc:docMk/>
            <pc:sldMk cId="4153840255" sldId="641"/>
            <ac:picMk id="4" creationId="{B1235037-D766-909B-BF63-E5E89AFBF159}"/>
          </ac:picMkLst>
        </pc:picChg>
        <pc:picChg chg="add mod">
          <ac:chgData name="Manuel Díaz Rodríguez" userId="ad3297c4-a1d0-4ef3-804a-cf14fe12b873" providerId="ADAL" clId="{9EF8E689-E620-F344-BF9C-175A8E990356}" dt="2023-10-22T08:54:18.441" v="435" actId="1076"/>
          <ac:picMkLst>
            <pc:docMk/>
            <pc:sldMk cId="4153840255" sldId="641"/>
            <ac:picMk id="5" creationId="{66D9FA65-6A98-F1E1-1FD8-4D1289388D8A}"/>
          </ac:picMkLst>
        </pc:picChg>
      </pc:sldChg>
      <pc:sldChg chg="modSp add del mod">
        <pc:chgData name="Manuel Díaz Rodríguez" userId="ad3297c4-a1d0-4ef3-804a-cf14fe12b873" providerId="ADAL" clId="{9EF8E689-E620-F344-BF9C-175A8E990356}" dt="2023-10-22T08:54:55.837" v="443" actId="2696"/>
        <pc:sldMkLst>
          <pc:docMk/>
          <pc:sldMk cId="2928838552" sldId="642"/>
        </pc:sldMkLst>
        <pc:spChg chg="mod">
          <ac:chgData name="Manuel Díaz Rodríguez" userId="ad3297c4-a1d0-4ef3-804a-cf14fe12b873" providerId="ADAL" clId="{9EF8E689-E620-F344-BF9C-175A8E990356}" dt="2023-10-22T08:54:32.899" v="437" actId="21"/>
          <ac:spMkLst>
            <pc:docMk/>
            <pc:sldMk cId="2928838552" sldId="642"/>
            <ac:spMk id="3" creationId="{00000000-0000-0000-0000-000000000000}"/>
          </ac:spMkLst>
        </pc:spChg>
      </pc:sldChg>
      <pc:sldChg chg="modSp add mod">
        <pc:chgData name="Manuel Díaz Rodríguez" userId="ad3297c4-a1d0-4ef3-804a-cf14fe12b873" providerId="ADAL" clId="{9EF8E689-E620-F344-BF9C-175A8E990356}" dt="2023-10-22T08:54:44.765" v="442" actId="27636"/>
        <pc:sldMkLst>
          <pc:docMk/>
          <pc:sldMk cId="638657325" sldId="643"/>
        </pc:sldMkLst>
        <pc:spChg chg="mod">
          <ac:chgData name="Manuel Díaz Rodríguez" userId="ad3297c4-a1d0-4ef3-804a-cf14fe12b873" providerId="ADAL" clId="{9EF8E689-E620-F344-BF9C-175A8E990356}" dt="2023-10-22T08:54:44.765" v="442" actId="27636"/>
          <ac:spMkLst>
            <pc:docMk/>
            <pc:sldMk cId="638657325" sldId="643"/>
            <ac:spMk id="3" creationId="{00000000-0000-0000-0000-000000000000}"/>
          </ac:spMkLst>
        </pc:spChg>
      </pc:sldChg>
      <pc:sldChg chg="addSp delSp modSp add mod">
        <pc:chgData name="Manuel Díaz Rodríguez" userId="ad3297c4-a1d0-4ef3-804a-cf14fe12b873" providerId="ADAL" clId="{9EF8E689-E620-F344-BF9C-175A8E990356}" dt="2023-10-23T06:32:15.399" v="525" actId="1076"/>
        <pc:sldMkLst>
          <pc:docMk/>
          <pc:sldMk cId="4294705034" sldId="644"/>
        </pc:sldMkLst>
        <pc:spChg chg="mod">
          <ac:chgData name="Manuel Díaz Rodríguez" userId="ad3297c4-a1d0-4ef3-804a-cf14fe12b873" providerId="ADAL" clId="{9EF8E689-E620-F344-BF9C-175A8E990356}" dt="2023-10-23T06:27:51.251" v="494" actId="20577"/>
          <ac:spMkLst>
            <pc:docMk/>
            <pc:sldMk cId="4294705034" sldId="644"/>
            <ac:spMk id="2" creationId="{00000000-0000-0000-0000-000000000000}"/>
          </ac:spMkLst>
        </pc:spChg>
        <pc:spChg chg="mod">
          <ac:chgData name="Manuel Díaz Rodríguez" userId="ad3297c4-a1d0-4ef3-804a-cf14fe12b873" providerId="ADAL" clId="{9EF8E689-E620-F344-BF9C-175A8E990356}" dt="2023-10-23T06:31:35.280" v="521" actId="20577"/>
          <ac:spMkLst>
            <pc:docMk/>
            <pc:sldMk cId="4294705034" sldId="644"/>
            <ac:spMk id="3" creationId="{00000000-0000-0000-0000-000000000000}"/>
          </ac:spMkLst>
        </pc:spChg>
        <pc:picChg chg="add mod">
          <ac:chgData name="Manuel Díaz Rodríguez" userId="ad3297c4-a1d0-4ef3-804a-cf14fe12b873" providerId="ADAL" clId="{9EF8E689-E620-F344-BF9C-175A8E990356}" dt="2023-10-23T06:32:15.399" v="525" actId="1076"/>
          <ac:picMkLst>
            <pc:docMk/>
            <pc:sldMk cId="4294705034" sldId="644"/>
            <ac:picMk id="4" creationId="{915FD279-CA62-F970-4FD1-7414BE858146}"/>
          </ac:picMkLst>
        </pc:picChg>
        <pc:picChg chg="del">
          <ac:chgData name="Manuel Díaz Rodríguez" userId="ad3297c4-a1d0-4ef3-804a-cf14fe12b873" providerId="ADAL" clId="{9EF8E689-E620-F344-BF9C-175A8E990356}" dt="2023-10-23T06:32:08.917" v="522" actId="478"/>
          <ac:picMkLst>
            <pc:docMk/>
            <pc:sldMk cId="4294705034" sldId="644"/>
            <ac:picMk id="5" creationId="{66D9FA65-6A98-F1E1-1FD8-4D1289388D8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79FEE6-2C53-42C9-88B1-B10B092B6581}" type="datetimeFigureOut">
              <a:rPr lang="es-ES" smtClean="0"/>
              <a:pPr/>
              <a:t>9/11/25</a:t>
            </a:fld>
            <a:endParaRPr lang="es-ES"/>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F74F8A1-E22A-4DB6-8530-06A7D846EDD5}" type="slidenum">
              <a:rPr lang="es-ES" smtClean="0"/>
              <a:pPr/>
              <a:t>‹Nº›</a:t>
            </a:fld>
            <a:endParaRPr lang="es-ES"/>
          </a:p>
        </p:txBody>
      </p:sp>
    </p:spTree>
    <p:extLst>
      <p:ext uri="{BB962C8B-B14F-4D97-AF65-F5344CB8AC3E}">
        <p14:creationId xmlns:p14="http://schemas.microsoft.com/office/powerpoint/2010/main" val="33389171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_tradn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F71A35-421D-4CD8-BA81-F9EAA9961A4C}" type="datetimeFigureOut">
              <a:rPr lang="es-ES_tradnl" smtClean="0"/>
              <a:pPr/>
              <a:t>9/11/25</a:t>
            </a:fld>
            <a:endParaRPr lang="es-ES_tradnl"/>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_tradn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1D0B40E-497C-46EE-8B99-C165F32C9EB4}" type="slidenum">
              <a:rPr lang="es-ES_tradnl" smtClean="0"/>
              <a:pPr/>
              <a:t>‹Nº›</a:t>
            </a:fld>
            <a:endParaRPr lang="es-ES_tradnl"/>
          </a:p>
        </p:txBody>
      </p:sp>
    </p:spTree>
    <p:extLst>
      <p:ext uri="{BB962C8B-B14F-4D97-AF65-F5344CB8AC3E}">
        <p14:creationId xmlns:p14="http://schemas.microsoft.com/office/powerpoint/2010/main" val="557536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1</a:t>
            </a:fld>
            <a:endParaRPr lang="es-ES_tradnl"/>
          </a:p>
        </p:txBody>
      </p:sp>
    </p:spTree>
    <p:extLst>
      <p:ext uri="{BB962C8B-B14F-4D97-AF65-F5344CB8AC3E}">
        <p14:creationId xmlns:p14="http://schemas.microsoft.com/office/powerpoint/2010/main" val="2996068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8</a:t>
            </a:fld>
            <a:endParaRPr lang="es-ES_tradn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dirty="0"/>
          </a:p>
        </p:txBody>
      </p:sp>
      <p:sp>
        <p:nvSpPr>
          <p:cNvPr id="4" name="Slide Number Placeholder 3"/>
          <p:cNvSpPr>
            <a:spLocks noGrp="1"/>
          </p:cNvSpPr>
          <p:nvPr>
            <p:ph type="sldNum" sz="quarter" idx="5"/>
          </p:nvPr>
        </p:nvSpPr>
        <p:spPr/>
        <p:txBody>
          <a:bodyPr/>
          <a:lstStyle/>
          <a:p>
            <a:fld id="{E1D0B40E-497C-46EE-8B99-C165F32C9EB4}" type="slidenum">
              <a:rPr lang="es-ES_tradnl" smtClean="0"/>
              <a:pPr/>
              <a:t>9</a:t>
            </a:fld>
            <a:endParaRPr lang="es-ES_tradnl"/>
          </a:p>
        </p:txBody>
      </p:sp>
    </p:spTree>
    <p:extLst>
      <p:ext uri="{BB962C8B-B14F-4D97-AF65-F5344CB8AC3E}">
        <p14:creationId xmlns:p14="http://schemas.microsoft.com/office/powerpoint/2010/main" val="2918595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C4B1D020-4236-4C6C-8180-B4AFC24797CF}" type="slidenum">
              <a:rPr lang="en-US"/>
              <a:pPr/>
              <a:t>34</a:t>
            </a:fld>
            <a:endParaRPr lang="en-US"/>
          </a:p>
        </p:txBody>
      </p:sp>
      <p:sp>
        <p:nvSpPr>
          <p:cNvPr id="48131" name="Rectangle 2"/>
          <p:cNvSpPr>
            <a:spLocks noGrp="1" noRot="1" noChangeAspect="1" noChangeArrowheads="1" noTextEdit="1"/>
          </p:cNvSpPr>
          <p:nvPr>
            <p:ph type="sldImg"/>
          </p:nvPr>
        </p:nvSpPr>
        <p:spPr>
          <a:xfrm>
            <a:off x="381000" y="685800"/>
            <a:ext cx="6096000" cy="3429000"/>
          </a:xfrm>
          <a:ln/>
        </p:spPr>
      </p:sp>
      <p:sp>
        <p:nvSpPr>
          <p:cNvPr id="48132" name="Rectangle 3"/>
          <p:cNvSpPr>
            <a:spLocks noGrp="1" noChangeArrowheads="1"/>
          </p:cNvSpPr>
          <p:nvPr>
            <p:ph type="body" idx="1"/>
          </p:nvPr>
        </p:nvSpPr>
        <p:spPr>
          <a:noFill/>
          <a:ln/>
        </p:spPr>
        <p:txBody>
          <a:bodyPr/>
          <a:lstStyle/>
          <a:p>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2EEB28CA-D7CC-48C0-8766-AD55560F4736}" type="slidenum">
              <a:rPr lang="en-US"/>
              <a:pPr/>
              <a:t>35</a:t>
            </a:fld>
            <a:endParaRPr lang="en-US"/>
          </a:p>
        </p:txBody>
      </p:sp>
      <p:sp>
        <p:nvSpPr>
          <p:cNvPr id="49155" name="Rectangle 2"/>
          <p:cNvSpPr>
            <a:spLocks noGrp="1" noRot="1" noChangeAspect="1" noChangeArrowheads="1" noTextEdit="1"/>
          </p:cNvSpPr>
          <p:nvPr>
            <p:ph type="sldImg"/>
          </p:nvPr>
        </p:nvSpPr>
        <p:spPr>
          <a:xfrm>
            <a:off x="381000" y="685800"/>
            <a:ext cx="6096000" cy="3429000"/>
          </a:xfrm>
          <a:ln/>
        </p:spPr>
      </p:sp>
      <p:sp>
        <p:nvSpPr>
          <p:cNvPr id="49156" name="Rectangle 3"/>
          <p:cNvSpPr>
            <a:spLocks noGrp="1" noChangeArrowheads="1"/>
          </p:cNvSpPr>
          <p:nvPr>
            <p:ph type="body" idx="1"/>
          </p:nvPr>
        </p:nvSpPr>
        <p:spPr>
          <a:noFill/>
          <a:ln/>
        </p:spPr>
        <p:txBody>
          <a:bodyPr/>
          <a:lstStyle/>
          <a:p>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209EEFE6-3500-4DC1-B970-84B75E8E9711}" type="slidenum">
              <a:rPr lang="en-US"/>
              <a:pPr/>
              <a:t>36</a:t>
            </a:fld>
            <a:endParaRPr lang="en-US"/>
          </a:p>
        </p:txBody>
      </p:sp>
      <p:sp>
        <p:nvSpPr>
          <p:cNvPr id="50179" name="Rectangle 2"/>
          <p:cNvSpPr>
            <a:spLocks noGrp="1" noRot="1" noChangeAspect="1" noChangeArrowheads="1" noTextEdit="1"/>
          </p:cNvSpPr>
          <p:nvPr>
            <p:ph type="sldImg"/>
          </p:nvPr>
        </p:nvSpPr>
        <p:spPr>
          <a:xfrm>
            <a:off x="381000" y="685800"/>
            <a:ext cx="6096000" cy="3429000"/>
          </a:xfrm>
          <a:ln/>
        </p:spPr>
      </p:sp>
      <p:sp>
        <p:nvSpPr>
          <p:cNvPr id="50180" name="Rectangle 3"/>
          <p:cNvSpPr>
            <a:spLocks noGrp="1" noChangeArrowheads="1"/>
          </p:cNvSpPr>
          <p:nvPr>
            <p:ph type="body" idx="1"/>
          </p:nvPr>
        </p:nvSpPr>
        <p:spPr>
          <a:noFill/>
          <a:ln/>
        </p:spPr>
        <p:txBody>
          <a:bodyPr/>
          <a:lstStyle/>
          <a:p>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502710B0-4B5C-45B1-B617-A594C2CFBB09}" type="slidenum">
              <a:rPr lang="en-US"/>
              <a:pPr/>
              <a:t>37</a:t>
            </a:fld>
            <a:endParaRPr lang="en-US"/>
          </a:p>
        </p:txBody>
      </p:sp>
      <p:sp>
        <p:nvSpPr>
          <p:cNvPr id="51203" name="Rectangle 2"/>
          <p:cNvSpPr>
            <a:spLocks noGrp="1" noRot="1" noChangeAspect="1" noChangeArrowheads="1" noTextEdit="1"/>
          </p:cNvSpPr>
          <p:nvPr>
            <p:ph type="sldImg"/>
          </p:nvPr>
        </p:nvSpPr>
        <p:spPr>
          <a:xfrm>
            <a:off x="381000" y="685800"/>
            <a:ext cx="6096000" cy="3429000"/>
          </a:xfrm>
          <a:ln/>
        </p:spPr>
      </p:sp>
      <p:sp>
        <p:nvSpPr>
          <p:cNvPr id="51204" name="Rectangle 3"/>
          <p:cNvSpPr>
            <a:spLocks noGrp="1" noChangeArrowheads="1"/>
          </p:cNvSpPr>
          <p:nvPr>
            <p:ph type="body" idx="1"/>
          </p:nvPr>
        </p:nvSpPr>
        <p:spPr>
          <a:noFill/>
          <a:ln/>
        </p:spPr>
        <p:txBody>
          <a:bodyPr/>
          <a:lstStyle/>
          <a:p>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E39219C1-FCF6-498B-A5EF-621B3633C0F3}" type="slidenum">
              <a:rPr lang="en-US"/>
              <a:pPr/>
              <a:t>38</a:t>
            </a:fld>
            <a:endParaRPr lang="en-US"/>
          </a:p>
        </p:txBody>
      </p:sp>
      <p:sp>
        <p:nvSpPr>
          <p:cNvPr id="52227" name="Rectangle 2"/>
          <p:cNvSpPr>
            <a:spLocks noGrp="1" noRot="1" noChangeAspect="1" noChangeArrowheads="1" noTextEdit="1"/>
          </p:cNvSpPr>
          <p:nvPr>
            <p:ph type="sldImg"/>
          </p:nvPr>
        </p:nvSpPr>
        <p:spPr>
          <a:xfrm>
            <a:off x="381000" y="685800"/>
            <a:ext cx="6096000" cy="3429000"/>
          </a:xfrm>
          <a:ln/>
        </p:spPr>
      </p:sp>
      <p:sp>
        <p:nvSpPr>
          <p:cNvPr id="52228" name="Rectangle 3"/>
          <p:cNvSpPr>
            <a:spLocks noGrp="1" noChangeArrowheads="1"/>
          </p:cNvSpPr>
          <p:nvPr>
            <p:ph type="body" idx="1"/>
          </p:nvPr>
        </p:nvSpPr>
        <p:spPr>
          <a:noFill/>
          <a:ln/>
        </p:spPr>
        <p:txBody>
          <a:bodyPr/>
          <a:lstStyle/>
          <a:p>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1AE65003-5124-4707-99D3-6475718FAE6F}" type="slidenum">
              <a:rPr lang="en-US"/>
              <a:pPr/>
              <a:t>39</a:t>
            </a:fld>
            <a:endParaRPr lang="en-US"/>
          </a:p>
        </p:txBody>
      </p:sp>
      <p:sp>
        <p:nvSpPr>
          <p:cNvPr id="53251" name="Rectangle 2"/>
          <p:cNvSpPr>
            <a:spLocks noGrp="1" noRot="1" noChangeAspect="1" noChangeArrowheads="1" noTextEdit="1"/>
          </p:cNvSpPr>
          <p:nvPr>
            <p:ph type="sldImg"/>
          </p:nvPr>
        </p:nvSpPr>
        <p:spPr>
          <a:xfrm>
            <a:off x="381000" y="685800"/>
            <a:ext cx="6096000" cy="3429000"/>
          </a:xfrm>
          <a:ln/>
        </p:spPr>
      </p:sp>
      <p:sp>
        <p:nvSpPr>
          <p:cNvPr id="53252" name="Rectangle 3"/>
          <p:cNvSpPr>
            <a:spLocks noGrp="1" noChangeArrowheads="1"/>
          </p:cNvSpPr>
          <p:nvPr>
            <p:ph type="body" idx="1"/>
          </p:nvPr>
        </p:nvSpPr>
        <p:spPr>
          <a:noFill/>
          <a:ln/>
        </p:spPr>
        <p:txBody>
          <a:bodyPr/>
          <a:lstStyle/>
          <a:p>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89</a:t>
            </a:fld>
            <a:endParaRPr lang="es-ES_tradn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90</a:t>
            </a:fld>
            <a:endParaRPr lang="es-ES_tradnl"/>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In fact, almost nothing scaled.  Jim studied this and tried to understand root causes.</a:t>
            </a:r>
          </a:p>
        </p:txBody>
      </p:sp>
      <p:sp>
        <p:nvSpPr>
          <p:cNvPr id="4" name="Slide Number Placeholder 3"/>
          <p:cNvSpPr>
            <a:spLocks noGrp="1"/>
          </p:cNvSpPr>
          <p:nvPr>
            <p:ph type="sldNum" sz="quarter" idx="10"/>
          </p:nvPr>
        </p:nvSpPr>
        <p:spPr/>
        <p:txBody>
          <a:bodyPr/>
          <a:lstStyle/>
          <a:p>
            <a:fld id="{DACDC88A-CD66-4609-884B-39722DAC333B}" type="slidenum">
              <a:rPr lang="en-US" smtClean="0"/>
              <a:t>106</a:t>
            </a:fld>
            <a:endParaRPr lang="en-US"/>
          </a:p>
        </p:txBody>
      </p:sp>
    </p:spTree>
    <p:extLst>
      <p:ext uri="{BB962C8B-B14F-4D97-AF65-F5344CB8AC3E}">
        <p14:creationId xmlns:p14="http://schemas.microsoft.com/office/powerpoint/2010/main" val="1357497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Even with a pencil and paper analysis, he and his colleagues identified a huge issue!  </a:t>
            </a:r>
          </a:p>
        </p:txBody>
      </p:sp>
      <p:sp>
        <p:nvSpPr>
          <p:cNvPr id="4" name="Slide Number Placeholder 3"/>
          <p:cNvSpPr>
            <a:spLocks noGrp="1"/>
          </p:cNvSpPr>
          <p:nvPr>
            <p:ph type="sldNum" sz="quarter" idx="10"/>
          </p:nvPr>
        </p:nvSpPr>
        <p:spPr/>
        <p:txBody>
          <a:bodyPr/>
          <a:lstStyle/>
          <a:p>
            <a:fld id="{DACDC88A-CD66-4609-884B-39722DAC333B}" type="slidenum">
              <a:rPr lang="en-US" smtClean="0"/>
              <a:t>107</a:t>
            </a:fld>
            <a:endParaRPr lang="en-US"/>
          </a:p>
        </p:txBody>
      </p:sp>
    </p:spTree>
    <p:extLst>
      <p:ext uri="{BB962C8B-B14F-4D97-AF65-F5344CB8AC3E}">
        <p14:creationId xmlns:p14="http://schemas.microsoft.com/office/powerpoint/2010/main" val="922448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He posed his analysis as an asymptotic cost question, like in an algorithms class where you study complexity.  But here we have more moving parts.</a:t>
            </a:r>
          </a:p>
        </p:txBody>
      </p:sp>
      <p:sp>
        <p:nvSpPr>
          <p:cNvPr id="4" name="Slide Number Placeholder 3"/>
          <p:cNvSpPr>
            <a:spLocks noGrp="1"/>
          </p:cNvSpPr>
          <p:nvPr>
            <p:ph type="sldNum" sz="quarter" idx="10"/>
          </p:nvPr>
        </p:nvSpPr>
        <p:spPr/>
        <p:txBody>
          <a:bodyPr/>
          <a:lstStyle/>
          <a:p>
            <a:fld id="{DACDC88A-CD66-4609-884B-39722DAC333B}" type="slidenum">
              <a:rPr lang="en-US" smtClean="0"/>
              <a:t>108</a:t>
            </a:fld>
            <a:endParaRPr lang="en-US"/>
          </a:p>
        </p:txBody>
      </p:sp>
    </p:spTree>
    <p:extLst>
      <p:ext uri="{BB962C8B-B14F-4D97-AF65-F5344CB8AC3E}">
        <p14:creationId xmlns:p14="http://schemas.microsoft.com/office/powerpoint/2010/main" val="933775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The model starts with clients talking to a database.  There are T transactions that need to run.    They won’t run all at the same time, of course.  Here, three are active.</a:t>
            </a:r>
          </a:p>
        </p:txBody>
      </p:sp>
      <p:sp>
        <p:nvSpPr>
          <p:cNvPr id="4" name="Slide Number Placeholder 3"/>
          <p:cNvSpPr>
            <a:spLocks noGrp="1"/>
          </p:cNvSpPr>
          <p:nvPr>
            <p:ph type="sldNum" sz="quarter" idx="10"/>
          </p:nvPr>
        </p:nvSpPr>
        <p:spPr/>
        <p:txBody>
          <a:bodyPr/>
          <a:lstStyle/>
          <a:p>
            <a:fld id="{DACDC88A-CD66-4609-884B-39722DAC333B}" type="slidenum">
              <a:rPr lang="en-US" smtClean="0"/>
              <a:t>109</a:t>
            </a:fld>
            <a:endParaRPr lang="en-US"/>
          </a:p>
        </p:txBody>
      </p:sp>
    </p:spTree>
    <p:extLst>
      <p:ext uri="{BB962C8B-B14F-4D97-AF65-F5344CB8AC3E}">
        <p14:creationId xmlns:p14="http://schemas.microsoft.com/office/powerpoint/2010/main" val="768044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And there are N servers.  We want to have N x the capacity, so the goal is to scale well and be able to throw more servers at the problem if the system overloads.</a:t>
            </a:r>
          </a:p>
        </p:txBody>
      </p:sp>
      <p:sp>
        <p:nvSpPr>
          <p:cNvPr id="4" name="Slide Number Placeholder 3"/>
          <p:cNvSpPr>
            <a:spLocks noGrp="1"/>
          </p:cNvSpPr>
          <p:nvPr>
            <p:ph type="sldNum" sz="quarter" idx="10"/>
          </p:nvPr>
        </p:nvSpPr>
        <p:spPr/>
        <p:txBody>
          <a:bodyPr/>
          <a:lstStyle/>
          <a:p>
            <a:fld id="{DACDC88A-CD66-4609-884B-39722DAC333B}" type="slidenum">
              <a:rPr lang="en-US" smtClean="0"/>
              <a:t>110</a:t>
            </a:fld>
            <a:endParaRPr lang="en-US"/>
          </a:p>
        </p:txBody>
      </p:sp>
    </p:spTree>
    <p:extLst>
      <p:ext uri="{BB962C8B-B14F-4D97-AF65-F5344CB8AC3E}">
        <p14:creationId xmlns:p14="http://schemas.microsoft.com/office/powerpoint/2010/main" val="33398816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ACDC88A-CD66-4609-884B-39722DAC333B}" type="slidenum">
              <a:rPr lang="en-US" smtClean="0"/>
              <a:t>111</a:t>
            </a:fld>
            <a:endParaRPr lang="en-US"/>
          </a:p>
        </p:txBody>
      </p:sp>
    </p:spTree>
    <p:extLst>
      <p:ext uri="{BB962C8B-B14F-4D97-AF65-F5344CB8AC3E}">
        <p14:creationId xmlns:p14="http://schemas.microsoft.com/office/powerpoint/2010/main" val="2281384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Basically, you see higher and higher rates of transactions banging into each other and either waiting (which can be slow), or deadlocking (which causes a rollback), or in some “optimistic” scenarios, aborting.</a:t>
            </a:r>
          </a:p>
          <a:p>
            <a:endParaRPr lang="en-US"/>
          </a:p>
          <a:p>
            <a:r>
              <a:rPr lang="en-US"/>
              <a:t>The rate of growth of overhead is a polynomial, like the number of servers or the number of transactions raised to an exponent like 2 or 3.</a:t>
            </a:r>
          </a:p>
          <a:p>
            <a:endParaRPr lang="en-US"/>
          </a:p>
          <a:p>
            <a:r>
              <a:rPr lang="en-US"/>
              <a:t>Now this may sound very database-specific but in fact the same issues arise in any consistent cloud service because Jim’s model was so general it could apply even if you have never thought about databases in your life!</a:t>
            </a:r>
          </a:p>
        </p:txBody>
      </p:sp>
      <p:sp>
        <p:nvSpPr>
          <p:cNvPr id="4" name="Slide Number Placeholder 3"/>
          <p:cNvSpPr>
            <a:spLocks noGrp="1"/>
          </p:cNvSpPr>
          <p:nvPr>
            <p:ph type="sldNum" sz="quarter" idx="10"/>
          </p:nvPr>
        </p:nvSpPr>
        <p:spPr/>
        <p:txBody>
          <a:bodyPr/>
          <a:lstStyle/>
          <a:p>
            <a:fld id="{DACDC88A-CD66-4609-884B-39722DAC333B}" type="slidenum">
              <a:rPr lang="en-US" smtClean="0"/>
              <a:t>112</a:t>
            </a:fld>
            <a:endParaRPr lang="en-US"/>
          </a:p>
        </p:txBody>
      </p:sp>
    </p:spTree>
    <p:extLst>
      <p:ext uri="{BB962C8B-B14F-4D97-AF65-F5344CB8AC3E}">
        <p14:creationId xmlns:p14="http://schemas.microsoft.com/office/powerpoint/2010/main" val="2940431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What they argue for has a ton in common with our key-value  </a:t>
            </a:r>
            <a:r>
              <a:rPr lang="en-US">
                <a:sym typeface="Symbol" panose="05050102010706020507" pitchFamily="18" charset="2"/>
              </a:rPr>
              <a:t>-service story from the other day.  The only real change is that in Lecture 2, we said “replicate to make your shard more reliable” but didn’t say how.</a:t>
            </a:r>
          </a:p>
          <a:p>
            <a:endParaRPr lang="en-US">
              <a:sym typeface="Symbol" panose="05050102010706020507" pitchFamily="18" charset="2"/>
            </a:endParaRPr>
          </a:p>
          <a:p>
            <a:r>
              <a:rPr lang="en-US">
                <a:sym typeface="Symbol" panose="05050102010706020507" pitchFamily="18" charset="2"/>
              </a:rPr>
              <a:t>Jim is arguing for a form of consistent replication in which the replicas definitely follow the identical histories.  There are many terms for this, and we will see some later – state machine replication is perhaps the most general one.</a:t>
            </a:r>
          </a:p>
          <a:p>
            <a:endParaRPr lang="en-US">
              <a:sym typeface="Symbol" panose="05050102010706020507" pitchFamily="18" charset="2"/>
            </a:endParaRPr>
          </a:p>
          <a:p>
            <a:r>
              <a:rPr lang="en-US">
                <a:sym typeface="Symbol" panose="05050102010706020507" pitchFamily="18" charset="2"/>
              </a:rPr>
              <a:t>Transactional databases with replication at a </a:t>
            </a:r>
            <a:r>
              <a:rPr lang="en-US" err="1">
                <a:sym typeface="Symbol" panose="05050102010706020507" pitchFamily="18" charset="2"/>
              </a:rPr>
              <a:t>sharding</a:t>
            </a:r>
            <a:r>
              <a:rPr lang="en-US">
                <a:sym typeface="Symbol" panose="05050102010706020507" pitchFamily="18" charset="2"/>
              </a:rPr>
              <a:t> level work EXACTLY this way.  The terminology may sound different but the ideas are the same.</a:t>
            </a:r>
          </a:p>
          <a:p>
            <a:endParaRPr lang="en-US">
              <a:sym typeface="Symbol" panose="05050102010706020507" pitchFamily="18" charset="2"/>
            </a:endParaRPr>
          </a:p>
          <a:p>
            <a:r>
              <a:rPr lang="en-US">
                <a:sym typeface="Symbol" panose="05050102010706020507" pitchFamily="18" charset="2"/>
              </a:rPr>
              <a:t>But one thing to realize is that in Jim’s world we often have long transactions that do many things and end with a 2-phase commit.  In the cloud, updates that perform just a single operation on a single shard would be far more common, like an event handler fetching some data, modifying it, and writing it back.</a:t>
            </a:r>
            <a:endParaRPr lang="en-US"/>
          </a:p>
        </p:txBody>
      </p:sp>
      <p:sp>
        <p:nvSpPr>
          <p:cNvPr id="4" name="Slide Number Placeholder 3"/>
          <p:cNvSpPr>
            <a:spLocks noGrp="1"/>
          </p:cNvSpPr>
          <p:nvPr>
            <p:ph type="sldNum" sz="quarter" idx="10"/>
          </p:nvPr>
        </p:nvSpPr>
        <p:spPr/>
        <p:txBody>
          <a:bodyPr/>
          <a:lstStyle/>
          <a:p>
            <a:fld id="{DACDC88A-CD66-4609-884B-39722DAC333B}" type="slidenum">
              <a:rPr lang="en-US" smtClean="0"/>
              <a:t>113</a:t>
            </a:fld>
            <a:endParaRPr lang="en-US"/>
          </a:p>
        </p:txBody>
      </p:sp>
    </p:spTree>
    <p:extLst>
      <p:ext uri="{BB962C8B-B14F-4D97-AF65-F5344CB8AC3E}">
        <p14:creationId xmlns:p14="http://schemas.microsoft.com/office/powerpoint/2010/main" val="4148160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ACDC88A-CD66-4609-884B-39722DAC333B}" type="slidenum">
              <a:rPr lang="en-US" smtClean="0"/>
              <a:t>114</a:t>
            </a:fld>
            <a:endParaRPr lang="en-US"/>
          </a:p>
        </p:txBody>
      </p:sp>
    </p:spTree>
    <p:extLst>
      <p:ext uri="{BB962C8B-B14F-4D97-AF65-F5344CB8AC3E}">
        <p14:creationId xmlns:p14="http://schemas.microsoft.com/office/powerpoint/2010/main" val="38889016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ACDC88A-CD66-4609-884B-39722DAC333B}" type="slidenum">
              <a:rPr lang="en-US" smtClean="0"/>
              <a:t>115</a:t>
            </a:fld>
            <a:endParaRPr lang="en-US"/>
          </a:p>
        </p:txBody>
      </p:sp>
    </p:spTree>
    <p:extLst>
      <p:ext uri="{BB962C8B-B14F-4D97-AF65-F5344CB8AC3E}">
        <p14:creationId xmlns:p14="http://schemas.microsoft.com/office/powerpoint/2010/main" val="1588733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With state machine replication we don’t have full transactions, so Jim’s issues don’t arise: there aren’t any locks, or any notion of deadlock/abort/retry.</a:t>
            </a:r>
          </a:p>
        </p:txBody>
      </p:sp>
      <p:sp>
        <p:nvSpPr>
          <p:cNvPr id="4" name="Slide Number Placeholder 3"/>
          <p:cNvSpPr>
            <a:spLocks noGrp="1"/>
          </p:cNvSpPr>
          <p:nvPr>
            <p:ph type="sldNum" sz="quarter" idx="10"/>
          </p:nvPr>
        </p:nvSpPr>
        <p:spPr/>
        <p:txBody>
          <a:bodyPr/>
          <a:lstStyle/>
          <a:p>
            <a:fld id="{DACDC88A-CD66-4609-884B-39722DAC333B}" type="slidenum">
              <a:rPr lang="en-US" smtClean="0"/>
              <a:t>116</a:t>
            </a:fld>
            <a:endParaRPr lang="en-US"/>
          </a:p>
        </p:txBody>
      </p:sp>
    </p:spTree>
    <p:extLst>
      <p:ext uri="{BB962C8B-B14F-4D97-AF65-F5344CB8AC3E}">
        <p14:creationId xmlns:p14="http://schemas.microsoft.com/office/powerpoint/2010/main" val="31694873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ACDC88A-CD66-4609-884B-39722DAC333B}" type="slidenum">
              <a:rPr lang="en-US" smtClean="0"/>
              <a:t>117</a:t>
            </a:fld>
            <a:endParaRPr lang="en-US"/>
          </a:p>
        </p:txBody>
      </p:sp>
    </p:spTree>
    <p:extLst>
      <p:ext uri="{BB962C8B-B14F-4D97-AF65-F5344CB8AC3E}">
        <p14:creationId xmlns:p14="http://schemas.microsoft.com/office/powerpoint/2010/main" val="2899826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ES_tradnl"/>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ES_tradnl"/>
          </a:p>
        </p:txBody>
      </p:sp>
      <p:sp>
        <p:nvSpPr>
          <p:cNvPr id="4" name="3 Marcador de fecha"/>
          <p:cNvSpPr>
            <a:spLocks noGrp="1"/>
          </p:cNvSpPr>
          <p:nvPr>
            <p:ph type="dt" sz="half" idx="10"/>
          </p:nvPr>
        </p:nvSpPr>
        <p:spPr/>
        <p:txBody>
          <a:bodyPr/>
          <a:lstStyle/>
          <a:p>
            <a:fld id="{0387F19D-3208-4A85-8A1F-151463789BE1}" type="datetime1">
              <a:rPr lang="es-ES" smtClean="0"/>
              <a:pPr/>
              <a:t>9/11/25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10"/>
          </p:nvPr>
        </p:nvSpPr>
        <p:spPr/>
        <p:txBody>
          <a:bodyPr/>
          <a:lstStyle/>
          <a:p>
            <a:fld id="{EACD2413-67EB-4172-9E4E-4D3DADAE19AB}" type="datetime1">
              <a:rPr lang="es-ES" smtClean="0"/>
              <a:pPr/>
              <a:t>9/11/25</a:t>
            </a:fld>
            <a:endParaRPr lang="es-ES"/>
          </a:p>
        </p:txBody>
      </p:sp>
      <p:sp>
        <p:nvSpPr>
          <p:cNvPr id="5" name="4 Marcador de pie de página"/>
          <p:cNvSpPr>
            <a:spLocks noGrp="1"/>
          </p:cNvSpPr>
          <p:nvPr>
            <p:ph type="ftr" sz="quarter" idx="11"/>
          </p:nvPr>
        </p:nvSpPr>
        <p:spPr>
          <a:xfrm>
            <a:off x="7721600" y="6356350"/>
            <a:ext cx="3860800" cy="365125"/>
          </a:xfrm>
        </p:spPr>
        <p:txBody>
          <a:bodyPr/>
          <a:lstStyle/>
          <a:p>
            <a:endParaRPr lang="es-ES"/>
          </a:p>
        </p:txBody>
      </p:sp>
      <p:sp>
        <p:nvSpPr>
          <p:cNvPr id="6" name="5 Marcador de número de diapositiva"/>
          <p:cNvSpPr>
            <a:spLocks noGrp="1"/>
          </p:cNvSpPr>
          <p:nvPr>
            <p:ph type="sldNum" sz="quarter" idx="12"/>
          </p:nvPr>
        </p:nvSpPr>
        <p:spPr>
          <a:xfrm>
            <a:off x="4115296" y="6356351"/>
            <a:ext cx="2844800" cy="365125"/>
          </a:xfrm>
        </p:spPr>
        <p:txBody>
          <a:bodyPr/>
          <a:lstStyle>
            <a:lvl1pPr>
              <a:defRPr b="1"/>
            </a:lvl1pPr>
          </a:lstStyle>
          <a:p>
            <a:fld id="{132FADFE-3B8F-471C-ABF0-DBC7717ECBBC}"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AA00301A-FE76-44F3-9F48-AABC57B6FF9C}" type="datetime1">
              <a:rPr lang="es-ES" smtClean="0"/>
              <a:pPr/>
              <a:t>9/11/25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fecha"/>
          <p:cNvSpPr>
            <a:spLocks noGrp="1"/>
          </p:cNvSpPr>
          <p:nvPr>
            <p:ph type="dt" sz="half" idx="10"/>
          </p:nvPr>
        </p:nvSpPr>
        <p:spPr/>
        <p:txBody>
          <a:bodyPr/>
          <a:lstStyle/>
          <a:p>
            <a:fld id="{277845CB-EA03-4189-8595-8409B5DDC52C}" type="datetime1">
              <a:rPr lang="es-ES" smtClean="0"/>
              <a:pPr/>
              <a:t>9/11/25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6 Marcador de fecha"/>
          <p:cNvSpPr>
            <a:spLocks noGrp="1"/>
          </p:cNvSpPr>
          <p:nvPr>
            <p:ph type="dt" sz="half" idx="10"/>
          </p:nvPr>
        </p:nvSpPr>
        <p:spPr/>
        <p:txBody>
          <a:bodyPr/>
          <a:lstStyle/>
          <a:p>
            <a:fld id="{B887671C-6030-4939-94E3-A626E65063DD}" type="datetime1">
              <a:rPr lang="es-ES" smtClean="0"/>
              <a:pPr/>
              <a:t>9/11/25</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fecha"/>
          <p:cNvSpPr>
            <a:spLocks noGrp="1"/>
          </p:cNvSpPr>
          <p:nvPr>
            <p:ph type="dt" sz="half" idx="10"/>
          </p:nvPr>
        </p:nvSpPr>
        <p:spPr/>
        <p:txBody>
          <a:bodyPr/>
          <a:lstStyle/>
          <a:p>
            <a:fld id="{61349E7D-70F3-44DF-AED4-2BE127DACFA4}" type="datetime1">
              <a:rPr lang="es-ES" smtClean="0"/>
              <a:pPr/>
              <a:t>9/11/25</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F788235A-7CDC-44C5-8376-7ED9CB251FE7}" type="datetime1">
              <a:rPr lang="es-ES" smtClean="0"/>
              <a:pPr/>
              <a:t>9/11/25</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6493CFE-49B0-49B6-8407-61F6A35A3776}" type="datetime1">
              <a:rPr lang="es-ES" smtClean="0"/>
              <a:pPr/>
              <a:t>9/11/25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86AC31FB-6A8D-40CC-902F-1B96321DC315}" type="datetime1">
              <a:rPr lang="es-ES" smtClean="0"/>
              <a:pPr/>
              <a:t>9/11/25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10"/>
          </p:nvPr>
        </p:nvSpPr>
        <p:spPr/>
        <p:txBody>
          <a:bodyPr/>
          <a:lstStyle/>
          <a:p>
            <a:fld id="{8D060704-0D86-4BCC-9619-2AB1A9CA6EAA}" type="datetime1">
              <a:rPr lang="es-ES" smtClean="0"/>
              <a:pPr/>
              <a:t>9/11/25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10"/>
          </p:nvPr>
        </p:nvSpPr>
        <p:spPr/>
        <p:txBody>
          <a:bodyPr/>
          <a:lstStyle/>
          <a:p>
            <a:fld id="{B613E3E3-27FC-4D65-8580-DE5DA942CB7F}" type="datetime1">
              <a:rPr lang="es-ES" smtClean="0"/>
              <a:pPr/>
              <a:t>9/11/25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ES_tradnl"/>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42A091-6AE4-41E0-B8EB-963259B23557}" type="datetime1">
              <a:rPr lang="es-ES" smtClean="0"/>
              <a:pPr/>
              <a:t>9/11/25</a:t>
            </a:fld>
            <a:endParaRPr lang="es-ES"/>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dr@lcc.uma.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file:///wiki/recurrent-neural-network-rnn"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8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44.png"/></Relationships>
</file>

<file path=ppt/slides/_rels/slide8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919536" y="1844825"/>
            <a:ext cx="8496944" cy="1470025"/>
          </a:xfrm>
        </p:spPr>
        <p:txBody>
          <a:bodyPr>
            <a:noAutofit/>
          </a:bodyPr>
          <a:lstStyle/>
          <a:p>
            <a:r>
              <a:rPr lang="es-ES_tradnl" sz="3200">
                <a:solidFill>
                  <a:schemeClr val="tx1">
                    <a:lumMod val="75000"/>
                    <a:lumOff val="25000"/>
                  </a:schemeClr>
                </a:solidFill>
              </a:rPr>
              <a:t>Tema 3. Diseño de Software Crítico</a:t>
            </a:r>
          </a:p>
        </p:txBody>
      </p:sp>
      <p:sp>
        <p:nvSpPr>
          <p:cNvPr id="3" name="2 Subtítulo"/>
          <p:cNvSpPr>
            <a:spLocks noGrp="1"/>
          </p:cNvSpPr>
          <p:nvPr>
            <p:ph type="subTitle" idx="1"/>
          </p:nvPr>
        </p:nvSpPr>
        <p:spPr>
          <a:xfrm>
            <a:off x="2895600" y="3878700"/>
            <a:ext cx="6400800" cy="1638532"/>
          </a:xfrm>
        </p:spPr>
        <p:txBody>
          <a:bodyPr>
            <a:normAutofit/>
          </a:bodyPr>
          <a:lstStyle/>
          <a:p>
            <a:r>
              <a:rPr lang="es-ES" sz="2400" b="1" dirty="0">
                <a:solidFill>
                  <a:schemeClr val="tx1">
                    <a:lumMod val="65000"/>
                    <a:lumOff val="35000"/>
                  </a:schemeClr>
                </a:solidFill>
              </a:rPr>
              <a:t>Manuel Díaz </a:t>
            </a:r>
            <a:r>
              <a:rPr lang="es-ES" sz="2400" b="1" dirty="0">
                <a:solidFill>
                  <a:schemeClr val="tx1">
                    <a:lumMod val="65000"/>
                    <a:lumOff val="35000"/>
                  </a:schemeClr>
                </a:solidFill>
                <a:hlinkClick r:id="rId3"/>
              </a:rPr>
              <a:t>mdiaz@uma.es</a:t>
            </a:r>
            <a:endParaRPr lang="es-ES" sz="2400" b="1" dirty="0">
              <a:solidFill>
                <a:schemeClr val="tx1">
                  <a:lumMod val="65000"/>
                  <a:lumOff val="35000"/>
                </a:schemeClr>
              </a:solidFill>
            </a:endParaRPr>
          </a:p>
        </p:txBody>
      </p:sp>
      <p:sp>
        <p:nvSpPr>
          <p:cNvPr id="4" name="3 CuadroTexto"/>
          <p:cNvSpPr txBox="1"/>
          <p:nvPr/>
        </p:nvSpPr>
        <p:spPr>
          <a:xfrm>
            <a:off x="2818568" y="5661249"/>
            <a:ext cx="6715172" cy="646331"/>
          </a:xfrm>
          <a:prstGeom prst="rect">
            <a:avLst/>
          </a:prstGeom>
          <a:noFill/>
        </p:spPr>
        <p:txBody>
          <a:bodyPr wrap="square" rtlCol="0">
            <a:spAutoFit/>
          </a:bodyPr>
          <a:lstStyle/>
          <a:p>
            <a:pPr algn="ctr"/>
            <a:r>
              <a:rPr lang="es-ES_tradnl"/>
              <a:t>Dpto. Lenguajes y Ciencias de la Computación</a:t>
            </a:r>
          </a:p>
          <a:p>
            <a:pPr algn="ctr"/>
            <a:r>
              <a:rPr lang="es-ES_tradnl"/>
              <a:t> Universidad de Málaga</a:t>
            </a:r>
          </a:p>
        </p:txBody>
      </p:sp>
      <p:pic>
        <p:nvPicPr>
          <p:cNvPr id="1027" name="Picture 3" descr="I:\Trabajo\Tesis\Congresos y articulos\03 IADIS Applied computing, 2009 november, Rome. Tractor security\Presentacion tractor safety rome\uma.gif"/>
          <p:cNvPicPr>
            <a:picLocks noChangeAspect="1" noChangeArrowheads="1"/>
          </p:cNvPicPr>
          <p:nvPr/>
        </p:nvPicPr>
        <p:blipFill>
          <a:blip r:embed="rId4" cstate="print"/>
          <a:srcRect/>
          <a:stretch>
            <a:fillRect/>
          </a:stretch>
        </p:blipFill>
        <p:spPr bwMode="auto">
          <a:xfrm>
            <a:off x="623472" y="359870"/>
            <a:ext cx="1677761" cy="108900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sz="3600" dirty="0">
                <a:solidFill>
                  <a:srgbClr val="0070C0"/>
                </a:solidFill>
              </a:rPr>
              <a:t>Diseño de Software Crítico I</a:t>
            </a:r>
            <a:endParaRPr lang="es-ES" sz="3600" dirty="0"/>
          </a:p>
        </p:txBody>
      </p:sp>
      <p:sp>
        <p:nvSpPr>
          <p:cNvPr id="3" name="2 Marcador de contenido"/>
          <p:cNvSpPr>
            <a:spLocks noGrp="1"/>
          </p:cNvSpPr>
          <p:nvPr>
            <p:ph idx="1"/>
          </p:nvPr>
        </p:nvSpPr>
        <p:spPr/>
        <p:txBody>
          <a:bodyPr>
            <a:normAutofit/>
          </a:bodyPr>
          <a:lstStyle/>
          <a:p>
            <a:pPr marL="857250" lvl="1" indent="-457200">
              <a:lnSpc>
                <a:spcPct val="120000"/>
              </a:lnSpc>
            </a:pPr>
            <a:r>
              <a:rPr lang="en-US" altLang="es-ES" dirty="0" err="1"/>
              <a:t>Patrones</a:t>
            </a:r>
            <a:r>
              <a:rPr lang="en-US" altLang="es-ES" dirty="0"/>
              <a:t> para </a:t>
            </a:r>
            <a:r>
              <a:rPr lang="en-US" altLang="es-ES" dirty="0" err="1"/>
              <a:t>gestión</a:t>
            </a:r>
            <a:r>
              <a:rPr lang="en-US" altLang="es-ES" dirty="0"/>
              <a:t> de </a:t>
            </a:r>
            <a:r>
              <a:rPr lang="en-US" altLang="es-ES" dirty="0" err="1"/>
              <a:t>errores</a:t>
            </a:r>
            <a:endParaRPr lang="en-US" altLang="es-ES" dirty="0"/>
          </a:p>
          <a:p>
            <a:pPr marL="1257300" lvl="2" indent="-457200">
              <a:lnSpc>
                <a:spcPct val="120000"/>
              </a:lnSpc>
            </a:pPr>
            <a:r>
              <a:rPr lang="en-US" altLang="es-ES" dirty="0" err="1"/>
              <a:t>Detección</a:t>
            </a:r>
            <a:r>
              <a:rPr lang="en-US" altLang="es-ES" dirty="0"/>
              <a:t> de </a:t>
            </a:r>
            <a:r>
              <a:rPr lang="en-US" altLang="es-ES" dirty="0" err="1"/>
              <a:t>anomalías</a:t>
            </a:r>
            <a:endParaRPr lang="en-US" altLang="es-ES" dirty="0"/>
          </a:p>
          <a:p>
            <a:pPr marL="1257300" lvl="2" indent="-457200">
              <a:lnSpc>
                <a:spcPct val="120000"/>
              </a:lnSpc>
            </a:pPr>
            <a:r>
              <a:rPr lang="en-US" altLang="es-ES" dirty="0" err="1"/>
              <a:t>Manejo</a:t>
            </a:r>
            <a:r>
              <a:rPr lang="en-US" altLang="es-ES" dirty="0"/>
              <a:t> de </a:t>
            </a:r>
            <a:r>
              <a:rPr lang="en-US" altLang="es-ES" dirty="0" err="1"/>
              <a:t>errores</a:t>
            </a:r>
            <a:r>
              <a:rPr lang="en-US" altLang="es-ES" dirty="0"/>
              <a:t>: Rejuvenation y </a:t>
            </a:r>
            <a:r>
              <a:rPr lang="en-US" altLang="es-ES" dirty="0" err="1"/>
              <a:t>Bloques</a:t>
            </a:r>
            <a:r>
              <a:rPr lang="en-US" altLang="es-ES" dirty="0"/>
              <a:t> de </a:t>
            </a:r>
            <a:r>
              <a:rPr lang="en-US" altLang="es-ES" dirty="0" err="1"/>
              <a:t>Recuperación</a:t>
            </a:r>
            <a:endParaRPr lang="en-US" altLang="es-ES" dirty="0"/>
          </a:p>
          <a:p>
            <a:pPr marL="857250" lvl="1" indent="-457200">
              <a:lnSpc>
                <a:spcPct val="120000"/>
              </a:lnSpc>
            </a:pPr>
            <a:r>
              <a:rPr lang="en-US" altLang="es-ES" dirty="0" err="1"/>
              <a:t>Replicación</a:t>
            </a:r>
            <a:r>
              <a:rPr lang="en-US" altLang="es-ES" dirty="0"/>
              <a:t> y </a:t>
            </a:r>
            <a:r>
              <a:rPr lang="en-US" altLang="es-ES" dirty="0" err="1"/>
              <a:t>diversificación</a:t>
            </a:r>
            <a:endParaRPr lang="en-US" altLang="es-ES" dirty="0"/>
          </a:p>
          <a:p>
            <a:pPr marL="857250" lvl="1" indent="-457200">
              <a:lnSpc>
                <a:spcPct val="120000"/>
              </a:lnSpc>
            </a:pPr>
            <a:r>
              <a:rPr lang="en-US" altLang="es-ES" dirty="0"/>
              <a:t>Balances </a:t>
            </a:r>
            <a:r>
              <a:rPr lang="en-US" altLang="es-ES" dirty="0" err="1"/>
              <a:t>arquitectónicos</a:t>
            </a:r>
            <a:r>
              <a:rPr lang="en-US" altLang="es-ES" dirty="0"/>
              <a:t>: </a:t>
            </a:r>
            <a:r>
              <a:rPr lang="en-US" altLang="es-ES" dirty="0" err="1"/>
              <a:t>disponibilidad</a:t>
            </a:r>
            <a:r>
              <a:rPr lang="en-US" altLang="es-ES" dirty="0"/>
              <a:t>/</a:t>
            </a:r>
            <a:r>
              <a:rPr lang="en-US" altLang="es-ES" dirty="0" err="1"/>
              <a:t>fiabilidad</a:t>
            </a:r>
            <a:r>
              <a:rPr lang="en-US" altLang="es-ES" dirty="0"/>
              <a:t>, </a:t>
            </a:r>
            <a:r>
              <a:rPr lang="en-US" altLang="es-ES" dirty="0" err="1"/>
              <a:t>seguridad</a:t>
            </a:r>
            <a:r>
              <a:rPr lang="en-US" altLang="es-ES" dirty="0"/>
              <a:t>/</a:t>
            </a:r>
            <a:r>
              <a:rPr lang="en-US" altLang="es-ES" dirty="0" err="1"/>
              <a:t>prestaciones</a:t>
            </a:r>
            <a:r>
              <a:rPr lang="en-US" altLang="es-ES" dirty="0"/>
              <a:t>,…</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a:t>
            </a:fld>
            <a:endParaRPr lang="es-E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solidFill>
                  <a:srgbClr val="0070C0"/>
                </a:solidFill>
              </a:rPr>
              <a:t>Why</a:t>
            </a:r>
            <a:r>
              <a:rPr lang="es-ES" dirty="0">
                <a:solidFill>
                  <a:srgbClr val="0070C0"/>
                </a:solidFill>
              </a:rPr>
              <a:t> </a:t>
            </a:r>
            <a:r>
              <a:rPr lang="es-ES" dirty="0" err="1">
                <a:solidFill>
                  <a:srgbClr val="0070C0"/>
                </a:solidFill>
              </a:rPr>
              <a:t>Detect</a:t>
            </a:r>
            <a:r>
              <a:rPr lang="es-ES" dirty="0">
                <a:solidFill>
                  <a:srgbClr val="0070C0"/>
                </a:solidFill>
              </a:rPr>
              <a:t> </a:t>
            </a:r>
            <a:r>
              <a:rPr lang="es-ES" dirty="0" err="1">
                <a:solidFill>
                  <a:srgbClr val="0070C0"/>
                </a:solidFill>
              </a:rPr>
              <a:t>Errors</a:t>
            </a:r>
            <a:r>
              <a:rPr lang="es-ES" dirty="0">
                <a:solidFill>
                  <a:srgbClr val="0070C0"/>
                </a:solidFill>
              </a:rPr>
              <a:t>?</a:t>
            </a:r>
          </a:p>
        </p:txBody>
      </p:sp>
      <p:sp>
        <p:nvSpPr>
          <p:cNvPr id="3" name="2 Marcador de contenido"/>
          <p:cNvSpPr>
            <a:spLocks noGrp="1"/>
          </p:cNvSpPr>
          <p:nvPr>
            <p:ph idx="1"/>
          </p:nvPr>
        </p:nvSpPr>
        <p:spPr/>
        <p:txBody>
          <a:bodyPr>
            <a:normAutofit lnSpcReduction="10000"/>
          </a:bodyPr>
          <a:lstStyle/>
          <a:p>
            <a:r>
              <a:rPr lang="es-ES" sz="2800" err="1"/>
              <a:t>Given</a:t>
            </a:r>
            <a:r>
              <a:rPr lang="es-ES" sz="2800"/>
              <a:t> </a:t>
            </a:r>
            <a:r>
              <a:rPr lang="es-ES" sz="2800" err="1"/>
              <a:t>the</a:t>
            </a:r>
            <a:r>
              <a:rPr lang="es-ES" sz="2800"/>
              <a:t> </a:t>
            </a:r>
            <a:r>
              <a:rPr lang="es-ES" sz="2800" err="1">
                <a:solidFill>
                  <a:schemeClr val="accent1"/>
                </a:solidFill>
              </a:rPr>
              <a:t>fault</a:t>
            </a:r>
            <a:r>
              <a:rPr lang="es-ES" sz="2800">
                <a:solidFill>
                  <a:schemeClr val="accent1"/>
                </a:solidFill>
              </a:rPr>
              <a:t>-&gt;error-&gt;</a:t>
            </a:r>
            <a:r>
              <a:rPr lang="es-ES" sz="2800" err="1">
                <a:solidFill>
                  <a:schemeClr val="accent1"/>
                </a:solidFill>
              </a:rPr>
              <a:t>failure</a:t>
            </a:r>
            <a:r>
              <a:rPr lang="es-ES" sz="2800">
                <a:solidFill>
                  <a:schemeClr val="accent1"/>
                </a:solidFill>
              </a:rPr>
              <a:t> </a:t>
            </a:r>
            <a:r>
              <a:rPr lang="es-ES" sz="2800" err="1"/>
              <a:t>chain</a:t>
            </a:r>
            <a:r>
              <a:rPr lang="es-ES" sz="2800"/>
              <a:t> </a:t>
            </a:r>
            <a:r>
              <a:rPr lang="es-ES" sz="2800" err="1"/>
              <a:t>considered</a:t>
            </a:r>
            <a:r>
              <a:rPr lang="es-ES" sz="2800"/>
              <a:t> in safety </a:t>
            </a:r>
            <a:r>
              <a:rPr lang="es-ES" sz="2800" err="1"/>
              <a:t>critical</a:t>
            </a:r>
            <a:r>
              <a:rPr lang="es-ES" sz="2800"/>
              <a:t> </a:t>
            </a:r>
            <a:r>
              <a:rPr lang="es-ES" sz="2800" err="1"/>
              <a:t>systems</a:t>
            </a:r>
            <a:r>
              <a:rPr lang="es-ES" sz="2800"/>
              <a:t>, </a:t>
            </a:r>
            <a:r>
              <a:rPr lang="es-ES" sz="2800" err="1"/>
              <a:t>it</a:t>
            </a:r>
            <a:r>
              <a:rPr lang="es-ES" sz="2800"/>
              <a:t> can </a:t>
            </a:r>
            <a:r>
              <a:rPr lang="es-ES" sz="2800" err="1"/>
              <a:t>be</a:t>
            </a:r>
            <a:r>
              <a:rPr lang="es-ES" sz="2800"/>
              <a:t> </a:t>
            </a:r>
            <a:r>
              <a:rPr lang="en-US" sz="2800"/>
              <a:t>useful in a running system to detect the </a:t>
            </a:r>
            <a:r>
              <a:rPr lang="en-US" sz="2800">
                <a:solidFill>
                  <a:schemeClr val="accent1"/>
                </a:solidFill>
              </a:rPr>
              <a:t>error</a:t>
            </a:r>
            <a:r>
              <a:rPr lang="en-US" sz="2800"/>
              <a:t> caused by the (undetected) </a:t>
            </a:r>
            <a:r>
              <a:rPr lang="en-US" sz="2800">
                <a:solidFill>
                  <a:schemeClr val="accent1"/>
                </a:solidFill>
              </a:rPr>
              <a:t>fault</a:t>
            </a:r>
            <a:r>
              <a:rPr lang="en-US" sz="2800"/>
              <a:t> and take appropriate action before it becomes a </a:t>
            </a:r>
            <a:r>
              <a:rPr lang="en-US" sz="2800">
                <a:solidFill>
                  <a:schemeClr val="accent1"/>
                </a:solidFill>
              </a:rPr>
              <a:t>failure</a:t>
            </a:r>
          </a:p>
          <a:p>
            <a:r>
              <a:rPr lang="en-US" sz="2800"/>
              <a:t>Once the system is running, it is too late to detect faults, but errors often leave observable traces</a:t>
            </a:r>
          </a:p>
          <a:p>
            <a:r>
              <a:rPr lang="en-US" sz="2800"/>
              <a:t>By detecting the error, it may be possible to avoid a failure completely, but even if it is not, it may be possible to log details of the problem and inform the larger system into which the failing component is embedded before the failure occurs</a:t>
            </a:r>
          </a:p>
          <a:p>
            <a:endParaRPr lang="es-ES" sz="2800">
              <a:cs typeface="Calibri"/>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a:t>
            </a:fld>
            <a:endParaRPr lang="es-ES"/>
          </a:p>
        </p:txBody>
      </p:sp>
    </p:spTree>
    <p:extLst>
      <p:ext uri="{BB962C8B-B14F-4D97-AF65-F5344CB8AC3E}">
        <p14:creationId xmlns:p14="http://schemas.microsoft.com/office/powerpoint/2010/main" val="10082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solidFill>
                  <a:srgbClr val="0070C0"/>
                </a:solidFill>
              </a:rPr>
              <a:t>Error </a:t>
            </a:r>
            <a:r>
              <a:rPr lang="es-ES" err="1">
                <a:solidFill>
                  <a:srgbClr val="0070C0"/>
                </a:solidFill>
              </a:rPr>
              <a:t>Detection</a:t>
            </a:r>
            <a:r>
              <a:rPr lang="es-ES">
                <a:solidFill>
                  <a:srgbClr val="0070C0"/>
                </a:solidFill>
              </a:rPr>
              <a:t> and </a:t>
            </a:r>
            <a:r>
              <a:rPr lang="es-ES" err="1">
                <a:solidFill>
                  <a:srgbClr val="0070C0"/>
                </a:solidFill>
              </a:rPr>
              <a:t>Standards</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800"/>
              <a:t>Some techniques for detecting an error, as listed in Table 4 of </a:t>
            </a:r>
            <a:r>
              <a:rPr lang="en-US" sz="2800">
                <a:solidFill>
                  <a:schemeClr val="accent1"/>
                </a:solidFill>
              </a:rPr>
              <a:t>ISO 26262-6</a:t>
            </a:r>
            <a:r>
              <a:rPr lang="en-US" sz="2800"/>
              <a:t>, are straightforward and likely to be applied to any software development (</a:t>
            </a:r>
            <a:r>
              <a:rPr lang="en-US" sz="2800" err="1"/>
              <a:t>e.g</a:t>
            </a:r>
            <a:r>
              <a:rPr lang="en-US" sz="2800"/>
              <a:t> functions performing range checks on </a:t>
            </a:r>
            <a:r>
              <a:rPr lang="es-ES" sz="2800" err="1"/>
              <a:t>their</a:t>
            </a:r>
            <a:r>
              <a:rPr lang="es-ES" sz="2800"/>
              <a:t> input </a:t>
            </a:r>
            <a:r>
              <a:rPr lang="es-ES" sz="2800" err="1"/>
              <a:t>parameters</a:t>
            </a:r>
            <a:r>
              <a:rPr lang="es-ES" sz="2800"/>
              <a:t>)</a:t>
            </a:r>
          </a:p>
          <a:p>
            <a:r>
              <a:rPr lang="es-ES_tradnl" sz="2800" err="1"/>
              <a:t>Others</a:t>
            </a:r>
            <a:r>
              <a:rPr lang="es-ES_tradnl" sz="2800"/>
              <a:t>, </a:t>
            </a:r>
            <a:r>
              <a:rPr lang="es-ES_tradnl" sz="2800" err="1"/>
              <a:t>such</a:t>
            </a:r>
            <a:r>
              <a:rPr lang="es-ES_tradnl" sz="2800"/>
              <a:t> as </a:t>
            </a:r>
            <a:r>
              <a:rPr lang="es-ES" sz="2800"/>
              <a:t>“</a:t>
            </a:r>
            <a:r>
              <a:rPr lang="es-ES" sz="2800" err="1"/>
              <a:t>plausibility</a:t>
            </a:r>
            <a:r>
              <a:rPr lang="es-ES" sz="2800"/>
              <a:t>" </a:t>
            </a:r>
            <a:r>
              <a:rPr lang="es-ES" sz="2800" err="1"/>
              <a:t>checking</a:t>
            </a:r>
            <a:r>
              <a:rPr lang="es-ES" sz="2800"/>
              <a:t>, </a:t>
            </a:r>
            <a:r>
              <a:rPr lang="en-US" sz="2800"/>
              <a:t>are more subtle and are considered in this chapter</a:t>
            </a:r>
          </a:p>
          <a:p>
            <a:r>
              <a:rPr lang="en-US" sz="2800"/>
              <a:t>Table A.2 of </a:t>
            </a:r>
            <a:r>
              <a:rPr lang="en-US" sz="2800">
                <a:solidFill>
                  <a:schemeClr val="accent1"/>
                </a:solidFill>
              </a:rPr>
              <a:t>IEC 61508-3 </a:t>
            </a:r>
            <a:r>
              <a:rPr lang="en-US" sz="2800"/>
              <a:t>recommends the incorporation of fault detection into a software design (from the description, the techniques are more focused on error detection than on fault detection)</a:t>
            </a:r>
          </a:p>
          <a:p>
            <a:endParaRPr lang="es-ES" sz="2800">
              <a:cs typeface="Calibri"/>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a:t>
            </a:fld>
            <a:endParaRPr lang="es-ES"/>
          </a:p>
        </p:txBody>
      </p:sp>
    </p:spTree>
    <p:extLst>
      <p:ext uri="{BB962C8B-B14F-4D97-AF65-F5344CB8AC3E}">
        <p14:creationId xmlns:p14="http://schemas.microsoft.com/office/powerpoint/2010/main" val="100826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err="1">
                <a:solidFill>
                  <a:srgbClr val="0070C0"/>
                </a:solidFill>
              </a:rPr>
              <a:t>Anomaly</a:t>
            </a:r>
            <a:r>
              <a:rPr lang="es-ES">
                <a:solidFill>
                  <a:srgbClr val="0070C0"/>
                </a:solidFill>
              </a:rPr>
              <a:t> </a:t>
            </a:r>
            <a:r>
              <a:rPr lang="es-ES" err="1">
                <a:solidFill>
                  <a:srgbClr val="0070C0"/>
                </a:solidFill>
              </a:rPr>
              <a:t>Detection</a:t>
            </a:r>
            <a:endParaRPr lang="es-ES">
              <a:solidFill>
                <a:srgbClr val="0070C0"/>
              </a:solidFill>
            </a:endParaRPr>
          </a:p>
        </p:txBody>
      </p:sp>
      <p:sp>
        <p:nvSpPr>
          <p:cNvPr id="3" name="2 Marcador de contenido"/>
          <p:cNvSpPr>
            <a:spLocks noGrp="1"/>
          </p:cNvSpPr>
          <p:nvPr>
            <p:ph idx="1"/>
          </p:nvPr>
        </p:nvSpPr>
        <p:spPr/>
        <p:txBody>
          <a:bodyPr>
            <a:normAutofit lnSpcReduction="10000"/>
          </a:bodyPr>
          <a:lstStyle/>
          <a:p>
            <a:r>
              <a:rPr lang="en-US" sz="2800" dirty="0"/>
              <a:t>Anomaly detection is the application of an algorithm to a series of events to decide whether one or more of the events is unexpected in the light of the history of the events up to that point</a:t>
            </a:r>
          </a:p>
          <a:p>
            <a:endParaRPr lang="en-US" sz="2800" dirty="0"/>
          </a:p>
          <a:p>
            <a:r>
              <a:rPr lang="es-ES" sz="2800" dirty="0" err="1"/>
              <a:t>Humans</a:t>
            </a:r>
            <a:r>
              <a:rPr lang="es-ES" sz="2800" dirty="0"/>
              <a:t> are </a:t>
            </a:r>
            <a:r>
              <a:rPr lang="es-ES" sz="2800" dirty="0" err="1"/>
              <a:t>very</a:t>
            </a:r>
            <a:r>
              <a:rPr lang="es-ES" sz="2800" dirty="0"/>
              <a:t> </a:t>
            </a:r>
            <a:r>
              <a:rPr lang="en-US" sz="2800" dirty="0"/>
              <a:t>good at this: One glance at a run-chart is enough for a human to know that, even with a noisy signal, something strange happens</a:t>
            </a:r>
          </a:p>
          <a:p>
            <a:endParaRPr lang="en-US" sz="2800" dirty="0"/>
          </a:p>
          <a:p>
            <a:r>
              <a:rPr lang="en-US" sz="2800" dirty="0">
                <a:cs typeface="Calibri"/>
              </a:rPr>
              <a:t>We will consider </a:t>
            </a:r>
            <a:r>
              <a:rPr lang="en-US" sz="2800" dirty="0"/>
              <a:t>different types of algorithms for detecting such anomalies and deciding how anomalous they are</a:t>
            </a:r>
            <a:endParaRPr lang="en-US" sz="24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a:t>
            </a:fld>
            <a:endParaRPr lang="es-ES" dirty="0"/>
          </a:p>
        </p:txBody>
      </p:sp>
    </p:spTree>
    <p:extLst>
      <p:ext uri="{BB962C8B-B14F-4D97-AF65-F5344CB8AC3E}">
        <p14:creationId xmlns:p14="http://schemas.microsoft.com/office/powerpoint/2010/main" val="100826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9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609600" y="159605"/>
            <a:ext cx="10972800" cy="1143000"/>
          </a:xfrm>
        </p:spPr>
        <p:txBody>
          <a:bodyPr/>
          <a:lstStyle/>
          <a:p>
            <a:r>
              <a:rPr lang="es-ES" dirty="0" err="1">
                <a:solidFill>
                  <a:srgbClr val="0070C0"/>
                </a:solidFill>
              </a:rPr>
              <a:t>Anomaly</a:t>
            </a:r>
            <a:r>
              <a:rPr lang="es-ES" dirty="0">
                <a:solidFill>
                  <a:srgbClr val="0070C0"/>
                </a:solidFill>
              </a:rPr>
              <a:t> </a:t>
            </a:r>
            <a:r>
              <a:rPr lang="es-ES" dirty="0" err="1">
                <a:solidFill>
                  <a:srgbClr val="0070C0"/>
                </a:solidFill>
              </a:rPr>
              <a:t>Detection</a:t>
            </a:r>
            <a:r>
              <a:rPr lang="es-ES" dirty="0">
                <a:solidFill>
                  <a:srgbClr val="0070C0"/>
                </a:solidFill>
              </a:rPr>
              <a:t>. </a:t>
            </a:r>
            <a:r>
              <a:rPr lang="es-ES" dirty="0" err="1">
                <a:solidFill>
                  <a:srgbClr val="0070C0"/>
                </a:solidFill>
              </a:rPr>
              <a:t>Examples</a:t>
            </a:r>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6</a:t>
            </a:fld>
            <a:endParaRPr lang="es-ES"/>
          </a:p>
        </p:txBody>
      </p:sp>
      <p:pic>
        <p:nvPicPr>
          <p:cNvPr id="19458" name="Picture 2"/>
          <p:cNvPicPr>
            <a:picLocks noChangeAspect="1" noChangeArrowheads="1"/>
          </p:cNvPicPr>
          <p:nvPr/>
        </p:nvPicPr>
        <p:blipFill>
          <a:blip r:embed="rId2" cstate="print">
            <a:duotone>
              <a:prstClr val="black"/>
              <a:schemeClr val="tx2">
                <a:tint val="45000"/>
                <a:satMod val="400000"/>
              </a:schemeClr>
            </a:duotone>
          </a:blip>
          <a:srcRect/>
          <a:stretch>
            <a:fillRect/>
          </a:stretch>
        </p:blipFill>
        <p:spPr bwMode="auto">
          <a:xfrm>
            <a:off x="0" y="1264469"/>
            <a:ext cx="7331824" cy="5593531"/>
          </a:xfrm>
          <a:prstGeom prst="rect">
            <a:avLst/>
          </a:prstGeom>
          <a:solidFill>
            <a:schemeClr val="accent1"/>
          </a:solidFill>
          <a:ln w="9525">
            <a:noFill/>
            <a:miter lim="800000"/>
            <a:headEnd/>
            <a:tailEnd/>
          </a:ln>
        </p:spPr>
      </p:pic>
      <p:sp>
        <p:nvSpPr>
          <p:cNvPr id="3" name="2 Marcador de contenido">
            <a:extLst>
              <a:ext uri="{FF2B5EF4-FFF2-40B4-BE49-F238E27FC236}">
                <a16:creationId xmlns:a16="http://schemas.microsoft.com/office/drawing/2014/main" id="{C1242FBC-1262-88CF-9256-B38ED7B553BC}"/>
              </a:ext>
            </a:extLst>
          </p:cNvPr>
          <p:cNvSpPr>
            <a:spLocks noGrp="1"/>
          </p:cNvSpPr>
          <p:nvPr>
            <p:ph idx="1"/>
          </p:nvPr>
        </p:nvSpPr>
        <p:spPr>
          <a:xfrm>
            <a:off x="7331824" y="1677320"/>
            <a:ext cx="4753680" cy="4525963"/>
          </a:xfrm>
        </p:spPr>
        <p:txBody>
          <a:bodyPr>
            <a:normAutofit lnSpcReduction="10000"/>
          </a:bodyPr>
          <a:lstStyle/>
          <a:p>
            <a:r>
              <a:rPr lang="en-US" sz="2400" dirty="0"/>
              <a:t>The values in the figure represent the exact number of an operating system resource type  </a:t>
            </a:r>
            <a:r>
              <a:rPr lang="es-ES" sz="2400" dirty="0"/>
              <a:t>in use </a:t>
            </a:r>
            <a:r>
              <a:rPr lang="es-ES" sz="2400" dirty="0" err="1"/>
              <a:t>over</a:t>
            </a:r>
            <a:r>
              <a:rPr lang="es-ES" sz="2400" dirty="0"/>
              <a:t> time</a:t>
            </a:r>
          </a:p>
          <a:p>
            <a:r>
              <a:rPr lang="en-US" sz="2400" dirty="0"/>
              <a:t>We have assumed that the resource is an open file descriptor, but it could be an amount of memory, a number of locked mutexes, or any other resource whose usage can be measured precisely</a:t>
            </a:r>
          </a:p>
          <a:p>
            <a:r>
              <a:rPr lang="en-US" sz="2400" dirty="0"/>
              <a:t>Clearly something odd happens around time t = 150</a:t>
            </a:r>
          </a:p>
          <a:p>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err="1">
                <a:solidFill>
                  <a:srgbClr val="0070C0"/>
                </a:solidFill>
              </a:rPr>
              <a:t>Anomaly</a:t>
            </a:r>
            <a:r>
              <a:rPr lang="es-ES">
                <a:solidFill>
                  <a:srgbClr val="0070C0"/>
                </a:solidFill>
              </a:rPr>
              <a:t> </a:t>
            </a:r>
            <a:r>
              <a:rPr lang="es-ES" err="1">
                <a:solidFill>
                  <a:srgbClr val="0070C0"/>
                </a:solidFill>
              </a:rPr>
              <a:t>Detection</a:t>
            </a:r>
            <a:r>
              <a:rPr lang="es-ES">
                <a:solidFill>
                  <a:srgbClr val="0070C0"/>
                </a:solidFill>
              </a:rPr>
              <a:t>. </a:t>
            </a:r>
            <a:r>
              <a:rPr lang="es-ES" err="1">
                <a:solidFill>
                  <a:srgbClr val="0070C0"/>
                </a:solidFill>
              </a:rPr>
              <a:t>Examples</a:t>
            </a:r>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7</a:t>
            </a:fld>
            <a:endParaRPr lang="es-ES"/>
          </a:p>
        </p:txBody>
      </p:sp>
      <p:pic>
        <p:nvPicPr>
          <p:cNvPr id="20482" name="Picture 2"/>
          <p:cNvPicPr>
            <a:picLocks noChangeAspect="1" noChangeArrowheads="1"/>
          </p:cNvPicPr>
          <p:nvPr/>
        </p:nvPicPr>
        <p:blipFill>
          <a:blip r:embed="rId2" cstate="print">
            <a:duotone>
              <a:prstClr val="black"/>
              <a:schemeClr val="tx2">
                <a:tint val="45000"/>
                <a:satMod val="400000"/>
              </a:schemeClr>
            </a:duotone>
          </a:blip>
          <a:srcRect/>
          <a:stretch>
            <a:fillRect/>
          </a:stretch>
        </p:blipFill>
        <p:spPr bwMode="auto">
          <a:xfrm>
            <a:off x="0" y="1210146"/>
            <a:ext cx="7145905" cy="5647854"/>
          </a:xfrm>
          <a:prstGeom prst="rect">
            <a:avLst/>
          </a:prstGeom>
          <a:noFill/>
          <a:ln w="9525">
            <a:noFill/>
            <a:miter lim="800000"/>
            <a:headEnd/>
            <a:tailEnd/>
          </a:ln>
          <a:effectLst>
            <a:outerShdw blurRad="50800" dist="50800" dir="5400000" algn="ctr" rotWithShape="0">
              <a:schemeClr val="accent1"/>
            </a:outerShdw>
          </a:effectLst>
        </p:spPr>
      </p:pic>
      <p:sp>
        <p:nvSpPr>
          <p:cNvPr id="8" name="2 Marcador de contenido">
            <a:extLst>
              <a:ext uri="{FF2B5EF4-FFF2-40B4-BE49-F238E27FC236}">
                <a16:creationId xmlns:a16="http://schemas.microsoft.com/office/drawing/2014/main" id="{E5218EA9-20A9-BF09-8145-4377E4892CAA}"/>
              </a:ext>
            </a:extLst>
          </p:cNvPr>
          <p:cNvSpPr>
            <a:spLocks noGrp="1"/>
          </p:cNvSpPr>
          <p:nvPr>
            <p:ph idx="1"/>
          </p:nvPr>
        </p:nvSpPr>
        <p:spPr>
          <a:xfrm>
            <a:off x="7145905" y="1672213"/>
            <a:ext cx="4708245" cy="4866700"/>
          </a:xfrm>
        </p:spPr>
        <p:txBody>
          <a:bodyPr>
            <a:normAutofit fontScale="92500" lnSpcReduction="20000"/>
          </a:bodyPr>
          <a:lstStyle/>
          <a:p>
            <a:r>
              <a:rPr lang="en-US" sz="2400" dirty="0"/>
              <a:t>This figure presents a different type of anomaly. The values are assumed to be the speed measurements from a forward-facing Doppler radar on a train</a:t>
            </a:r>
          </a:p>
          <a:p>
            <a:r>
              <a:rPr lang="en-US" sz="2400" dirty="0"/>
              <a:t>The train accelerates to around 170 km/h, cruises at that speed for a while and then comes to a stop</a:t>
            </a:r>
          </a:p>
          <a:p>
            <a:r>
              <a:rPr lang="en-US" sz="2400" dirty="0"/>
              <a:t>In contrast with the other example, where the values were exact counts, there is some noise on the readings caused by the nature of the radar and there are some values that, to the eye, immediately appear to be anomalous: particularly those at        t = 308 and t = 437.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err="1">
                <a:solidFill>
                  <a:srgbClr val="0070C0"/>
                </a:solidFill>
              </a:rPr>
              <a:t>Anomaly</a:t>
            </a:r>
            <a:r>
              <a:rPr lang="es-ES">
                <a:solidFill>
                  <a:srgbClr val="0070C0"/>
                </a:solidFill>
              </a:rPr>
              <a:t> </a:t>
            </a:r>
            <a:r>
              <a:rPr lang="es-ES" err="1">
                <a:solidFill>
                  <a:srgbClr val="0070C0"/>
                </a:solidFill>
              </a:rPr>
              <a:t>Detection</a:t>
            </a:r>
            <a:r>
              <a:rPr lang="es-ES">
                <a:solidFill>
                  <a:srgbClr val="0070C0"/>
                </a:solidFill>
              </a:rPr>
              <a:t>. </a:t>
            </a:r>
            <a:r>
              <a:rPr lang="es-ES" err="1">
                <a:solidFill>
                  <a:srgbClr val="0070C0"/>
                </a:solidFill>
              </a:rPr>
              <a:t>Examples</a:t>
            </a:r>
            <a:endParaRPr lang="es-ES">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8</a:t>
            </a:fld>
            <a:endParaRPr lang="es-ES"/>
          </a:p>
        </p:txBody>
      </p:sp>
      <p:pic>
        <p:nvPicPr>
          <p:cNvPr id="21506" name="Picture 2"/>
          <p:cNvPicPr>
            <a:picLocks noChangeAspect="1" noChangeArrowheads="1"/>
          </p:cNvPicPr>
          <p:nvPr/>
        </p:nvPicPr>
        <p:blipFill>
          <a:blip r:embed="rId3" cstate="print">
            <a:duotone>
              <a:prstClr val="black"/>
              <a:schemeClr val="tx2">
                <a:tint val="45000"/>
                <a:satMod val="400000"/>
              </a:schemeClr>
            </a:duotone>
          </a:blip>
          <a:srcRect/>
          <a:stretch>
            <a:fillRect/>
          </a:stretch>
        </p:blipFill>
        <p:spPr bwMode="auto">
          <a:xfrm>
            <a:off x="0" y="1214634"/>
            <a:ext cx="6709788" cy="5643366"/>
          </a:xfrm>
          <a:prstGeom prst="rect">
            <a:avLst/>
          </a:prstGeom>
          <a:noFill/>
          <a:ln w="9525">
            <a:noFill/>
            <a:miter lim="800000"/>
            <a:headEnd/>
            <a:tailEnd/>
          </a:ln>
        </p:spPr>
      </p:pic>
      <p:sp>
        <p:nvSpPr>
          <p:cNvPr id="3" name="2 Marcador de contenido">
            <a:extLst>
              <a:ext uri="{FF2B5EF4-FFF2-40B4-BE49-F238E27FC236}">
                <a16:creationId xmlns:a16="http://schemas.microsoft.com/office/drawing/2014/main" id="{E4D8CDFA-9E44-BE7C-D6E8-0EB6301F5125}"/>
              </a:ext>
            </a:extLst>
          </p:cNvPr>
          <p:cNvSpPr>
            <a:spLocks noGrp="1"/>
          </p:cNvSpPr>
          <p:nvPr>
            <p:ph idx="1"/>
          </p:nvPr>
        </p:nvSpPr>
        <p:spPr>
          <a:xfrm>
            <a:off x="6852492" y="1600201"/>
            <a:ext cx="4935556" cy="4899751"/>
          </a:xfrm>
        </p:spPr>
        <p:txBody>
          <a:bodyPr>
            <a:normAutofit fontScale="92500"/>
          </a:bodyPr>
          <a:lstStyle/>
          <a:p>
            <a:r>
              <a:rPr lang="en-US" sz="2400" dirty="0"/>
              <a:t>We can easily pick out the anomalies in the examples  because we can see not only what occurred before them, but also what happened </a:t>
            </a:r>
            <a:r>
              <a:rPr lang="es-ES" sz="2400" dirty="0" err="1">
                <a:solidFill>
                  <a:srgbClr val="FF0000"/>
                </a:solidFill>
              </a:rPr>
              <a:t>afterwards</a:t>
            </a:r>
            <a:endParaRPr lang="es-ES" sz="2400" dirty="0">
              <a:solidFill>
                <a:srgbClr val="FF0000"/>
              </a:solidFill>
            </a:endParaRPr>
          </a:p>
          <a:p>
            <a:r>
              <a:rPr lang="en-US" sz="2400" dirty="0"/>
              <a:t>The questions we need to address for the running system are </a:t>
            </a:r>
          </a:p>
          <a:p>
            <a:endParaRPr lang="en-US" sz="2400" dirty="0"/>
          </a:p>
          <a:p>
            <a:pPr>
              <a:buNone/>
            </a:pPr>
            <a:r>
              <a:rPr lang="en-US" sz="2400" dirty="0"/>
              <a:t>	“</a:t>
            </a:r>
            <a:r>
              <a:rPr lang="en-US" sz="2400" i="1" dirty="0"/>
              <a:t>while receiving the values from the radar at time t =308, without the benefit of seeing into the future, is the reading of 136.5 km/</a:t>
            </a:r>
            <a:r>
              <a:rPr lang="en-US" sz="2400" i="1" dirty="0" err="1"/>
              <a:t>hr</a:t>
            </a:r>
            <a:r>
              <a:rPr lang="en-US" sz="2400" i="1" dirty="0"/>
              <a:t> that we have just received anomalous? If so, how anomalous?</a:t>
            </a:r>
            <a:r>
              <a:rPr lang="en-US" sz="2400" dirty="0"/>
              <a:t>"</a:t>
            </a:r>
            <a:endParaRPr lang="es-ES" sz="2400" dirty="0"/>
          </a:p>
        </p:txBody>
      </p:sp>
    </p:spTree>
    <p:extLst>
      <p:ext uri="{BB962C8B-B14F-4D97-AF65-F5344CB8AC3E}">
        <p14:creationId xmlns:p14="http://schemas.microsoft.com/office/powerpoint/2010/main" val="100826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err="1">
                <a:solidFill>
                  <a:srgbClr val="0070C0"/>
                </a:solidFill>
              </a:rPr>
              <a:t>Anomaly</a:t>
            </a:r>
            <a:r>
              <a:rPr lang="es-ES">
                <a:solidFill>
                  <a:srgbClr val="0070C0"/>
                </a:solidFill>
              </a:rPr>
              <a:t> </a:t>
            </a:r>
            <a:r>
              <a:rPr lang="es-ES" err="1">
                <a:solidFill>
                  <a:srgbClr val="0070C0"/>
                </a:solidFill>
              </a:rPr>
              <a:t>Detection</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800" dirty="0"/>
              <a:t>Two types of anomalies can be identified:</a:t>
            </a:r>
          </a:p>
          <a:p>
            <a:pPr lvl="1"/>
            <a:r>
              <a:rPr lang="es-ES" sz="2400" dirty="0" err="1">
                <a:solidFill>
                  <a:schemeClr val="accent1"/>
                </a:solidFill>
              </a:rPr>
              <a:t>point</a:t>
            </a:r>
            <a:r>
              <a:rPr lang="es-ES" sz="2400" dirty="0">
                <a:solidFill>
                  <a:schemeClr val="accent1"/>
                </a:solidFill>
              </a:rPr>
              <a:t> </a:t>
            </a:r>
            <a:r>
              <a:rPr lang="es-ES" sz="2400" dirty="0" err="1">
                <a:solidFill>
                  <a:schemeClr val="accent1"/>
                </a:solidFill>
              </a:rPr>
              <a:t>anomalies</a:t>
            </a:r>
            <a:r>
              <a:rPr lang="es-ES" sz="2400" dirty="0"/>
              <a:t>, </a:t>
            </a:r>
            <a:r>
              <a:rPr lang="es-ES" sz="2400" dirty="0" err="1"/>
              <a:t>such</a:t>
            </a:r>
            <a:r>
              <a:rPr lang="es-ES" sz="2400" dirty="0"/>
              <a:t> as </a:t>
            </a:r>
            <a:r>
              <a:rPr lang="es-ES" sz="2400" dirty="0" err="1"/>
              <a:t>those</a:t>
            </a:r>
            <a:r>
              <a:rPr lang="es-ES" sz="2400" dirty="0"/>
              <a:t> </a:t>
            </a:r>
            <a:r>
              <a:rPr lang="es-ES" sz="2400" dirty="0" err="1"/>
              <a:t>which</a:t>
            </a:r>
            <a:r>
              <a:rPr lang="es-ES" sz="2400" dirty="0"/>
              <a:t> </a:t>
            </a:r>
            <a:r>
              <a:rPr lang="en-US" sz="2400" dirty="0"/>
              <a:t>occur in the train speed example at time 308, where a few unexpected points occur</a:t>
            </a:r>
          </a:p>
          <a:p>
            <a:pPr lvl="1"/>
            <a:r>
              <a:rPr lang="en-US" sz="2400" dirty="0">
                <a:solidFill>
                  <a:schemeClr val="accent1"/>
                </a:solidFill>
              </a:rPr>
              <a:t>contextual anomalies</a:t>
            </a:r>
            <a:r>
              <a:rPr lang="en-US" sz="2400" dirty="0"/>
              <a:t>, such as that in the file descriptor example around time 150, where the points by themselves are not anomalous, but the pattern is</a:t>
            </a:r>
          </a:p>
          <a:p>
            <a:r>
              <a:rPr lang="en-US" sz="2800" dirty="0"/>
              <a:t>We review some techniques for detecting anomalies at </a:t>
            </a:r>
            <a:r>
              <a:rPr lang="en-US" sz="2800" dirty="0">
                <a:solidFill>
                  <a:srgbClr val="FF0000"/>
                </a:solidFill>
              </a:rPr>
              <a:t>run-time</a:t>
            </a:r>
            <a:endParaRPr lang="en-US" sz="2400" dirty="0">
              <a:solidFill>
                <a:srgbClr val="FF0000"/>
              </a:solidFill>
            </a:endParaRPr>
          </a:p>
          <a:p>
            <a:r>
              <a:rPr lang="en-US" sz="2600" dirty="0"/>
              <a:t>Much of the research being carried out on anomaly detection is aimed toward the detection of </a:t>
            </a:r>
            <a:r>
              <a:rPr lang="en-US" sz="2600" dirty="0">
                <a:solidFill>
                  <a:schemeClr val="accent1"/>
                </a:solidFill>
              </a:rPr>
              <a:t>malicious intrusions into networks </a:t>
            </a:r>
            <a:r>
              <a:rPr lang="en-US" sz="2600" dirty="0"/>
              <a:t>by attackers and the </a:t>
            </a:r>
            <a:r>
              <a:rPr lang="en-US" sz="2600" dirty="0">
                <a:solidFill>
                  <a:schemeClr val="accent1"/>
                </a:solidFill>
              </a:rPr>
              <a:t>examination of financial databases</a:t>
            </a:r>
            <a:r>
              <a:rPr lang="en-US" sz="2600" dirty="0"/>
              <a:t>, looking for </a:t>
            </a:r>
            <a:r>
              <a:rPr lang="en-US" sz="2600" dirty="0">
                <a:solidFill>
                  <a:schemeClr val="accent1"/>
                </a:solidFill>
              </a:rPr>
              <a:t>patterns </a:t>
            </a:r>
            <a:r>
              <a:rPr lang="es-ES" sz="2600" dirty="0" err="1">
                <a:solidFill>
                  <a:schemeClr val="accent1"/>
                </a:solidFill>
              </a:rPr>
              <a:t>of</a:t>
            </a:r>
            <a:r>
              <a:rPr lang="es-ES" sz="2600" dirty="0">
                <a:solidFill>
                  <a:schemeClr val="accent1"/>
                </a:solidFill>
              </a:rPr>
              <a:t> </a:t>
            </a:r>
            <a:r>
              <a:rPr lang="es-ES" sz="2600" dirty="0" err="1">
                <a:solidFill>
                  <a:schemeClr val="accent1"/>
                </a:solidFill>
              </a:rPr>
              <a:t>fraud</a:t>
            </a:r>
            <a:endParaRPr lang="en-US" sz="2600" dirty="0">
              <a:solidFill>
                <a:schemeClr val="accent1"/>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9</a:t>
            </a:fld>
            <a:endParaRPr lang="es-ES"/>
          </a:p>
        </p:txBody>
      </p:sp>
    </p:spTree>
    <p:extLst>
      <p:ext uri="{BB962C8B-B14F-4D97-AF65-F5344CB8AC3E}">
        <p14:creationId xmlns:p14="http://schemas.microsoft.com/office/powerpoint/2010/main" val="100826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solidFill>
                  <a:srgbClr val="0070C0"/>
                </a:solidFill>
              </a:rPr>
              <a:t>Supervised</a:t>
            </a:r>
            <a:r>
              <a:rPr lang="es-ES" dirty="0">
                <a:solidFill>
                  <a:srgbClr val="0070C0"/>
                </a:solidFill>
              </a:rPr>
              <a:t> </a:t>
            </a:r>
            <a:r>
              <a:rPr lang="es-ES" dirty="0" err="1">
                <a:solidFill>
                  <a:srgbClr val="0070C0"/>
                </a:solidFill>
              </a:rPr>
              <a:t>Anomaly</a:t>
            </a:r>
            <a:r>
              <a:rPr lang="es-ES" dirty="0">
                <a:solidFill>
                  <a:srgbClr val="0070C0"/>
                </a:solidFill>
              </a:rPr>
              <a:t> </a:t>
            </a:r>
            <a:r>
              <a:rPr lang="es-ES" dirty="0" err="1">
                <a:solidFill>
                  <a:srgbClr val="0070C0"/>
                </a:solidFill>
              </a:rPr>
              <a:t>Detection</a:t>
            </a:r>
            <a:endParaRPr lang="es-ES" dirty="0">
              <a:solidFill>
                <a:srgbClr val="0070C0"/>
              </a:solidFill>
            </a:endParaRPr>
          </a:p>
        </p:txBody>
      </p:sp>
      <p:sp>
        <p:nvSpPr>
          <p:cNvPr id="3" name="2 Marcador de contenido"/>
          <p:cNvSpPr>
            <a:spLocks noGrp="1"/>
          </p:cNvSpPr>
          <p:nvPr>
            <p:ph idx="1"/>
          </p:nvPr>
        </p:nvSpPr>
        <p:spPr>
          <a:xfrm>
            <a:off x="412376" y="1600201"/>
            <a:ext cx="11528612" cy="8576953"/>
          </a:xfrm>
        </p:spPr>
        <p:txBody>
          <a:bodyPr>
            <a:normAutofit/>
          </a:bodyPr>
          <a:lstStyle/>
          <a:p>
            <a:pPr algn="l" rtl="0"/>
            <a:r>
              <a:rPr lang="es-ES" sz="2800" dirty="0" err="1">
                <a:solidFill>
                  <a:srgbClr val="000000"/>
                </a:solidFill>
              </a:rPr>
              <a:t>Supervised</a:t>
            </a:r>
            <a:r>
              <a:rPr lang="es-ES" sz="2800" dirty="0">
                <a:solidFill>
                  <a:srgbClr val="000000"/>
                </a:solidFill>
              </a:rPr>
              <a:t> </a:t>
            </a:r>
            <a:r>
              <a:rPr lang="es-ES" sz="2800" dirty="0" err="1">
                <a:solidFill>
                  <a:srgbClr val="000000"/>
                </a:solidFill>
              </a:rPr>
              <a:t>anomaly</a:t>
            </a:r>
            <a:r>
              <a:rPr lang="es-ES" sz="2800" dirty="0">
                <a:solidFill>
                  <a:srgbClr val="000000"/>
                </a:solidFill>
              </a:rPr>
              <a:t> </a:t>
            </a:r>
            <a:r>
              <a:rPr lang="es-ES" sz="2800" dirty="0" err="1">
                <a:solidFill>
                  <a:srgbClr val="000000"/>
                </a:solidFill>
              </a:rPr>
              <a:t>detection</a:t>
            </a:r>
            <a:r>
              <a:rPr lang="es-ES" sz="2800" dirty="0">
                <a:solidFill>
                  <a:srgbClr val="000000"/>
                </a:solidFill>
              </a:rPr>
              <a:t> </a:t>
            </a:r>
            <a:r>
              <a:rPr lang="es-ES" sz="2800" dirty="0" err="1">
                <a:solidFill>
                  <a:srgbClr val="000000"/>
                </a:solidFill>
              </a:rPr>
              <a:t>algorithms</a:t>
            </a:r>
            <a:r>
              <a:rPr lang="es-ES" sz="2800" dirty="0">
                <a:solidFill>
                  <a:srgbClr val="000000"/>
                </a:solidFill>
              </a:rPr>
              <a:t> are </a:t>
            </a:r>
            <a:r>
              <a:rPr lang="es-ES" sz="2800" dirty="0" err="1">
                <a:solidFill>
                  <a:srgbClr val="000000"/>
                </a:solidFill>
              </a:rPr>
              <a:t>trained</a:t>
            </a:r>
            <a:r>
              <a:rPr lang="es-ES" sz="2800" dirty="0">
                <a:solidFill>
                  <a:srgbClr val="000000"/>
                </a:solidFill>
              </a:rPr>
              <a:t> </a:t>
            </a:r>
            <a:r>
              <a:rPr lang="es-ES" sz="2800" dirty="0" err="1">
                <a:solidFill>
                  <a:srgbClr val="000000"/>
                </a:solidFill>
              </a:rPr>
              <a:t>on</a:t>
            </a:r>
            <a:r>
              <a:rPr lang="es-ES" sz="2800" dirty="0">
                <a:solidFill>
                  <a:srgbClr val="000000"/>
                </a:solidFill>
              </a:rPr>
              <a:t> a </a:t>
            </a:r>
            <a:r>
              <a:rPr lang="es-ES" sz="2800" dirty="0" err="1">
                <a:solidFill>
                  <a:srgbClr val="000000"/>
                </a:solidFill>
              </a:rPr>
              <a:t>labeled</a:t>
            </a:r>
            <a:r>
              <a:rPr lang="es-ES" sz="2800" dirty="0">
                <a:solidFill>
                  <a:srgbClr val="000000"/>
                </a:solidFill>
              </a:rPr>
              <a:t> </a:t>
            </a:r>
            <a:r>
              <a:rPr lang="es-ES" sz="2800" dirty="0" err="1">
                <a:solidFill>
                  <a:srgbClr val="000000"/>
                </a:solidFill>
              </a:rPr>
              <a:t>dataset</a:t>
            </a:r>
            <a:r>
              <a:rPr lang="es-ES" sz="2800" dirty="0">
                <a:solidFill>
                  <a:srgbClr val="000000"/>
                </a:solidFill>
              </a:rPr>
              <a:t>, </a:t>
            </a:r>
            <a:r>
              <a:rPr lang="es-ES" sz="2800" dirty="0" err="1">
                <a:solidFill>
                  <a:srgbClr val="000000"/>
                </a:solidFill>
              </a:rPr>
              <a:t>where</a:t>
            </a:r>
            <a:r>
              <a:rPr lang="es-ES" sz="2800" dirty="0">
                <a:solidFill>
                  <a:srgbClr val="000000"/>
                </a:solidFill>
              </a:rPr>
              <a:t> </a:t>
            </a:r>
            <a:r>
              <a:rPr lang="es-ES" sz="2800" dirty="0" err="1">
                <a:solidFill>
                  <a:srgbClr val="000000"/>
                </a:solidFill>
              </a:rPr>
              <a:t>the</a:t>
            </a:r>
            <a:r>
              <a:rPr lang="es-ES" sz="2800" dirty="0">
                <a:solidFill>
                  <a:srgbClr val="000000"/>
                </a:solidFill>
              </a:rPr>
              <a:t> </a:t>
            </a:r>
            <a:r>
              <a:rPr lang="es-ES" sz="2800" dirty="0" err="1">
                <a:solidFill>
                  <a:srgbClr val="000000"/>
                </a:solidFill>
              </a:rPr>
              <a:t>anomalous</a:t>
            </a:r>
            <a:r>
              <a:rPr lang="es-ES" sz="2800" dirty="0">
                <a:solidFill>
                  <a:srgbClr val="000000"/>
                </a:solidFill>
              </a:rPr>
              <a:t> </a:t>
            </a:r>
            <a:r>
              <a:rPr lang="es-ES" sz="2800" dirty="0" err="1">
                <a:solidFill>
                  <a:srgbClr val="000000"/>
                </a:solidFill>
              </a:rPr>
              <a:t>instances</a:t>
            </a:r>
            <a:r>
              <a:rPr lang="es-ES" sz="2800" dirty="0">
                <a:solidFill>
                  <a:srgbClr val="000000"/>
                </a:solidFill>
              </a:rPr>
              <a:t> are </a:t>
            </a:r>
            <a:r>
              <a:rPr lang="es-ES" sz="2800" dirty="0" err="1">
                <a:solidFill>
                  <a:srgbClr val="000000"/>
                </a:solidFill>
              </a:rPr>
              <a:t>known</a:t>
            </a:r>
            <a:r>
              <a:rPr lang="es-ES" sz="2800" dirty="0">
                <a:solidFill>
                  <a:srgbClr val="000000"/>
                </a:solidFill>
              </a:rPr>
              <a:t>.</a:t>
            </a:r>
          </a:p>
          <a:p>
            <a:pPr algn="l" rtl="0"/>
            <a:r>
              <a:rPr lang="es-ES" sz="2800" dirty="0" err="1">
                <a:solidFill>
                  <a:srgbClr val="000000"/>
                </a:solidFill>
              </a:rPr>
              <a:t>The</a:t>
            </a:r>
            <a:r>
              <a:rPr lang="es-ES" sz="2800" dirty="0">
                <a:solidFill>
                  <a:srgbClr val="000000"/>
                </a:solidFill>
              </a:rPr>
              <a:t> </a:t>
            </a:r>
            <a:r>
              <a:rPr lang="es-ES" sz="2800" dirty="0" err="1">
                <a:solidFill>
                  <a:srgbClr val="000000"/>
                </a:solidFill>
              </a:rPr>
              <a:t>algorithm</a:t>
            </a:r>
            <a:r>
              <a:rPr lang="es-ES" sz="2800" dirty="0">
                <a:solidFill>
                  <a:srgbClr val="000000"/>
                </a:solidFill>
              </a:rPr>
              <a:t> </a:t>
            </a:r>
            <a:r>
              <a:rPr lang="es-ES" sz="2800" dirty="0" err="1">
                <a:solidFill>
                  <a:srgbClr val="000000"/>
                </a:solidFill>
              </a:rPr>
              <a:t>learns</a:t>
            </a:r>
            <a:r>
              <a:rPr lang="es-ES" sz="2800" dirty="0">
                <a:solidFill>
                  <a:srgbClr val="000000"/>
                </a:solidFill>
              </a:rPr>
              <a:t> </a:t>
            </a:r>
            <a:r>
              <a:rPr lang="es-ES" sz="2800" dirty="0" err="1">
                <a:solidFill>
                  <a:srgbClr val="000000"/>
                </a:solidFill>
              </a:rPr>
              <a:t>from</a:t>
            </a:r>
            <a:r>
              <a:rPr lang="es-ES" sz="2800" dirty="0">
                <a:solidFill>
                  <a:srgbClr val="000000"/>
                </a:solidFill>
              </a:rPr>
              <a:t> </a:t>
            </a:r>
            <a:r>
              <a:rPr lang="es-ES" sz="2800" dirty="0" err="1">
                <a:solidFill>
                  <a:srgbClr val="000000"/>
                </a:solidFill>
              </a:rPr>
              <a:t>this</a:t>
            </a:r>
            <a:r>
              <a:rPr lang="es-ES" sz="2800" dirty="0">
                <a:solidFill>
                  <a:srgbClr val="000000"/>
                </a:solidFill>
              </a:rPr>
              <a:t> </a:t>
            </a:r>
            <a:r>
              <a:rPr lang="es-ES" sz="2800" dirty="0" err="1">
                <a:solidFill>
                  <a:srgbClr val="000000"/>
                </a:solidFill>
              </a:rPr>
              <a:t>labeled</a:t>
            </a:r>
            <a:r>
              <a:rPr lang="es-ES" sz="2800" dirty="0">
                <a:solidFill>
                  <a:srgbClr val="000000"/>
                </a:solidFill>
              </a:rPr>
              <a:t> data </a:t>
            </a:r>
            <a:r>
              <a:rPr lang="es-ES" sz="2800" dirty="0" err="1">
                <a:solidFill>
                  <a:srgbClr val="000000"/>
                </a:solidFill>
              </a:rPr>
              <a:t>to</a:t>
            </a:r>
            <a:r>
              <a:rPr lang="es-ES" sz="2800" dirty="0">
                <a:solidFill>
                  <a:srgbClr val="000000"/>
                </a:solidFill>
              </a:rPr>
              <a:t> </a:t>
            </a:r>
            <a:r>
              <a:rPr lang="es-ES" sz="2800" dirty="0" err="1">
                <a:solidFill>
                  <a:srgbClr val="000000"/>
                </a:solidFill>
              </a:rPr>
              <a:t>identify</a:t>
            </a:r>
            <a:r>
              <a:rPr lang="es-ES" sz="2800" dirty="0">
                <a:solidFill>
                  <a:srgbClr val="000000"/>
                </a:solidFill>
              </a:rPr>
              <a:t> </a:t>
            </a:r>
            <a:r>
              <a:rPr lang="es-ES" sz="2800" dirty="0" err="1">
                <a:solidFill>
                  <a:srgbClr val="000000"/>
                </a:solidFill>
              </a:rPr>
              <a:t>anomalous</a:t>
            </a:r>
            <a:r>
              <a:rPr lang="es-ES" sz="2800" dirty="0">
                <a:solidFill>
                  <a:srgbClr val="000000"/>
                </a:solidFill>
              </a:rPr>
              <a:t> </a:t>
            </a:r>
            <a:r>
              <a:rPr lang="es-ES" sz="2800" dirty="0" err="1">
                <a:solidFill>
                  <a:srgbClr val="000000"/>
                </a:solidFill>
              </a:rPr>
              <a:t>instances</a:t>
            </a:r>
            <a:r>
              <a:rPr lang="es-ES" sz="2800" dirty="0">
                <a:solidFill>
                  <a:srgbClr val="000000"/>
                </a:solidFill>
              </a:rPr>
              <a:t> in new, </a:t>
            </a:r>
            <a:r>
              <a:rPr lang="es-ES" sz="2800" dirty="0" err="1">
                <a:solidFill>
                  <a:srgbClr val="000000"/>
                </a:solidFill>
              </a:rPr>
              <a:t>unseen</a:t>
            </a:r>
            <a:r>
              <a:rPr lang="es-ES" sz="2800" dirty="0">
                <a:solidFill>
                  <a:srgbClr val="000000"/>
                </a:solidFill>
              </a:rPr>
              <a:t> data.</a:t>
            </a:r>
          </a:p>
          <a:p>
            <a:pPr algn="l" rtl="0"/>
            <a:r>
              <a:rPr lang="es-ES" sz="2800" dirty="0" err="1">
                <a:solidFill>
                  <a:srgbClr val="000000"/>
                </a:solidFill>
              </a:rPr>
              <a:t>Some</a:t>
            </a:r>
            <a:r>
              <a:rPr lang="es-ES" sz="2800" dirty="0">
                <a:solidFill>
                  <a:srgbClr val="000000"/>
                </a:solidFill>
              </a:rPr>
              <a:t> </a:t>
            </a:r>
            <a:r>
              <a:rPr lang="es-ES" sz="2800" dirty="0" err="1">
                <a:solidFill>
                  <a:srgbClr val="000000"/>
                </a:solidFill>
              </a:rPr>
              <a:t>of</a:t>
            </a:r>
            <a:r>
              <a:rPr lang="es-ES" sz="2800" dirty="0">
                <a:solidFill>
                  <a:srgbClr val="000000"/>
                </a:solidFill>
              </a:rPr>
              <a:t> </a:t>
            </a:r>
            <a:r>
              <a:rPr lang="es-ES" sz="2800" dirty="0" err="1">
                <a:solidFill>
                  <a:srgbClr val="000000"/>
                </a:solidFill>
              </a:rPr>
              <a:t>the</a:t>
            </a:r>
            <a:r>
              <a:rPr lang="es-ES" sz="2800" dirty="0">
                <a:solidFill>
                  <a:srgbClr val="000000"/>
                </a:solidFill>
              </a:rPr>
              <a:t> </a:t>
            </a:r>
            <a:r>
              <a:rPr lang="es-ES" sz="2800" dirty="0" err="1">
                <a:solidFill>
                  <a:srgbClr val="000000"/>
                </a:solidFill>
              </a:rPr>
              <a:t>most</a:t>
            </a:r>
            <a:r>
              <a:rPr lang="es-ES" sz="2800" dirty="0">
                <a:solidFill>
                  <a:srgbClr val="000000"/>
                </a:solidFill>
              </a:rPr>
              <a:t> </a:t>
            </a:r>
            <a:r>
              <a:rPr lang="es-ES" sz="2800" dirty="0" err="1">
                <a:solidFill>
                  <a:srgbClr val="000000"/>
                </a:solidFill>
              </a:rPr>
              <a:t>commonly</a:t>
            </a:r>
            <a:r>
              <a:rPr lang="es-ES" sz="2800" dirty="0">
                <a:solidFill>
                  <a:srgbClr val="000000"/>
                </a:solidFill>
              </a:rPr>
              <a:t> </a:t>
            </a:r>
            <a:r>
              <a:rPr lang="es-ES" sz="2800" dirty="0" err="1">
                <a:solidFill>
                  <a:srgbClr val="000000"/>
                </a:solidFill>
              </a:rPr>
              <a:t>used</a:t>
            </a:r>
            <a:r>
              <a:rPr lang="es-ES" sz="2800" dirty="0">
                <a:solidFill>
                  <a:srgbClr val="000000"/>
                </a:solidFill>
              </a:rPr>
              <a:t> </a:t>
            </a:r>
            <a:r>
              <a:rPr lang="es-ES" sz="2800" dirty="0" err="1">
                <a:solidFill>
                  <a:srgbClr val="000000"/>
                </a:solidFill>
              </a:rPr>
              <a:t>supervised</a:t>
            </a:r>
            <a:r>
              <a:rPr lang="es-ES" sz="2800" dirty="0">
                <a:solidFill>
                  <a:srgbClr val="000000"/>
                </a:solidFill>
              </a:rPr>
              <a:t> </a:t>
            </a:r>
            <a:r>
              <a:rPr lang="es-ES" sz="2800" dirty="0" err="1">
                <a:solidFill>
                  <a:srgbClr val="000000"/>
                </a:solidFill>
              </a:rPr>
              <a:t>anomaly</a:t>
            </a:r>
            <a:r>
              <a:rPr lang="es-ES" sz="2800" dirty="0">
                <a:solidFill>
                  <a:srgbClr val="000000"/>
                </a:solidFill>
              </a:rPr>
              <a:t> </a:t>
            </a:r>
            <a:r>
              <a:rPr lang="es-ES" sz="2800" dirty="0" err="1">
                <a:solidFill>
                  <a:srgbClr val="000000"/>
                </a:solidFill>
              </a:rPr>
              <a:t>detection</a:t>
            </a:r>
            <a:r>
              <a:rPr lang="es-ES" sz="2800" dirty="0">
                <a:solidFill>
                  <a:srgbClr val="000000"/>
                </a:solidFill>
              </a:rPr>
              <a:t> </a:t>
            </a:r>
            <a:r>
              <a:rPr lang="es-ES" sz="2800" dirty="0" err="1">
                <a:solidFill>
                  <a:srgbClr val="000000"/>
                </a:solidFill>
              </a:rPr>
              <a:t>algorithms</a:t>
            </a:r>
            <a:r>
              <a:rPr lang="es-ES" sz="2800" dirty="0">
                <a:solidFill>
                  <a:srgbClr val="000000"/>
                </a:solidFill>
              </a:rPr>
              <a:t> </a:t>
            </a:r>
            <a:r>
              <a:rPr lang="es-ES" sz="2800" dirty="0" err="1">
                <a:solidFill>
                  <a:srgbClr val="000000"/>
                </a:solidFill>
              </a:rPr>
              <a:t>include</a:t>
            </a:r>
            <a:r>
              <a:rPr lang="es-ES" sz="2800" dirty="0">
                <a:solidFill>
                  <a:srgbClr val="000000"/>
                </a:solidFill>
              </a:rPr>
              <a:t>:</a:t>
            </a:r>
          </a:p>
          <a:p>
            <a:pPr marL="857250" lvl="1" indent="-457200"/>
            <a:r>
              <a:rPr lang="es-ES" sz="2400" dirty="0" err="1">
                <a:solidFill>
                  <a:srgbClr val="000000"/>
                </a:solidFill>
              </a:rPr>
              <a:t>Support</a:t>
            </a:r>
            <a:r>
              <a:rPr lang="es-ES" sz="2400" dirty="0">
                <a:solidFill>
                  <a:srgbClr val="000000"/>
                </a:solidFill>
              </a:rPr>
              <a:t> Vector Machines (</a:t>
            </a:r>
            <a:r>
              <a:rPr lang="es-ES" sz="2400" dirty="0" err="1">
                <a:solidFill>
                  <a:srgbClr val="000000"/>
                </a:solidFill>
              </a:rPr>
              <a:t>SVMs</a:t>
            </a:r>
            <a:r>
              <a:rPr lang="es-ES" sz="2400" dirty="0">
                <a:solidFill>
                  <a:srgbClr val="000000"/>
                </a:solidFill>
              </a:rPr>
              <a:t>):</a:t>
            </a:r>
          </a:p>
          <a:p>
            <a:pPr marL="857250" lvl="1" indent="-457200"/>
            <a:r>
              <a:rPr lang="es-ES" sz="2400" dirty="0" err="1">
                <a:solidFill>
                  <a:srgbClr val="000000"/>
                </a:solidFill>
              </a:rPr>
              <a:t>Decision</a:t>
            </a:r>
            <a:r>
              <a:rPr lang="es-ES" sz="2400" dirty="0">
                <a:solidFill>
                  <a:srgbClr val="000000"/>
                </a:solidFill>
              </a:rPr>
              <a:t> </a:t>
            </a:r>
            <a:r>
              <a:rPr lang="es-ES" sz="2400" dirty="0" err="1">
                <a:solidFill>
                  <a:srgbClr val="000000"/>
                </a:solidFill>
              </a:rPr>
              <a:t>Trees</a:t>
            </a:r>
            <a:endParaRPr lang="es-ES" sz="2400" dirty="0">
              <a:solidFill>
                <a:srgbClr val="000000"/>
              </a:solidFill>
            </a:endParaRPr>
          </a:p>
          <a:p>
            <a:pPr marL="857250" lvl="1" indent="-457200"/>
            <a:r>
              <a:rPr lang="es-ES" sz="2400" dirty="0" err="1">
                <a:solidFill>
                  <a:srgbClr val="000000"/>
                </a:solidFill>
              </a:rPr>
              <a:t>Logistic</a:t>
            </a:r>
            <a:r>
              <a:rPr lang="es-ES" sz="2400" dirty="0">
                <a:solidFill>
                  <a:srgbClr val="000000"/>
                </a:solidFill>
              </a:rPr>
              <a:t> </a:t>
            </a:r>
            <a:r>
              <a:rPr lang="es-ES" sz="2400" dirty="0" err="1">
                <a:solidFill>
                  <a:srgbClr val="000000"/>
                </a:solidFill>
              </a:rPr>
              <a:t>Regression</a:t>
            </a:r>
            <a:endParaRPr lang="es-ES" sz="2400" dirty="0">
              <a:solidFill>
                <a:srgbClr val="000000"/>
              </a:solidFill>
            </a:endParaRPr>
          </a:p>
          <a:p>
            <a:endParaRPr lang="en-US" sz="28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10</a:t>
            </a:fld>
            <a:endParaRPr lang="es-ES"/>
          </a:p>
        </p:txBody>
      </p:sp>
    </p:spTree>
    <p:extLst>
      <p:ext uri="{BB962C8B-B14F-4D97-AF65-F5344CB8AC3E}">
        <p14:creationId xmlns:p14="http://schemas.microsoft.com/office/powerpoint/2010/main" val="3279395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solidFill>
                  <a:srgbClr val="0070C0"/>
                </a:solidFill>
              </a:rPr>
              <a:t>Supervised</a:t>
            </a:r>
            <a:r>
              <a:rPr lang="es-ES" dirty="0">
                <a:solidFill>
                  <a:srgbClr val="0070C0"/>
                </a:solidFill>
              </a:rPr>
              <a:t> </a:t>
            </a:r>
            <a:r>
              <a:rPr lang="es-ES" dirty="0" err="1">
                <a:solidFill>
                  <a:srgbClr val="0070C0"/>
                </a:solidFill>
              </a:rPr>
              <a:t>Anomaly</a:t>
            </a:r>
            <a:r>
              <a:rPr lang="es-ES" dirty="0">
                <a:solidFill>
                  <a:srgbClr val="0070C0"/>
                </a:solidFill>
              </a:rPr>
              <a:t> </a:t>
            </a:r>
            <a:r>
              <a:rPr lang="es-ES" dirty="0" err="1">
                <a:solidFill>
                  <a:srgbClr val="0070C0"/>
                </a:solidFill>
              </a:rPr>
              <a:t>Detection</a:t>
            </a:r>
            <a:endParaRPr lang="es-ES" dirty="0">
              <a:solidFill>
                <a:srgbClr val="0070C0"/>
              </a:solidFill>
            </a:endParaRPr>
          </a:p>
        </p:txBody>
      </p:sp>
      <p:sp>
        <p:nvSpPr>
          <p:cNvPr id="3" name="2 Marcador de contenido"/>
          <p:cNvSpPr>
            <a:spLocks noGrp="1"/>
          </p:cNvSpPr>
          <p:nvPr>
            <p:ph idx="1"/>
          </p:nvPr>
        </p:nvSpPr>
        <p:spPr>
          <a:xfrm>
            <a:off x="304800" y="1417638"/>
            <a:ext cx="11582400" cy="5303838"/>
          </a:xfrm>
        </p:spPr>
        <p:txBody>
          <a:bodyPr>
            <a:normAutofit fontScale="92500"/>
          </a:bodyPr>
          <a:lstStyle/>
          <a:p>
            <a:pPr algn="l" rtl="0"/>
            <a:r>
              <a:rPr lang="es-ES" sz="2800" dirty="0" err="1">
                <a:solidFill>
                  <a:srgbClr val="000000"/>
                </a:solidFill>
              </a:rPr>
              <a:t>Decision</a:t>
            </a:r>
            <a:r>
              <a:rPr lang="es-ES" sz="2800" dirty="0">
                <a:solidFill>
                  <a:srgbClr val="000000"/>
                </a:solidFill>
              </a:rPr>
              <a:t> </a:t>
            </a:r>
            <a:r>
              <a:rPr lang="es-ES" sz="2800" dirty="0" err="1">
                <a:solidFill>
                  <a:srgbClr val="000000"/>
                </a:solidFill>
              </a:rPr>
              <a:t>Trees</a:t>
            </a:r>
            <a:r>
              <a:rPr lang="es-ES" sz="2800" dirty="0">
                <a:solidFill>
                  <a:srgbClr val="000000"/>
                </a:solidFill>
              </a:rPr>
              <a:t>:</a:t>
            </a:r>
          </a:p>
          <a:p>
            <a:pPr lvl="1"/>
            <a:r>
              <a:rPr lang="es-ES" sz="2400" dirty="0" err="1">
                <a:solidFill>
                  <a:srgbClr val="000000"/>
                </a:solidFill>
              </a:rPr>
              <a:t>Decision</a:t>
            </a:r>
            <a:r>
              <a:rPr lang="es-ES" sz="2400" dirty="0">
                <a:solidFill>
                  <a:srgbClr val="000000"/>
                </a:solidFill>
              </a:rPr>
              <a:t> </a:t>
            </a:r>
            <a:r>
              <a:rPr lang="es-ES" sz="2400" dirty="0" err="1">
                <a:solidFill>
                  <a:srgbClr val="000000"/>
                </a:solidFill>
              </a:rPr>
              <a:t>trees</a:t>
            </a:r>
            <a:r>
              <a:rPr lang="es-ES" sz="2400" dirty="0">
                <a:solidFill>
                  <a:srgbClr val="000000"/>
                </a:solidFill>
              </a:rPr>
              <a:t> are a </a:t>
            </a:r>
            <a:r>
              <a:rPr lang="es-ES" sz="2400" dirty="0" err="1">
                <a:solidFill>
                  <a:srgbClr val="000000"/>
                </a:solidFill>
              </a:rPr>
              <a:t>type</a:t>
            </a:r>
            <a:r>
              <a:rPr lang="es-ES" sz="2400" dirty="0">
                <a:solidFill>
                  <a:srgbClr val="000000"/>
                </a:solidFill>
              </a:rPr>
              <a:t> </a:t>
            </a:r>
            <a:r>
              <a:rPr lang="es-ES" sz="2400" dirty="0" err="1">
                <a:solidFill>
                  <a:srgbClr val="000000"/>
                </a:solidFill>
              </a:rPr>
              <a:t>of</a:t>
            </a:r>
            <a:r>
              <a:rPr lang="es-ES" sz="2400" dirty="0">
                <a:solidFill>
                  <a:srgbClr val="000000"/>
                </a:solidFill>
              </a:rPr>
              <a:t> machine </a:t>
            </a:r>
            <a:r>
              <a:rPr lang="es-ES" sz="2400" dirty="0" err="1">
                <a:solidFill>
                  <a:srgbClr val="000000"/>
                </a:solidFill>
              </a:rPr>
              <a:t>learning</a:t>
            </a:r>
            <a:r>
              <a:rPr lang="es-ES" sz="2400" dirty="0">
                <a:solidFill>
                  <a:srgbClr val="000000"/>
                </a:solidFill>
              </a:rPr>
              <a:t> </a:t>
            </a:r>
            <a:r>
              <a:rPr lang="es-ES" sz="2400" dirty="0" err="1">
                <a:solidFill>
                  <a:srgbClr val="000000"/>
                </a:solidFill>
              </a:rPr>
              <a:t>algorithm</a:t>
            </a:r>
            <a:r>
              <a:rPr lang="es-ES" sz="2400" dirty="0">
                <a:solidFill>
                  <a:srgbClr val="000000"/>
                </a:solidFill>
              </a:rPr>
              <a:t> </a:t>
            </a:r>
            <a:r>
              <a:rPr lang="es-ES" sz="2400" dirty="0" err="1">
                <a:solidFill>
                  <a:srgbClr val="000000"/>
                </a:solidFill>
              </a:rPr>
              <a:t>that</a:t>
            </a:r>
            <a:r>
              <a:rPr lang="es-ES" sz="2400" dirty="0">
                <a:solidFill>
                  <a:srgbClr val="000000"/>
                </a:solidFill>
              </a:rPr>
              <a:t> can be </a:t>
            </a:r>
            <a:r>
              <a:rPr lang="es-ES" sz="2400" dirty="0" err="1">
                <a:solidFill>
                  <a:srgbClr val="000000"/>
                </a:solidFill>
              </a:rPr>
              <a:t>used</a:t>
            </a:r>
            <a:r>
              <a:rPr lang="es-ES" sz="2400" dirty="0">
                <a:solidFill>
                  <a:srgbClr val="000000"/>
                </a:solidFill>
              </a:rPr>
              <a:t> </a:t>
            </a:r>
            <a:r>
              <a:rPr lang="es-ES" sz="2400" dirty="0" err="1">
                <a:solidFill>
                  <a:srgbClr val="000000"/>
                </a:solidFill>
              </a:rPr>
              <a:t>for</a:t>
            </a:r>
            <a:r>
              <a:rPr lang="es-ES" sz="2400" dirty="0">
                <a:solidFill>
                  <a:srgbClr val="000000"/>
                </a:solidFill>
              </a:rPr>
              <a:t> </a:t>
            </a:r>
            <a:r>
              <a:rPr lang="es-ES" sz="2400" dirty="0" err="1">
                <a:solidFill>
                  <a:srgbClr val="000000"/>
                </a:solidFill>
              </a:rPr>
              <a:t>both</a:t>
            </a:r>
            <a:r>
              <a:rPr lang="es-ES" sz="2400" dirty="0">
                <a:solidFill>
                  <a:srgbClr val="000000"/>
                </a:solidFill>
              </a:rPr>
              <a:t> </a:t>
            </a:r>
            <a:r>
              <a:rPr lang="es-ES" sz="2400" dirty="0" err="1">
                <a:solidFill>
                  <a:srgbClr val="000000"/>
                </a:solidFill>
              </a:rPr>
              <a:t>classification</a:t>
            </a:r>
            <a:r>
              <a:rPr lang="es-ES" sz="2400" dirty="0">
                <a:solidFill>
                  <a:srgbClr val="000000"/>
                </a:solidFill>
              </a:rPr>
              <a:t> and </a:t>
            </a:r>
            <a:r>
              <a:rPr lang="es-ES" sz="2400" dirty="0" err="1">
                <a:solidFill>
                  <a:srgbClr val="000000"/>
                </a:solidFill>
              </a:rPr>
              <a:t>regression</a:t>
            </a:r>
            <a:r>
              <a:rPr lang="es-ES" sz="2400" dirty="0">
                <a:solidFill>
                  <a:srgbClr val="000000"/>
                </a:solidFill>
              </a:rPr>
              <a:t> </a:t>
            </a:r>
            <a:r>
              <a:rPr lang="es-ES" sz="2400" dirty="0" err="1">
                <a:solidFill>
                  <a:srgbClr val="000000"/>
                </a:solidFill>
              </a:rPr>
              <a:t>problems</a:t>
            </a:r>
            <a:r>
              <a:rPr lang="es-ES" sz="2400" dirty="0">
                <a:solidFill>
                  <a:srgbClr val="000000"/>
                </a:solidFill>
              </a:rPr>
              <a:t>. In </a:t>
            </a:r>
            <a:r>
              <a:rPr lang="es-ES" sz="2400" dirty="0" err="1">
                <a:solidFill>
                  <a:srgbClr val="000000"/>
                </a:solidFill>
              </a:rPr>
              <a:t>anomaly</a:t>
            </a:r>
            <a:r>
              <a:rPr lang="es-ES" sz="2400" dirty="0">
                <a:solidFill>
                  <a:srgbClr val="000000"/>
                </a:solidFill>
              </a:rPr>
              <a:t> </a:t>
            </a:r>
            <a:r>
              <a:rPr lang="es-ES" sz="2400" dirty="0" err="1">
                <a:solidFill>
                  <a:srgbClr val="000000"/>
                </a:solidFill>
              </a:rPr>
              <a:t>detection</a:t>
            </a:r>
            <a:r>
              <a:rPr lang="es-ES" sz="2400" dirty="0">
                <a:solidFill>
                  <a:srgbClr val="000000"/>
                </a:solidFill>
              </a:rPr>
              <a:t>, a </a:t>
            </a:r>
            <a:r>
              <a:rPr lang="es-ES" sz="2400" dirty="0" err="1">
                <a:solidFill>
                  <a:srgbClr val="000000"/>
                </a:solidFill>
              </a:rPr>
              <a:t>decision</a:t>
            </a:r>
            <a:r>
              <a:rPr lang="es-ES" sz="2400" dirty="0">
                <a:solidFill>
                  <a:srgbClr val="000000"/>
                </a:solidFill>
              </a:rPr>
              <a:t> </a:t>
            </a:r>
            <a:r>
              <a:rPr lang="es-ES" sz="2400" dirty="0" err="1">
                <a:solidFill>
                  <a:srgbClr val="000000"/>
                </a:solidFill>
              </a:rPr>
              <a:t>tree</a:t>
            </a:r>
            <a:r>
              <a:rPr lang="es-ES" sz="2400" dirty="0">
                <a:solidFill>
                  <a:srgbClr val="000000"/>
                </a:solidFill>
              </a:rPr>
              <a:t> can be </a:t>
            </a:r>
            <a:r>
              <a:rPr lang="es-ES" sz="2400" dirty="0" err="1">
                <a:solidFill>
                  <a:srgbClr val="000000"/>
                </a:solidFill>
              </a:rPr>
              <a:t>trained</a:t>
            </a:r>
            <a:r>
              <a:rPr lang="es-ES" sz="2400" dirty="0">
                <a:solidFill>
                  <a:srgbClr val="000000"/>
                </a:solidFill>
              </a:rPr>
              <a:t> </a:t>
            </a:r>
            <a:r>
              <a:rPr lang="es-ES" sz="2400" dirty="0" err="1">
                <a:solidFill>
                  <a:srgbClr val="000000"/>
                </a:solidFill>
              </a:rPr>
              <a:t>to</a:t>
            </a:r>
            <a:r>
              <a:rPr lang="es-ES" sz="2400" dirty="0">
                <a:solidFill>
                  <a:srgbClr val="000000"/>
                </a:solidFill>
              </a:rPr>
              <a:t> </a:t>
            </a:r>
            <a:r>
              <a:rPr lang="es-ES" sz="2400" dirty="0" err="1">
                <a:solidFill>
                  <a:srgbClr val="000000"/>
                </a:solidFill>
              </a:rPr>
              <a:t>identify</a:t>
            </a:r>
            <a:r>
              <a:rPr lang="es-ES" sz="2400" dirty="0">
                <a:solidFill>
                  <a:srgbClr val="000000"/>
                </a:solidFill>
              </a:rPr>
              <a:t> </a:t>
            </a:r>
            <a:r>
              <a:rPr lang="es-ES" sz="2400" dirty="0" err="1">
                <a:solidFill>
                  <a:srgbClr val="000000"/>
                </a:solidFill>
              </a:rPr>
              <a:t>anomalous</a:t>
            </a:r>
            <a:r>
              <a:rPr lang="es-ES" sz="2400" dirty="0">
                <a:solidFill>
                  <a:srgbClr val="000000"/>
                </a:solidFill>
              </a:rPr>
              <a:t> </a:t>
            </a:r>
            <a:r>
              <a:rPr lang="es-ES" sz="2400" dirty="0" err="1">
                <a:solidFill>
                  <a:srgbClr val="000000"/>
                </a:solidFill>
              </a:rPr>
              <a:t>instances</a:t>
            </a:r>
            <a:r>
              <a:rPr lang="es-ES" sz="2400" dirty="0">
                <a:solidFill>
                  <a:srgbClr val="000000"/>
                </a:solidFill>
              </a:rPr>
              <a:t> in </a:t>
            </a:r>
            <a:r>
              <a:rPr lang="es-ES" sz="2400" dirty="0" err="1">
                <a:solidFill>
                  <a:srgbClr val="000000"/>
                </a:solidFill>
              </a:rPr>
              <a:t>the</a:t>
            </a:r>
            <a:r>
              <a:rPr lang="es-ES" sz="2400" dirty="0">
                <a:solidFill>
                  <a:srgbClr val="000000"/>
                </a:solidFill>
              </a:rPr>
              <a:t> data.</a:t>
            </a:r>
          </a:p>
          <a:p>
            <a:pPr algn="l" rtl="0"/>
            <a:r>
              <a:rPr lang="es-ES" sz="2800" dirty="0" err="1">
                <a:solidFill>
                  <a:srgbClr val="000000"/>
                </a:solidFill>
              </a:rPr>
              <a:t>Logistic</a:t>
            </a:r>
            <a:r>
              <a:rPr lang="es-ES" sz="2800" dirty="0">
                <a:solidFill>
                  <a:srgbClr val="000000"/>
                </a:solidFill>
              </a:rPr>
              <a:t> </a:t>
            </a:r>
            <a:r>
              <a:rPr lang="es-ES" sz="2800" dirty="0" err="1">
                <a:solidFill>
                  <a:srgbClr val="000000"/>
                </a:solidFill>
              </a:rPr>
              <a:t>Regression</a:t>
            </a:r>
            <a:r>
              <a:rPr lang="es-ES" sz="2800" dirty="0">
                <a:solidFill>
                  <a:srgbClr val="000000"/>
                </a:solidFill>
              </a:rPr>
              <a:t>:</a:t>
            </a:r>
          </a:p>
          <a:p>
            <a:pPr lvl="1"/>
            <a:r>
              <a:rPr lang="es-ES" sz="2400" dirty="0" err="1">
                <a:solidFill>
                  <a:srgbClr val="000000"/>
                </a:solidFill>
              </a:rPr>
              <a:t>Logistic</a:t>
            </a:r>
            <a:r>
              <a:rPr lang="es-ES" sz="2400" dirty="0">
                <a:solidFill>
                  <a:srgbClr val="000000"/>
                </a:solidFill>
              </a:rPr>
              <a:t> </a:t>
            </a:r>
            <a:r>
              <a:rPr lang="es-ES" sz="2400" dirty="0" err="1">
                <a:solidFill>
                  <a:srgbClr val="000000"/>
                </a:solidFill>
              </a:rPr>
              <a:t>regression</a:t>
            </a:r>
            <a:r>
              <a:rPr lang="es-ES" sz="2400" dirty="0">
                <a:solidFill>
                  <a:srgbClr val="000000"/>
                </a:solidFill>
              </a:rPr>
              <a:t> </a:t>
            </a:r>
            <a:r>
              <a:rPr lang="es-ES" sz="2400" dirty="0" err="1">
                <a:solidFill>
                  <a:srgbClr val="000000"/>
                </a:solidFill>
              </a:rPr>
              <a:t>is</a:t>
            </a:r>
            <a:r>
              <a:rPr lang="es-ES" sz="2400" dirty="0">
                <a:solidFill>
                  <a:srgbClr val="000000"/>
                </a:solidFill>
              </a:rPr>
              <a:t> a </a:t>
            </a:r>
            <a:r>
              <a:rPr lang="es-ES" sz="2400" dirty="0" err="1">
                <a:solidFill>
                  <a:srgbClr val="000000"/>
                </a:solidFill>
              </a:rPr>
              <a:t>statistical</a:t>
            </a:r>
            <a:r>
              <a:rPr lang="es-ES" sz="2400" dirty="0">
                <a:solidFill>
                  <a:srgbClr val="000000"/>
                </a:solidFill>
              </a:rPr>
              <a:t> </a:t>
            </a:r>
            <a:r>
              <a:rPr lang="es-ES" sz="2400" dirty="0" err="1">
                <a:solidFill>
                  <a:srgbClr val="000000"/>
                </a:solidFill>
              </a:rPr>
              <a:t>method</a:t>
            </a:r>
            <a:r>
              <a:rPr lang="es-ES" sz="2400" dirty="0">
                <a:solidFill>
                  <a:srgbClr val="000000"/>
                </a:solidFill>
              </a:rPr>
              <a:t> </a:t>
            </a:r>
            <a:r>
              <a:rPr lang="es-ES" sz="2400" dirty="0" err="1">
                <a:solidFill>
                  <a:srgbClr val="000000"/>
                </a:solidFill>
              </a:rPr>
              <a:t>that</a:t>
            </a:r>
            <a:r>
              <a:rPr lang="es-ES" sz="2400" dirty="0">
                <a:solidFill>
                  <a:srgbClr val="000000"/>
                </a:solidFill>
              </a:rPr>
              <a:t> </a:t>
            </a:r>
            <a:r>
              <a:rPr lang="es-ES" sz="2400" dirty="0" err="1">
                <a:solidFill>
                  <a:srgbClr val="000000"/>
                </a:solidFill>
              </a:rPr>
              <a:t>is</a:t>
            </a:r>
            <a:r>
              <a:rPr lang="es-ES" sz="2400" dirty="0">
                <a:solidFill>
                  <a:srgbClr val="000000"/>
                </a:solidFill>
              </a:rPr>
              <a:t> </a:t>
            </a:r>
            <a:r>
              <a:rPr lang="es-ES" sz="2400" dirty="0" err="1">
                <a:solidFill>
                  <a:srgbClr val="000000"/>
                </a:solidFill>
              </a:rPr>
              <a:t>used</a:t>
            </a:r>
            <a:r>
              <a:rPr lang="es-ES" sz="2400" dirty="0">
                <a:solidFill>
                  <a:srgbClr val="000000"/>
                </a:solidFill>
              </a:rPr>
              <a:t> </a:t>
            </a:r>
            <a:r>
              <a:rPr lang="es-ES" sz="2400" dirty="0" err="1">
                <a:solidFill>
                  <a:srgbClr val="000000"/>
                </a:solidFill>
              </a:rPr>
              <a:t>to</a:t>
            </a:r>
            <a:r>
              <a:rPr lang="es-ES" sz="2400" dirty="0">
                <a:solidFill>
                  <a:srgbClr val="000000"/>
                </a:solidFill>
              </a:rPr>
              <a:t> </a:t>
            </a:r>
            <a:r>
              <a:rPr lang="es-ES" sz="2400" dirty="0" err="1">
                <a:solidFill>
                  <a:srgbClr val="000000"/>
                </a:solidFill>
              </a:rPr>
              <a:t>model</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relationship</a:t>
            </a:r>
            <a:r>
              <a:rPr lang="es-ES" sz="2400" dirty="0">
                <a:solidFill>
                  <a:srgbClr val="000000"/>
                </a:solidFill>
              </a:rPr>
              <a:t> </a:t>
            </a:r>
            <a:r>
              <a:rPr lang="es-ES" sz="2400" dirty="0" err="1">
                <a:solidFill>
                  <a:srgbClr val="000000"/>
                </a:solidFill>
              </a:rPr>
              <a:t>between</a:t>
            </a:r>
            <a:r>
              <a:rPr lang="es-ES" sz="2400" dirty="0">
                <a:solidFill>
                  <a:srgbClr val="000000"/>
                </a:solidFill>
              </a:rPr>
              <a:t> a </a:t>
            </a:r>
            <a:r>
              <a:rPr lang="es-ES" sz="2400" dirty="0" err="1">
                <a:solidFill>
                  <a:srgbClr val="000000"/>
                </a:solidFill>
              </a:rPr>
              <a:t>dependent</a:t>
            </a:r>
            <a:r>
              <a:rPr lang="es-ES" sz="2400" dirty="0">
                <a:solidFill>
                  <a:srgbClr val="000000"/>
                </a:solidFill>
              </a:rPr>
              <a:t> variable and </a:t>
            </a:r>
            <a:r>
              <a:rPr lang="es-ES" sz="2400" dirty="0" err="1">
                <a:solidFill>
                  <a:srgbClr val="000000"/>
                </a:solidFill>
              </a:rPr>
              <a:t>one</a:t>
            </a:r>
            <a:r>
              <a:rPr lang="es-ES" sz="2400" dirty="0">
                <a:solidFill>
                  <a:srgbClr val="000000"/>
                </a:solidFill>
              </a:rPr>
              <a:t> </a:t>
            </a:r>
            <a:r>
              <a:rPr lang="es-ES" sz="2400" dirty="0" err="1">
                <a:solidFill>
                  <a:srgbClr val="000000"/>
                </a:solidFill>
              </a:rPr>
              <a:t>or</a:t>
            </a:r>
            <a:r>
              <a:rPr lang="es-ES" sz="2400" dirty="0">
                <a:solidFill>
                  <a:srgbClr val="000000"/>
                </a:solidFill>
              </a:rPr>
              <a:t> more </a:t>
            </a:r>
            <a:r>
              <a:rPr lang="es-ES" sz="2400" dirty="0" err="1">
                <a:solidFill>
                  <a:srgbClr val="000000"/>
                </a:solidFill>
              </a:rPr>
              <a:t>independent</a:t>
            </a:r>
            <a:r>
              <a:rPr lang="es-ES" sz="2400" dirty="0">
                <a:solidFill>
                  <a:srgbClr val="000000"/>
                </a:solidFill>
              </a:rPr>
              <a:t> variables. In </a:t>
            </a:r>
            <a:r>
              <a:rPr lang="es-ES" sz="2400" dirty="0" err="1">
                <a:solidFill>
                  <a:srgbClr val="000000"/>
                </a:solidFill>
              </a:rPr>
              <a:t>anomaly</a:t>
            </a:r>
            <a:r>
              <a:rPr lang="es-ES" sz="2400" dirty="0">
                <a:solidFill>
                  <a:srgbClr val="000000"/>
                </a:solidFill>
              </a:rPr>
              <a:t> </a:t>
            </a:r>
            <a:r>
              <a:rPr lang="es-ES" sz="2400" dirty="0" err="1">
                <a:solidFill>
                  <a:srgbClr val="000000"/>
                </a:solidFill>
              </a:rPr>
              <a:t>detection</a:t>
            </a:r>
            <a:r>
              <a:rPr lang="es-ES" sz="2400" dirty="0">
                <a:solidFill>
                  <a:srgbClr val="000000"/>
                </a:solidFill>
              </a:rPr>
              <a:t>, </a:t>
            </a:r>
            <a:r>
              <a:rPr lang="es-ES" sz="2400" dirty="0" err="1">
                <a:solidFill>
                  <a:srgbClr val="000000"/>
                </a:solidFill>
              </a:rPr>
              <a:t>logistic</a:t>
            </a:r>
            <a:r>
              <a:rPr lang="es-ES" sz="2400" dirty="0">
                <a:solidFill>
                  <a:srgbClr val="000000"/>
                </a:solidFill>
              </a:rPr>
              <a:t> </a:t>
            </a:r>
            <a:r>
              <a:rPr lang="es-ES" sz="2400" dirty="0" err="1">
                <a:solidFill>
                  <a:srgbClr val="000000"/>
                </a:solidFill>
              </a:rPr>
              <a:t>regression</a:t>
            </a:r>
            <a:r>
              <a:rPr lang="es-ES" sz="2400" dirty="0">
                <a:solidFill>
                  <a:srgbClr val="000000"/>
                </a:solidFill>
              </a:rPr>
              <a:t> can be </a:t>
            </a:r>
            <a:r>
              <a:rPr lang="es-ES" sz="2400" dirty="0" err="1">
                <a:solidFill>
                  <a:srgbClr val="000000"/>
                </a:solidFill>
              </a:rPr>
              <a:t>used</a:t>
            </a:r>
            <a:r>
              <a:rPr lang="es-ES" sz="2400" dirty="0">
                <a:solidFill>
                  <a:srgbClr val="000000"/>
                </a:solidFill>
              </a:rPr>
              <a:t> </a:t>
            </a:r>
            <a:r>
              <a:rPr lang="es-ES" sz="2400" dirty="0" err="1">
                <a:solidFill>
                  <a:srgbClr val="000000"/>
                </a:solidFill>
              </a:rPr>
              <a:t>to</a:t>
            </a:r>
            <a:r>
              <a:rPr lang="es-ES" sz="2400" dirty="0">
                <a:solidFill>
                  <a:srgbClr val="000000"/>
                </a:solidFill>
              </a:rPr>
              <a:t> determine </a:t>
            </a:r>
            <a:r>
              <a:rPr lang="es-ES" sz="2400" dirty="0" err="1">
                <a:solidFill>
                  <a:srgbClr val="000000"/>
                </a:solidFill>
              </a:rPr>
              <a:t>the</a:t>
            </a:r>
            <a:r>
              <a:rPr lang="es-ES" sz="2400" dirty="0">
                <a:solidFill>
                  <a:srgbClr val="000000"/>
                </a:solidFill>
              </a:rPr>
              <a:t> </a:t>
            </a:r>
            <a:r>
              <a:rPr lang="es-ES" sz="2400" dirty="0" err="1">
                <a:solidFill>
                  <a:srgbClr val="000000"/>
                </a:solidFill>
              </a:rPr>
              <a:t>probability</a:t>
            </a:r>
            <a:r>
              <a:rPr lang="es-ES" sz="2400" dirty="0">
                <a:solidFill>
                  <a:srgbClr val="000000"/>
                </a:solidFill>
              </a:rPr>
              <a:t> </a:t>
            </a:r>
            <a:r>
              <a:rPr lang="es-ES" sz="2400" dirty="0" err="1">
                <a:solidFill>
                  <a:srgbClr val="000000"/>
                </a:solidFill>
              </a:rPr>
              <a:t>that</a:t>
            </a:r>
            <a:r>
              <a:rPr lang="es-ES" sz="2400" dirty="0">
                <a:solidFill>
                  <a:srgbClr val="000000"/>
                </a:solidFill>
              </a:rPr>
              <a:t> a </a:t>
            </a:r>
            <a:r>
              <a:rPr lang="es-ES" sz="2400" dirty="0" err="1">
                <a:solidFill>
                  <a:srgbClr val="000000"/>
                </a:solidFill>
              </a:rPr>
              <a:t>given</a:t>
            </a:r>
            <a:r>
              <a:rPr lang="es-ES" sz="2400" dirty="0">
                <a:solidFill>
                  <a:srgbClr val="000000"/>
                </a:solidFill>
              </a:rPr>
              <a:t> </a:t>
            </a:r>
            <a:r>
              <a:rPr lang="es-ES" sz="2400" dirty="0" err="1">
                <a:solidFill>
                  <a:srgbClr val="000000"/>
                </a:solidFill>
              </a:rPr>
              <a:t>instance</a:t>
            </a:r>
            <a:r>
              <a:rPr lang="es-ES" sz="2400" dirty="0">
                <a:solidFill>
                  <a:srgbClr val="000000"/>
                </a:solidFill>
              </a:rPr>
              <a:t> </a:t>
            </a:r>
            <a:r>
              <a:rPr lang="es-ES" sz="2400" dirty="0" err="1">
                <a:solidFill>
                  <a:srgbClr val="000000"/>
                </a:solidFill>
              </a:rPr>
              <a:t>is</a:t>
            </a:r>
            <a:r>
              <a:rPr lang="es-ES" sz="2400" dirty="0">
                <a:solidFill>
                  <a:srgbClr val="000000"/>
                </a:solidFill>
              </a:rPr>
              <a:t> </a:t>
            </a:r>
            <a:r>
              <a:rPr lang="es-ES" sz="2400" dirty="0" err="1">
                <a:solidFill>
                  <a:srgbClr val="000000"/>
                </a:solidFill>
              </a:rPr>
              <a:t>anomalous</a:t>
            </a:r>
            <a:r>
              <a:rPr lang="es-ES" sz="2400" dirty="0">
                <a:solidFill>
                  <a:srgbClr val="000000"/>
                </a:solidFill>
              </a:rPr>
              <a:t>.</a:t>
            </a:r>
          </a:p>
          <a:p>
            <a:r>
              <a:rPr lang="es-ES" sz="2800" dirty="0" err="1">
                <a:solidFill>
                  <a:srgbClr val="000000"/>
                </a:solidFill>
              </a:rPr>
              <a:t>Support</a:t>
            </a:r>
            <a:r>
              <a:rPr lang="es-ES" sz="2800" dirty="0">
                <a:solidFill>
                  <a:srgbClr val="000000"/>
                </a:solidFill>
              </a:rPr>
              <a:t> Vector Machines:</a:t>
            </a:r>
            <a:endParaRPr lang="es-ES" sz="2400" dirty="0">
              <a:solidFill>
                <a:srgbClr val="000000"/>
              </a:solidFill>
            </a:endParaRPr>
          </a:p>
          <a:p>
            <a:pPr lvl="1"/>
            <a:r>
              <a:rPr lang="es-ES" sz="2400" dirty="0" err="1">
                <a:solidFill>
                  <a:srgbClr val="000000"/>
                </a:solidFill>
              </a:rPr>
              <a:t>SVMs</a:t>
            </a:r>
            <a:r>
              <a:rPr lang="es-ES" sz="2400" dirty="0">
                <a:solidFill>
                  <a:srgbClr val="000000"/>
                </a:solidFill>
              </a:rPr>
              <a:t> are </a:t>
            </a:r>
            <a:r>
              <a:rPr lang="es-ES" sz="2400" dirty="0" err="1">
                <a:solidFill>
                  <a:srgbClr val="000000"/>
                </a:solidFill>
              </a:rPr>
              <a:t>commonly</a:t>
            </a:r>
            <a:r>
              <a:rPr lang="es-ES" sz="2400" dirty="0">
                <a:solidFill>
                  <a:srgbClr val="000000"/>
                </a:solidFill>
              </a:rPr>
              <a:t> </a:t>
            </a:r>
            <a:r>
              <a:rPr lang="es-ES" sz="2400" dirty="0" err="1">
                <a:solidFill>
                  <a:srgbClr val="000000"/>
                </a:solidFill>
              </a:rPr>
              <a:t>used</a:t>
            </a:r>
            <a:r>
              <a:rPr lang="es-ES" sz="2400" dirty="0">
                <a:solidFill>
                  <a:srgbClr val="000000"/>
                </a:solidFill>
              </a:rPr>
              <a:t> </a:t>
            </a:r>
            <a:r>
              <a:rPr lang="es-ES" sz="2400" dirty="0" err="1">
                <a:solidFill>
                  <a:srgbClr val="000000"/>
                </a:solidFill>
              </a:rPr>
              <a:t>for</a:t>
            </a:r>
            <a:r>
              <a:rPr lang="es-ES" sz="2400" dirty="0">
                <a:solidFill>
                  <a:srgbClr val="000000"/>
                </a:solidFill>
              </a:rPr>
              <a:t> </a:t>
            </a:r>
            <a:r>
              <a:rPr lang="es-ES" sz="2400" dirty="0" err="1">
                <a:solidFill>
                  <a:srgbClr val="000000"/>
                </a:solidFill>
              </a:rPr>
              <a:t>binary</a:t>
            </a:r>
            <a:r>
              <a:rPr lang="es-ES" sz="2400" dirty="0">
                <a:solidFill>
                  <a:srgbClr val="000000"/>
                </a:solidFill>
              </a:rPr>
              <a:t> </a:t>
            </a:r>
            <a:r>
              <a:rPr lang="es-ES" sz="2400" dirty="0" err="1">
                <a:solidFill>
                  <a:srgbClr val="000000"/>
                </a:solidFill>
              </a:rPr>
              <a:t>classification</a:t>
            </a:r>
            <a:r>
              <a:rPr lang="es-ES" sz="2400" dirty="0">
                <a:solidFill>
                  <a:srgbClr val="000000"/>
                </a:solidFill>
              </a:rPr>
              <a:t> </a:t>
            </a:r>
            <a:r>
              <a:rPr lang="es-ES" sz="2400" dirty="0" err="1">
                <a:solidFill>
                  <a:srgbClr val="000000"/>
                </a:solidFill>
              </a:rPr>
              <a:t>problems</a:t>
            </a:r>
            <a:r>
              <a:rPr lang="es-ES" sz="2400" dirty="0">
                <a:solidFill>
                  <a:srgbClr val="000000"/>
                </a:solidFill>
              </a:rPr>
              <a:t>, </a:t>
            </a:r>
            <a:r>
              <a:rPr lang="es-ES" sz="2400" dirty="0" err="1">
                <a:solidFill>
                  <a:srgbClr val="000000"/>
                </a:solidFill>
              </a:rPr>
              <a:t>where</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goal</a:t>
            </a:r>
            <a:r>
              <a:rPr lang="es-ES" sz="2400" dirty="0">
                <a:solidFill>
                  <a:srgbClr val="000000"/>
                </a:solidFill>
              </a:rPr>
              <a:t> </a:t>
            </a:r>
            <a:r>
              <a:rPr lang="es-ES" sz="2400" dirty="0" err="1">
                <a:solidFill>
                  <a:srgbClr val="000000"/>
                </a:solidFill>
              </a:rPr>
              <a:t>is</a:t>
            </a:r>
            <a:r>
              <a:rPr lang="es-ES" sz="2400" dirty="0">
                <a:solidFill>
                  <a:srgbClr val="000000"/>
                </a:solidFill>
              </a:rPr>
              <a:t> </a:t>
            </a:r>
            <a:r>
              <a:rPr lang="es-ES" sz="2400" dirty="0" err="1">
                <a:solidFill>
                  <a:srgbClr val="000000"/>
                </a:solidFill>
              </a:rPr>
              <a:t>to</a:t>
            </a:r>
            <a:r>
              <a:rPr lang="es-ES" sz="2400" dirty="0">
                <a:solidFill>
                  <a:srgbClr val="000000"/>
                </a:solidFill>
              </a:rPr>
              <a:t> </a:t>
            </a:r>
            <a:r>
              <a:rPr lang="es-ES" sz="2400" dirty="0" err="1">
                <a:solidFill>
                  <a:srgbClr val="000000"/>
                </a:solidFill>
              </a:rPr>
              <a:t>separate</a:t>
            </a:r>
            <a:r>
              <a:rPr lang="es-ES" sz="2400" dirty="0">
                <a:solidFill>
                  <a:srgbClr val="000000"/>
                </a:solidFill>
              </a:rPr>
              <a:t> </a:t>
            </a:r>
            <a:r>
              <a:rPr lang="es-ES" sz="2400" dirty="0" err="1">
                <a:solidFill>
                  <a:srgbClr val="000000"/>
                </a:solidFill>
              </a:rPr>
              <a:t>two</a:t>
            </a:r>
            <a:r>
              <a:rPr lang="es-ES" sz="2400" dirty="0">
                <a:solidFill>
                  <a:srgbClr val="000000"/>
                </a:solidFill>
              </a:rPr>
              <a:t> </a:t>
            </a:r>
            <a:r>
              <a:rPr lang="es-ES" sz="2400" dirty="0" err="1">
                <a:solidFill>
                  <a:srgbClr val="000000"/>
                </a:solidFill>
              </a:rPr>
              <a:t>classes</a:t>
            </a:r>
            <a:r>
              <a:rPr lang="es-ES" sz="2400" dirty="0">
                <a:solidFill>
                  <a:srgbClr val="000000"/>
                </a:solidFill>
              </a:rPr>
              <a:t> in a data set.</a:t>
            </a:r>
          </a:p>
          <a:p>
            <a:pPr lvl="1"/>
            <a:r>
              <a:rPr lang="es-ES" sz="2400" dirty="0" err="1">
                <a:solidFill>
                  <a:srgbClr val="000000"/>
                </a:solidFill>
              </a:rPr>
              <a:t>The</a:t>
            </a:r>
            <a:r>
              <a:rPr lang="es-ES" sz="2400" dirty="0">
                <a:solidFill>
                  <a:srgbClr val="000000"/>
                </a:solidFill>
              </a:rPr>
              <a:t> SVM </a:t>
            </a:r>
            <a:r>
              <a:rPr lang="es-ES" sz="2400" dirty="0" err="1">
                <a:solidFill>
                  <a:srgbClr val="000000"/>
                </a:solidFill>
              </a:rPr>
              <a:t>algorithm</a:t>
            </a:r>
            <a:r>
              <a:rPr lang="es-ES" sz="2400" dirty="0">
                <a:solidFill>
                  <a:srgbClr val="000000"/>
                </a:solidFill>
              </a:rPr>
              <a:t> can be </a:t>
            </a:r>
            <a:r>
              <a:rPr lang="es-ES" sz="2400" dirty="0" err="1">
                <a:solidFill>
                  <a:srgbClr val="000000"/>
                </a:solidFill>
              </a:rPr>
              <a:t>adapted</a:t>
            </a:r>
            <a:r>
              <a:rPr lang="es-ES" sz="2400" dirty="0">
                <a:solidFill>
                  <a:srgbClr val="000000"/>
                </a:solidFill>
              </a:rPr>
              <a:t> </a:t>
            </a:r>
            <a:r>
              <a:rPr lang="es-ES" sz="2400" dirty="0" err="1">
                <a:solidFill>
                  <a:srgbClr val="000000"/>
                </a:solidFill>
              </a:rPr>
              <a:t>for</a:t>
            </a:r>
            <a:r>
              <a:rPr lang="es-ES" sz="2400" dirty="0">
                <a:solidFill>
                  <a:srgbClr val="000000"/>
                </a:solidFill>
              </a:rPr>
              <a:t> use in </a:t>
            </a:r>
            <a:r>
              <a:rPr lang="es-ES" sz="2400" dirty="0" err="1">
                <a:solidFill>
                  <a:srgbClr val="000000"/>
                </a:solidFill>
              </a:rPr>
              <a:t>anomaly</a:t>
            </a:r>
            <a:r>
              <a:rPr lang="es-ES" sz="2400" dirty="0">
                <a:solidFill>
                  <a:srgbClr val="000000"/>
                </a:solidFill>
              </a:rPr>
              <a:t> </a:t>
            </a:r>
            <a:r>
              <a:rPr lang="es-ES" sz="2400" dirty="0" err="1">
                <a:solidFill>
                  <a:srgbClr val="000000"/>
                </a:solidFill>
              </a:rPr>
              <a:t>detection</a:t>
            </a:r>
            <a:r>
              <a:rPr lang="es-ES" sz="2400" dirty="0">
                <a:solidFill>
                  <a:srgbClr val="000000"/>
                </a:solidFill>
              </a:rPr>
              <a:t> </a:t>
            </a:r>
            <a:r>
              <a:rPr lang="es-ES" sz="2400" dirty="0" err="1">
                <a:solidFill>
                  <a:srgbClr val="000000"/>
                </a:solidFill>
              </a:rPr>
              <a:t>by</a:t>
            </a:r>
            <a:r>
              <a:rPr lang="es-ES" sz="2400" dirty="0">
                <a:solidFill>
                  <a:srgbClr val="000000"/>
                </a:solidFill>
              </a:rPr>
              <a:t> </a:t>
            </a:r>
            <a:r>
              <a:rPr lang="es-ES" sz="2400" dirty="0" err="1">
                <a:solidFill>
                  <a:srgbClr val="000000"/>
                </a:solidFill>
              </a:rPr>
              <a:t>treating</a:t>
            </a:r>
            <a:r>
              <a:rPr lang="es-ES" sz="2400" dirty="0">
                <a:solidFill>
                  <a:srgbClr val="000000"/>
                </a:solidFill>
              </a:rPr>
              <a:t> </a:t>
            </a:r>
            <a:r>
              <a:rPr lang="es-ES" sz="2400" dirty="0" err="1">
                <a:solidFill>
                  <a:srgbClr val="000000"/>
                </a:solidFill>
              </a:rPr>
              <a:t>the</a:t>
            </a:r>
            <a:r>
              <a:rPr lang="es-ES" sz="2400" dirty="0">
                <a:solidFill>
                  <a:srgbClr val="000000"/>
                </a:solidFill>
              </a:rPr>
              <a:t> normal </a:t>
            </a:r>
            <a:r>
              <a:rPr lang="es-ES" sz="2400" dirty="0" err="1">
                <a:solidFill>
                  <a:srgbClr val="000000"/>
                </a:solidFill>
              </a:rPr>
              <a:t>instances</a:t>
            </a:r>
            <a:r>
              <a:rPr lang="es-ES" sz="2400" dirty="0">
                <a:solidFill>
                  <a:srgbClr val="000000"/>
                </a:solidFill>
              </a:rPr>
              <a:t> as </a:t>
            </a:r>
            <a:r>
              <a:rPr lang="es-ES" sz="2400" dirty="0" err="1">
                <a:solidFill>
                  <a:srgbClr val="000000"/>
                </a:solidFill>
              </a:rPr>
              <a:t>one</a:t>
            </a:r>
            <a:r>
              <a:rPr lang="es-ES" sz="2400" dirty="0">
                <a:solidFill>
                  <a:srgbClr val="000000"/>
                </a:solidFill>
              </a:rPr>
              <a:t> </a:t>
            </a:r>
            <a:r>
              <a:rPr lang="es-ES" sz="2400" dirty="0" err="1">
                <a:solidFill>
                  <a:srgbClr val="000000"/>
                </a:solidFill>
              </a:rPr>
              <a:t>class</a:t>
            </a:r>
            <a:r>
              <a:rPr lang="es-ES" sz="2400" dirty="0">
                <a:solidFill>
                  <a:srgbClr val="000000"/>
                </a:solidFill>
              </a:rPr>
              <a:t> and </a:t>
            </a:r>
            <a:r>
              <a:rPr lang="es-ES" sz="2400" dirty="0" err="1">
                <a:solidFill>
                  <a:srgbClr val="000000"/>
                </a:solidFill>
              </a:rPr>
              <a:t>the</a:t>
            </a:r>
            <a:r>
              <a:rPr lang="es-ES" sz="2400" dirty="0">
                <a:solidFill>
                  <a:srgbClr val="000000"/>
                </a:solidFill>
              </a:rPr>
              <a:t> </a:t>
            </a:r>
            <a:r>
              <a:rPr lang="es-ES" sz="2400" dirty="0" err="1">
                <a:solidFill>
                  <a:srgbClr val="000000"/>
                </a:solidFill>
              </a:rPr>
              <a:t>anomalies</a:t>
            </a:r>
            <a:r>
              <a:rPr lang="es-ES" sz="2400" dirty="0">
                <a:solidFill>
                  <a:srgbClr val="000000"/>
                </a:solidFill>
              </a:rPr>
              <a:t> as </a:t>
            </a:r>
            <a:r>
              <a:rPr lang="es-ES" sz="2400" dirty="0" err="1">
                <a:solidFill>
                  <a:srgbClr val="000000"/>
                </a:solidFill>
              </a:rPr>
              <a:t>another</a:t>
            </a:r>
            <a:r>
              <a:rPr lang="es-ES" sz="2400" dirty="0">
                <a:solidFill>
                  <a:srgbClr val="000000"/>
                </a:solidFill>
              </a:rPr>
              <a:t>.</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11</a:t>
            </a:fld>
            <a:endParaRPr lang="es-ES"/>
          </a:p>
        </p:txBody>
      </p:sp>
    </p:spTree>
    <p:extLst>
      <p:ext uri="{BB962C8B-B14F-4D97-AF65-F5344CB8AC3E}">
        <p14:creationId xmlns:p14="http://schemas.microsoft.com/office/powerpoint/2010/main" val="164383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solidFill>
                  <a:srgbClr val="0070C0"/>
                </a:solidFill>
              </a:rPr>
              <a:t>Unsupervised</a:t>
            </a:r>
            <a:r>
              <a:rPr lang="es-ES" dirty="0">
                <a:solidFill>
                  <a:srgbClr val="0070C0"/>
                </a:solidFill>
              </a:rPr>
              <a:t> </a:t>
            </a:r>
            <a:r>
              <a:rPr lang="es-ES" dirty="0" err="1">
                <a:solidFill>
                  <a:srgbClr val="0070C0"/>
                </a:solidFill>
              </a:rPr>
              <a:t>Anomaly</a:t>
            </a:r>
            <a:r>
              <a:rPr lang="es-ES" dirty="0">
                <a:solidFill>
                  <a:srgbClr val="0070C0"/>
                </a:solidFill>
              </a:rPr>
              <a:t> </a:t>
            </a:r>
            <a:r>
              <a:rPr lang="es-ES" dirty="0" err="1">
                <a:solidFill>
                  <a:srgbClr val="0070C0"/>
                </a:solidFill>
              </a:rPr>
              <a:t>Detection</a:t>
            </a:r>
            <a:endParaRPr lang="es-ES" dirty="0">
              <a:solidFill>
                <a:srgbClr val="0070C0"/>
              </a:solidFill>
            </a:endParaRPr>
          </a:p>
        </p:txBody>
      </p:sp>
      <p:sp>
        <p:nvSpPr>
          <p:cNvPr id="3" name="2 Marcador de contenido"/>
          <p:cNvSpPr>
            <a:spLocks noGrp="1"/>
          </p:cNvSpPr>
          <p:nvPr>
            <p:ph idx="1"/>
          </p:nvPr>
        </p:nvSpPr>
        <p:spPr>
          <a:xfrm>
            <a:off x="394447" y="1600202"/>
            <a:ext cx="11421035" cy="4756150"/>
          </a:xfrm>
        </p:spPr>
        <p:txBody>
          <a:bodyPr>
            <a:normAutofit lnSpcReduction="10000"/>
          </a:bodyPr>
          <a:lstStyle/>
          <a:p>
            <a:r>
              <a:rPr lang="es-ES" sz="2800" dirty="0" err="1">
                <a:solidFill>
                  <a:srgbClr val="000000"/>
                </a:solidFill>
              </a:rPr>
              <a:t>Unsupervised</a:t>
            </a:r>
            <a:r>
              <a:rPr lang="es-ES" sz="2800" dirty="0">
                <a:solidFill>
                  <a:srgbClr val="000000"/>
                </a:solidFill>
              </a:rPr>
              <a:t> </a:t>
            </a:r>
            <a:r>
              <a:rPr lang="es-ES" sz="2800" dirty="0" err="1">
                <a:solidFill>
                  <a:srgbClr val="000000"/>
                </a:solidFill>
              </a:rPr>
              <a:t>anomaly</a:t>
            </a:r>
            <a:r>
              <a:rPr lang="es-ES" sz="2800" dirty="0">
                <a:solidFill>
                  <a:srgbClr val="000000"/>
                </a:solidFill>
              </a:rPr>
              <a:t> </a:t>
            </a:r>
            <a:r>
              <a:rPr lang="es-ES" sz="2800" dirty="0" err="1">
                <a:solidFill>
                  <a:srgbClr val="000000"/>
                </a:solidFill>
              </a:rPr>
              <a:t>detection</a:t>
            </a:r>
            <a:r>
              <a:rPr lang="es-ES" sz="2800" dirty="0">
                <a:solidFill>
                  <a:srgbClr val="000000"/>
                </a:solidFill>
              </a:rPr>
              <a:t> </a:t>
            </a:r>
            <a:r>
              <a:rPr lang="es-ES" sz="2800" dirty="0" err="1">
                <a:solidFill>
                  <a:srgbClr val="000000"/>
                </a:solidFill>
              </a:rPr>
              <a:t>algorithms</a:t>
            </a:r>
            <a:r>
              <a:rPr lang="es-ES" sz="2800" dirty="0">
                <a:solidFill>
                  <a:srgbClr val="000000"/>
                </a:solidFill>
              </a:rPr>
              <a:t> do </a:t>
            </a:r>
            <a:r>
              <a:rPr lang="es-ES" sz="2800" dirty="0" err="1">
                <a:solidFill>
                  <a:srgbClr val="000000"/>
                </a:solidFill>
              </a:rPr>
              <a:t>not</a:t>
            </a:r>
            <a:r>
              <a:rPr lang="es-ES" sz="2800" dirty="0">
                <a:solidFill>
                  <a:srgbClr val="000000"/>
                </a:solidFill>
              </a:rPr>
              <a:t> use </a:t>
            </a:r>
            <a:r>
              <a:rPr lang="es-ES" sz="2800" dirty="0" err="1">
                <a:solidFill>
                  <a:srgbClr val="000000"/>
                </a:solidFill>
              </a:rPr>
              <a:t>labeled</a:t>
            </a:r>
            <a:r>
              <a:rPr lang="es-ES" sz="2800" dirty="0">
                <a:solidFill>
                  <a:srgbClr val="000000"/>
                </a:solidFill>
              </a:rPr>
              <a:t> data </a:t>
            </a:r>
            <a:r>
              <a:rPr lang="es-ES" sz="2800" dirty="0" err="1">
                <a:solidFill>
                  <a:srgbClr val="000000"/>
                </a:solidFill>
              </a:rPr>
              <a:t>to</a:t>
            </a:r>
            <a:r>
              <a:rPr lang="es-ES" sz="2800" dirty="0">
                <a:solidFill>
                  <a:srgbClr val="000000"/>
                </a:solidFill>
              </a:rPr>
              <a:t> </a:t>
            </a:r>
            <a:r>
              <a:rPr lang="es-ES" sz="2800" dirty="0" err="1">
                <a:solidFill>
                  <a:srgbClr val="000000"/>
                </a:solidFill>
              </a:rPr>
              <a:t>identify</a:t>
            </a:r>
            <a:r>
              <a:rPr lang="es-ES" sz="2800" dirty="0">
                <a:solidFill>
                  <a:srgbClr val="000000"/>
                </a:solidFill>
              </a:rPr>
              <a:t> </a:t>
            </a:r>
            <a:r>
              <a:rPr lang="es-ES" sz="2800" dirty="0" err="1">
                <a:solidFill>
                  <a:srgbClr val="000000"/>
                </a:solidFill>
              </a:rPr>
              <a:t>anomalies</a:t>
            </a:r>
            <a:r>
              <a:rPr lang="es-ES" sz="2800" dirty="0">
                <a:solidFill>
                  <a:srgbClr val="000000"/>
                </a:solidFill>
              </a:rPr>
              <a:t>.</a:t>
            </a:r>
          </a:p>
          <a:p>
            <a:pPr algn="l" rtl="0"/>
            <a:r>
              <a:rPr lang="es-ES" sz="2800" dirty="0" err="1">
                <a:solidFill>
                  <a:srgbClr val="000000"/>
                </a:solidFill>
              </a:rPr>
              <a:t>Instead</a:t>
            </a:r>
            <a:r>
              <a:rPr lang="es-ES" sz="2800" dirty="0">
                <a:solidFill>
                  <a:srgbClr val="000000"/>
                </a:solidFill>
              </a:rPr>
              <a:t>, </a:t>
            </a:r>
            <a:r>
              <a:rPr lang="es-ES" sz="2800" dirty="0" err="1">
                <a:solidFill>
                  <a:srgbClr val="000000"/>
                </a:solidFill>
              </a:rPr>
              <a:t>they</a:t>
            </a:r>
            <a:r>
              <a:rPr lang="es-ES" sz="2800" dirty="0">
                <a:solidFill>
                  <a:srgbClr val="000000"/>
                </a:solidFill>
              </a:rPr>
              <a:t> </a:t>
            </a:r>
            <a:r>
              <a:rPr lang="es-ES" sz="2800" dirty="0" err="1">
                <a:solidFill>
                  <a:srgbClr val="000000"/>
                </a:solidFill>
              </a:rPr>
              <a:t>rely</a:t>
            </a:r>
            <a:r>
              <a:rPr lang="es-ES" sz="2800" dirty="0">
                <a:solidFill>
                  <a:srgbClr val="000000"/>
                </a:solidFill>
              </a:rPr>
              <a:t> </a:t>
            </a:r>
            <a:r>
              <a:rPr lang="es-ES" sz="2800" dirty="0" err="1">
                <a:solidFill>
                  <a:srgbClr val="000000"/>
                </a:solidFill>
              </a:rPr>
              <a:t>on</a:t>
            </a:r>
            <a:r>
              <a:rPr lang="es-ES" sz="2800" dirty="0">
                <a:solidFill>
                  <a:srgbClr val="000000"/>
                </a:solidFill>
              </a:rPr>
              <a:t> </a:t>
            </a:r>
            <a:r>
              <a:rPr lang="es-ES" sz="2800" dirty="0" err="1">
                <a:solidFill>
                  <a:srgbClr val="000000"/>
                </a:solidFill>
              </a:rPr>
              <a:t>the</a:t>
            </a:r>
            <a:r>
              <a:rPr lang="es-ES" sz="2800" dirty="0">
                <a:solidFill>
                  <a:srgbClr val="000000"/>
                </a:solidFill>
              </a:rPr>
              <a:t> </a:t>
            </a:r>
            <a:r>
              <a:rPr lang="es-ES" sz="2800" dirty="0" err="1">
                <a:solidFill>
                  <a:srgbClr val="000000"/>
                </a:solidFill>
              </a:rPr>
              <a:t>intrinsic</a:t>
            </a:r>
            <a:r>
              <a:rPr lang="es-ES" sz="2800" dirty="0">
                <a:solidFill>
                  <a:srgbClr val="000000"/>
                </a:solidFill>
              </a:rPr>
              <a:t> </a:t>
            </a:r>
            <a:r>
              <a:rPr lang="es-ES" sz="2800" dirty="0" err="1">
                <a:solidFill>
                  <a:srgbClr val="000000"/>
                </a:solidFill>
              </a:rPr>
              <a:t>properties</a:t>
            </a:r>
            <a:r>
              <a:rPr lang="es-ES" sz="2800" dirty="0">
                <a:solidFill>
                  <a:srgbClr val="000000"/>
                </a:solidFill>
              </a:rPr>
              <a:t> </a:t>
            </a:r>
            <a:r>
              <a:rPr lang="es-ES" sz="2800" dirty="0" err="1">
                <a:solidFill>
                  <a:srgbClr val="000000"/>
                </a:solidFill>
              </a:rPr>
              <a:t>of</a:t>
            </a:r>
            <a:r>
              <a:rPr lang="es-ES" sz="2800" dirty="0">
                <a:solidFill>
                  <a:srgbClr val="000000"/>
                </a:solidFill>
              </a:rPr>
              <a:t> </a:t>
            </a:r>
            <a:r>
              <a:rPr lang="es-ES" sz="2800" dirty="0" err="1">
                <a:solidFill>
                  <a:srgbClr val="000000"/>
                </a:solidFill>
              </a:rPr>
              <a:t>the</a:t>
            </a:r>
            <a:r>
              <a:rPr lang="es-ES" sz="2800" dirty="0">
                <a:solidFill>
                  <a:srgbClr val="000000"/>
                </a:solidFill>
              </a:rPr>
              <a:t> data </a:t>
            </a:r>
            <a:r>
              <a:rPr lang="es-ES" sz="2800" dirty="0" err="1">
                <a:solidFill>
                  <a:srgbClr val="000000"/>
                </a:solidFill>
              </a:rPr>
              <a:t>itself</a:t>
            </a:r>
            <a:r>
              <a:rPr lang="es-ES" sz="2800" dirty="0">
                <a:solidFill>
                  <a:srgbClr val="000000"/>
                </a:solidFill>
              </a:rPr>
              <a:t> </a:t>
            </a:r>
            <a:r>
              <a:rPr lang="es-ES" sz="2800" dirty="0" err="1">
                <a:solidFill>
                  <a:srgbClr val="000000"/>
                </a:solidFill>
              </a:rPr>
              <a:t>to</a:t>
            </a:r>
            <a:r>
              <a:rPr lang="es-ES" sz="2800" dirty="0">
                <a:solidFill>
                  <a:srgbClr val="000000"/>
                </a:solidFill>
              </a:rPr>
              <a:t> </a:t>
            </a:r>
            <a:r>
              <a:rPr lang="es-ES" sz="2800" dirty="0" err="1">
                <a:solidFill>
                  <a:srgbClr val="000000"/>
                </a:solidFill>
              </a:rPr>
              <a:t>identify</a:t>
            </a:r>
            <a:r>
              <a:rPr lang="es-ES" sz="2800" dirty="0">
                <a:solidFill>
                  <a:srgbClr val="000000"/>
                </a:solidFill>
              </a:rPr>
              <a:t> </a:t>
            </a:r>
            <a:r>
              <a:rPr lang="es-ES" sz="2800" dirty="0" err="1">
                <a:solidFill>
                  <a:srgbClr val="000000"/>
                </a:solidFill>
              </a:rPr>
              <a:t>unusual</a:t>
            </a:r>
            <a:r>
              <a:rPr lang="es-ES" sz="2800" dirty="0">
                <a:solidFill>
                  <a:srgbClr val="000000"/>
                </a:solidFill>
              </a:rPr>
              <a:t> </a:t>
            </a:r>
            <a:r>
              <a:rPr lang="es-ES" sz="2800" dirty="0" err="1">
                <a:solidFill>
                  <a:srgbClr val="000000"/>
                </a:solidFill>
              </a:rPr>
              <a:t>instances</a:t>
            </a:r>
            <a:r>
              <a:rPr lang="es-ES" sz="2800" dirty="0">
                <a:solidFill>
                  <a:srgbClr val="000000"/>
                </a:solidFill>
              </a:rPr>
              <a:t>. </a:t>
            </a:r>
            <a:r>
              <a:rPr lang="es-ES" sz="2800" dirty="0" err="1">
                <a:solidFill>
                  <a:srgbClr val="000000"/>
                </a:solidFill>
              </a:rPr>
              <a:t>Some</a:t>
            </a:r>
            <a:r>
              <a:rPr lang="es-ES" sz="2800" dirty="0">
                <a:solidFill>
                  <a:srgbClr val="000000"/>
                </a:solidFill>
              </a:rPr>
              <a:t> </a:t>
            </a:r>
            <a:r>
              <a:rPr lang="es-ES" sz="2800" dirty="0" err="1">
                <a:solidFill>
                  <a:srgbClr val="000000"/>
                </a:solidFill>
              </a:rPr>
              <a:t>of</a:t>
            </a:r>
            <a:r>
              <a:rPr lang="es-ES" sz="2800" dirty="0">
                <a:solidFill>
                  <a:srgbClr val="000000"/>
                </a:solidFill>
              </a:rPr>
              <a:t> </a:t>
            </a:r>
            <a:r>
              <a:rPr lang="es-ES" sz="2800" dirty="0" err="1">
                <a:solidFill>
                  <a:srgbClr val="000000"/>
                </a:solidFill>
              </a:rPr>
              <a:t>the</a:t>
            </a:r>
            <a:r>
              <a:rPr lang="es-ES" sz="2800" dirty="0">
                <a:solidFill>
                  <a:srgbClr val="000000"/>
                </a:solidFill>
              </a:rPr>
              <a:t> </a:t>
            </a:r>
            <a:r>
              <a:rPr lang="es-ES" sz="2800" dirty="0" err="1">
                <a:solidFill>
                  <a:srgbClr val="000000"/>
                </a:solidFill>
              </a:rPr>
              <a:t>most</a:t>
            </a:r>
            <a:r>
              <a:rPr lang="es-ES" sz="2800" dirty="0">
                <a:solidFill>
                  <a:srgbClr val="000000"/>
                </a:solidFill>
              </a:rPr>
              <a:t> </a:t>
            </a:r>
            <a:r>
              <a:rPr lang="es-ES" sz="2800" dirty="0" err="1">
                <a:solidFill>
                  <a:srgbClr val="000000"/>
                </a:solidFill>
              </a:rPr>
              <a:t>commonly</a:t>
            </a:r>
            <a:r>
              <a:rPr lang="es-ES" sz="2800" dirty="0">
                <a:solidFill>
                  <a:srgbClr val="000000"/>
                </a:solidFill>
              </a:rPr>
              <a:t> </a:t>
            </a:r>
            <a:r>
              <a:rPr lang="es-ES" sz="2800" dirty="0" err="1">
                <a:solidFill>
                  <a:srgbClr val="000000"/>
                </a:solidFill>
              </a:rPr>
              <a:t>used</a:t>
            </a:r>
            <a:r>
              <a:rPr lang="es-ES" sz="2800" dirty="0">
                <a:solidFill>
                  <a:srgbClr val="000000"/>
                </a:solidFill>
              </a:rPr>
              <a:t> </a:t>
            </a:r>
            <a:r>
              <a:rPr lang="es-ES" sz="2800" dirty="0" err="1">
                <a:solidFill>
                  <a:srgbClr val="000000"/>
                </a:solidFill>
              </a:rPr>
              <a:t>unsupervised</a:t>
            </a:r>
            <a:r>
              <a:rPr lang="es-ES" sz="2800" dirty="0">
                <a:solidFill>
                  <a:srgbClr val="000000"/>
                </a:solidFill>
              </a:rPr>
              <a:t> </a:t>
            </a:r>
            <a:r>
              <a:rPr lang="es-ES" sz="2800" dirty="0" err="1">
                <a:solidFill>
                  <a:srgbClr val="000000"/>
                </a:solidFill>
              </a:rPr>
              <a:t>anomaly</a:t>
            </a:r>
            <a:r>
              <a:rPr lang="es-ES" sz="2800" dirty="0">
                <a:solidFill>
                  <a:srgbClr val="000000"/>
                </a:solidFill>
              </a:rPr>
              <a:t> </a:t>
            </a:r>
            <a:r>
              <a:rPr lang="es-ES" sz="2800" dirty="0" err="1">
                <a:solidFill>
                  <a:srgbClr val="000000"/>
                </a:solidFill>
              </a:rPr>
              <a:t>detection</a:t>
            </a:r>
            <a:r>
              <a:rPr lang="es-ES" sz="2800" dirty="0">
                <a:solidFill>
                  <a:srgbClr val="000000"/>
                </a:solidFill>
              </a:rPr>
              <a:t> </a:t>
            </a:r>
            <a:r>
              <a:rPr lang="es-ES" sz="2800" dirty="0" err="1">
                <a:solidFill>
                  <a:srgbClr val="000000"/>
                </a:solidFill>
              </a:rPr>
              <a:t>algorithms</a:t>
            </a:r>
            <a:r>
              <a:rPr lang="es-ES" sz="2800" dirty="0">
                <a:solidFill>
                  <a:srgbClr val="000000"/>
                </a:solidFill>
              </a:rPr>
              <a:t> </a:t>
            </a:r>
            <a:r>
              <a:rPr lang="es-ES" sz="2800" dirty="0" err="1">
                <a:solidFill>
                  <a:srgbClr val="000000"/>
                </a:solidFill>
              </a:rPr>
              <a:t>include</a:t>
            </a:r>
            <a:r>
              <a:rPr lang="es-ES" dirty="0">
                <a:solidFill>
                  <a:srgbClr val="000000"/>
                </a:solidFill>
              </a:rPr>
              <a:t>:</a:t>
            </a:r>
          </a:p>
          <a:p>
            <a:pPr lvl="1"/>
            <a:r>
              <a:rPr lang="es-ES" dirty="0" err="1">
                <a:solidFill>
                  <a:srgbClr val="000000"/>
                </a:solidFill>
              </a:rPr>
              <a:t>Clustering</a:t>
            </a:r>
            <a:endParaRPr lang="es-ES" dirty="0">
              <a:solidFill>
                <a:srgbClr val="000000"/>
              </a:solidFill>
            </a:endParaRPr>
          </a:p>
          <a:p>
            <a:pPr lvl="1"/>
            <a:r>
              <a:rPr lang="es-ES" dirty="0" err="1">
                <a:solidFill>
                  <a:srgbClr val="000000"/>
                </a:solidFill>
              </a:rPr>
              <a:t>Density-based</a:t>
            </a:r>
            <a:r>
              <a:rPr lang="es-ES" dirty="0">
                <a:solidFill>
                  <a:srgbClr val="000000"/>
                </a:solidFill>
              </a:rPr>
              <a:t> </a:t>
            </a:r>
            <a:r>
              <a:rPr lang="es-ES" dirty="0" err="1">
                <a:solidFill>
                  <a:srgbClr val="000000"/>
                </a:solidFill>
              </a:rPr>
              <a:t>methods</a:t>
            </a:r>
            <a:endParaRPr lang="es-ES" dirty="0">
              <a:solidFill>
                <a:srgbClr val="000000"/>
              </a:solidFill>
            </a:endParaRPr>
          </a:p>
          <a:p>
            <a:pPr lvl="1"/>
            <a:r>
              <a:rPr lang="es-ES" dirty="0" err="1">
                <a:solidFill>
                  <a:srgbClr val="000000"/>
                </a:solidFill>
              </a:rPr>
              <a:t>Statistical</a:t>
            </a:r>
            <a:r>
              <a:rPr lang="es-ES" dirty="0">
                <a:solidFill>
                  <a:srgbClr val="000000"/>
                </a:solidFill>
              </a:rPr>
              <a:t> </a:t>
            </a:r>
            <a:r>
              <a:rPr lang="es-ES" dirty="0" err="1">
                <a:solidFill>
                  <a:srgbClr val="000000"/>
                </a:solidFill>
              </a:rPr>
              <a:t>methods</a:t>
            </a:r>
            <a:endParaRPr lang="es-ES" dirty="0">
              <a:solidFill>
                <a:srgbClr val="000000"/>
              </a:solidFill>
            </a:endParaRPr>
          </a:p>
          <a:p>
            <a:r>
              <a:rPr lang="es-ES" sz="2800" dirty="0">
                <a:solidFill>
                  <a:srgbClr val="000000"/>
                </a:solidFill>
              </a:rPr>
              <a:t>Nos centraremos en este tipo de métodos y en especial los basados en aprendizaje</a:t>
            </a:r>
          </a:p>
          <a:p>
            <a:endParaRPr lang="es-ES" sz="2000" dirty="0">
              <a:solidFill>
                <a:srgbClr val="000000"/>
              </a:solidFill>
              <a:latin typeface="Helvetica" pitchFamily="2" charset="0"/>
            </a:endParaRPr>
          </a:p>
          <a:p>
            <a:endParaRPr lang="en-US" sz="28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12</a:t>
            </a:fld>
            <a:endParaRPr lang="es-ES"/>
          </a:p>
        </p:txBody>
      </p:sp>
    </p:spTree>
    <p:extLst>
      <p:ext uri="{BB962C8B-B14F-4D97-AF65-F5344CB8AC3E}">
        <p14:creationId xmlns:p14="http://schemas.microsoft.com/office/powerpoint/2010/main" val="3695492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solidFill>
                  <a:srgbClr val="0070C0"/>
                </a:solidFill>
              </a:rPr>
              <a:t>Unsupervised</a:t>
            </a:r>
            <a:r>
              <a:rPr lang="es-ES" dirty="0">
                <a:solidFill>
                  <a:srgbClr val="0070C0"/>
                </a:solidFill>
              </a:rPr>
              <a:t> </a:t>
            </a:r>
            <a:r>
              <a:rPr lang="es-ES" dirty="0" err="1">
                <a:solidFill>
                  <a:srgbClr val="0070C0"/>
                </a:solidFill>
              </a:rPr>
              <a:t>Anomaly</a:t>
            </a:r>
            <a:r>
              <a:rPr lang="es-ES" dirty="0">
                <a:solidFill>
                  <a:srgbClr val="0070C0"/>
                </a:solidFill>
              </a:rPr>
              <a:t> </a:t>
            </a:r>
            <a:r>
              <a:rPr lang="es-ES" dirty="0" err="1">
                <a:solidFill>
                  <a:srgbClr val="0070C0"/>
                </a:solidFill>
              </a:rPr>
              <a:t>Detection</a:t>
            </a:r>
            <a:endParaRPr lang="es-ES" dirty="0">
              <a:solidFill>
                <a:srgbClr val="0070C0"/>
              </a:solidFill>
            </a:endParaRPr>
          </a:p>
        </p:txBody>
      </p:sp>
      <p:sp>
        <p:nvSpPr>
          <p:cNvPr id="3" name="2 Marcador de contenido"/>
          <p:cNvSpPr>
            <a:spLocks noGrp="1"/>
          </p:cNvSpPr>
          <p:nvPr>
            <p:ph idx="1"/>
          </p:nvPr>
        </p:nvSpPr>
        <p:spPr>
          <a:xfrm>
            <a:off x="448235" y="1417638"/>
            <a:ext cx="11134165" cy="5303838"/>
          </a:xfrm>
        </p:spPr>
        <p:txBody>
          <a:bodyPr>
            <a:normAutofit lnSpcReduction="10000"/>
          </a:bodyPr>
          <a:lstStyle/>
          <a:p>
            <a:pPr algn="l" rtl="0"/>
            <a:r>
              <a:rPr lang="es-ES" sz="2800" b="1" dirty="0" err="1">
                <a:solidFill>
                  <a:srgbClr val="000000"/>
                </a:solidFill>
              </a:rPr>
              <a:t>Clustering</a:t>
            </a:r>
            <a:r>
              <a:rPr lang="es-ES" sz="2800" b="1" dirty="0">
                <a:solidFill>
                  <a:srgbClr val="000000"/>
                </a:solidFill>
              </a:rPr>
              <a:t>:</a:t>
            </a:r>
          </a:p>
          <a:p>
            <a:pPr lvl="1"/>
            <a:r>
              <a:rPr lang="es-ES" sz="2400" dirty="0" err="1">
                <a:solidFill>
                  <a:srgbClr val="000000"/>
                </a:solidFill>
              </a:rPr>
              <a:t>Clustering</a:t>
            </a:r>
            <a:r>
              <a:rPr lang="es-ES" sz="2400" dirty="0">
                <a:solidFill>
                  <a:srgbClr val="000000"/>
                </a:solidFill>
              </a:rPr>
              <a:t> </a:t>
            </a:r>
            <a:r>
              <a:rPr lang="es-ES" sz="2400" dirty="0" err="1">
                <a:solidFill>
                  <a:srgbClr val="000000"/>
                </a:solidFill>
              </a:rPr>
              <a:t>algorithms</a:t>
            </a:r>
            <a:r>
              <a:rPr lang="es-ES" sz="2400" dirty="0">
                <a:solidFill>
                  <a:srgbClr val="000000"/>
                </a:solidFill>
              </a:rPr>
              <a:t> </a:t>
            </a:r>
            <a:r>
              <a:rPr lang="es-ES" sz="2400" dirty="0" err="1">
                <a:solidFill>
                  <a:srgbClr val="000000"/>
                </a:solidFill>
              </a:rPr>
              <a:t>group</a:t>
            </a:r>
            <a:r>
              <a:rPr lang="es-ES" sz="2400" dirty="0">
                <a:solidFill>
                  <a:srgbClr val="000000"/>
                </a:solidFill>
              </a:rPr>
              <a:t> </a:t>
            </a:r>
            <a:r>
              <a:rPr lang="es-ES" sz="2400" dirty="0" err="1">
                <a:solidFill>
                  <a:srgbClr val="000000"/>
                </a:solidFill>
              </a:rPr>
              <a:t>instances</a:t>
            </a:r>
            <a:r>
              <a:rPr lang="es-ES" sz="2400" dirty="0">
                <a:solidFill>
                  <a:srgbClr val="000000"/>
                </a:solidFill>
              </a:rPr>
              <a:t> in a data set </a:t>
            </a:r>
            <a:r>
              <a:rPr lang="es-ES" sz="2400" dirty="0" err="1">
                <a:solidFill>
                  <a:srgbClr val="000000"/>
                </a:solidFill>
              </a:rPr>
              <a:t>based</a:t>
            </a:r>
            <a:r>
              <a:rPr lang="es-ES" sz="2400" dirty="0">
                <a:solidFill>
                  <a:srgbClr val="000000"/>
                </a:solidFill>
              </a:rPr>
              <a:t> </a:t>
            </a:r>
            <a:r>
              <a:rPr lang="es-ES" sz="2400" dirty="0" err="1">
                <a:solidFill>
                  <a:srgbClr val="000000"/>
                </a:solidFill>
              </a:rPr>
              <a:t>on</a:t>
            </a:r>
            <a:r>
              <a:rPr lang="es-ES" sz="2400" dirty="0">
                <a:solidFill>
                  <a:srgbClr val="000000"/>
                </a:solidFill>
              </a:rPr>
              <a:t> </a:t>
            </a:r>
            <a:r>
              <a:rPr lang="es-ES" sz="2400" dirty="0" err="1">
                <a:solidFill>
                  <a:srgbClr val="000000"/>
                </a:solidFill>
              </a:rPr>
              <a:t>similarity</a:t>
            </a:r>
            <a:r>
              <a:rPr lang="es-ES" sz="2400" dirty="0">
                <a:solidFill>
                  <a:srgbClr val="000000"/>
                </a:solidFill>
              </a:rPr>
              <a:t>. In </a:t>
            </a:r>
            <a:r>
              <a:rPr lang="es-ES" sz="2400" dirty="0" err="1">
                <a:solidFill>
                  <a:srgbClr val="000000"/>
                </a:solidFill>
              </a:rPr>
              <a:t>anomaly</a:t>
            </a:r>
            <a:r>
              <a:rPr lang="es-ES" sz="2400" dirty="0">
                <a:solidFill>
                  <a:srgbClr val="000000"/>
                </a:solidFill>
              </a:rPr>
              <a:t> </a:t>
            </a:r>
            <a:r>
              <a:rPr lang="es-ES" sz="2400" dirty="0" err="1">
                <a:solidFill>
                  <a:srgbClr val="000000"/>
                </a:solidFill>
              </a:rPr>
              <a:t>detection</a:t>
            </a:r>
            <a:r>
              <a:rPr lang="es-ES" sz="2400" dirty="0">
                <a:solidFill>
                  <a:srgbClr val="000000"/>
                </a:solidFill>
              </a:rPr>
              <a:t>, </a:t>
            </a:r>
            <a:r>
              <a:rPr lang="es-ES" sz="2400" dirty="0" err="1">
                <a:solidFill>
                  <a:srgbClr val="000000"/>
                </a:solidFill>
              </a:rPr>
              <a:t>the</a:t>
            </a:r>
            <a:r>
              <a:rPr lang="es-ES" sz="2400" dirty="0">
                <a:solidFill>
                  <a:srgbClr val="000000"/>
                </a:solidFill>
              </a:rPr>
              <a:t> idea </a:t>
            </a:r>
            <a:r>
              <a:rPr lang="es-ES" sz="2400" dirty="0" err="1">
                <a:solidFill>
                  <a:srgbClr val="000000"/>
                </a:solidFill>
              </a:rPr>
              <a:t>is</a:t>
            </a:r>
            <a:r>
              <a:rPr lang="es-ES" sz="2400" dirty="0">
                <a:solidFill>
                  <a:srgbClr val="000000"/>
                </a:solidFill>
              </a:rPr>
              <a:t> </a:t>
            </a:r>
            <a:r>
              <a:rPr lang="es-ES" sz="2400" dirty="0" err="1">
                <a:solidFill>
                  <a:srgbClr val="000000"/>
                </a:solidFill>
              </a:rPr>
              <a:t>to</a:t>
            </a:r>
            <a:r>
              <a:rPr lang="es-ES" sz="2400" dirty="0">
                <a:solidFill>
                  <a:srgbClr val="000000"/>
                </a:solidFill>
              </a:rPr>
              <a:t> </a:t>
            </a:r>
            <a:r>
              <a:rPr lang="es-ES" sz="2400" dirty="0" err="1">
                <a:solidFill>
                  <a:srgbClr val="000000"/>
                </a:solidFill>
              </a:rPr>
              <a:t>identify</a:t>
            </a:r>
            <a:r>
              <a:rPr lang="es-ES" sz="2400" dirty="0">
                <a:solidFill>
                  <a:srgbClr val="000000"/>
                </a:solidFill>
              </a:rPr>
              <a:t> </a:t>
            </a:r>
            <a:r>
              <a:rPr lang="es-ES" sz="2400" dirty="0" err="1">
                <a:solidFill>
                  <a:srgbClr val="000000"/>
                </a:solidFill>
              </a:rPr>
              <a:t>instances</a:t>
            </a:r>
            <a:r>
              <a:rPr lang="es-ES" sz="2400" dirty="0">
                <a:solidFill>
                  <a:srgbClr val="000000"/>
                </a:solidFill>
              </a:rPr>
              <a:t> </a:t>
            </a:r>
            <a:r>
              <a:rPr lang="es-ES" sz="2400" dirty="0" err="1">
                <a:solidFill>
                  <a:srgbClr val="000000"/>
                </a:solidFill>
              </a:rPr>
              <a:t>that</a:t>
            </a:r>
            <a:r>
              <a:rPr lang="es-ES" sz="2400" dirty="0">
                <a:solidFill>
                  <a:srgbClr val="000000"/>
                </a:solidFill>
              </a:rPr>
              <a:t> do </a:t>
            </a:r>
            <a:r>
              <a:rPr lang="es-ES" sz="2400" dirty="0" err="1">
                <a:solidFill>
                  <a:srgbClr val="000000"/>
                </a:solidFill>
              </a:rPr>
              <a:t>not</a:t>
            </a:r>
            <a:r>
              <a:rPr lang="es-ES" sz="2400" dirty="0">
                <a:solidFill>
                  <a:srgbClr val="000000"/>
                </a:solidFill>
              </a:rPr>
              <a:t> </a:t>
            </a:r>
            <a:r>
              <a:rPr lang="es-ES" sz="2400" dirty="0" err="1">
                <a:solidFill>
                  <a:srgbClr val="000000"/>
                </a:solidFill>
              </a:rPr>
              <a:t>belong</a:t>
            </a:r>
            <a:r>
              <a:rPr lang="es-ES" sz="2400" dirty="0">
                <a:solidFill>
                  <a:srgbClr val="000000"/>
                </a:solidFill>
              </a:rPr>
              <a:t> </a:t>
            </a:r>
            <a:r>
              <a:rPr lang="es-ES" sz="2400" dirty="0" err="1">
                <a:solidFill>
                  <a:srgbClr val="000000"/>
                </a:solidFill>
              </a:rPr>
              <a:t>to</a:t>
            </a:r>
            <a:r>
              <a:rPr lang="es-ES" sz="2400" dirty="0">
                <a:solidFill>
                  <a:srgbClr val="000000"/>
                </a:solidFill>
              </a:rPr>
              <a:t> </a:t>
            </a:r>
            <a:r>
              <a:rPr lang="es-ES" sz="2400" dirty="0" err="1">
                <a:solidFill>
                  <a:srgbClr val="000000"/>
                </a:solidFill>
              </a:rPr>
              <a:t>any</a:t>
            </a:r>
            <a:r>
              <a:rPr lang="es-ES" sz="2400" dirty="0">
                <a:solidFill>
                  <a:srgbClr val="000000"/>
                </a:solidFill>
              </a:rPr>
              <a:t> </a:t>
            </a:r>
            <a:r>
              <a:rPr lang="es-ES" sz="2400" dirty="0" err="1">
                <a:solidFill>
                  <a:srgbClr val="000000"/>
                </a:solidFill>
              </a:rPr>
              <a:t>of</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clusters</a:t>
            </a:r>
            <a:r>
              <a:rPr lang="es-ES" sz="2400" dirty="0">
                <a:solidFill>
                  <a:srgbClr val="000000"/>
                </a:solidFill>
              </a:rPr>
              <a:t> as </a:t>
            </a:r>
            <a:r>
              <a:rPr lang="es-ES" sz="2400" dirty="0" err="1">
                <a:solidFill>
                  <a:srgbClr val="000000"/>
                </a:solidFill>
              </a:rPr>
              <a:t>anomalies</a:t>
            </a:r>
            <a:r>
              <a:rPr lang="es-ES" sz="2400" dirty="0">
                <a:solidFill>
                  <a:srgbClr val="000000"/>
                </a:solidFill>
              </a:rPr>
              <a:t>. K-</a:t>
            </a:r>
            <a:r>
              <a:rPr lang="es-ES" sz="2400" dirty="0" err="1">
                <a:solidFill>
                  <a:srgbClr val="000000"/>
                </a:solidFill>
              </a:rPr>
              <a:t>means</a:t>
            </a:r>
            <a:r>
              <a:rPr lang="es-ES" sz="2400" dirty="0">
                <a:solidFill>
                  <a:srgbClr val="000000"/>
                </a:solidFill>
              </a:rPr>
              <a:t> </a:t>
            </a:r>
            <a:r>
              <a:rPr lang="es-ES" sz="2400" dirty="0" err="1">
                <a:solidFill>
                  <a:srgbClr val="000000"/>
                </a:solidFill>
              </a:rPr>
              <a:t>is</a:t>
            </a:r>
            <a:r>
              <a:rPr lang="es-ES" sz="2400" dirty="0">
                <a:solidFill>
                  <a:srgbClr val="000000"/>
                </a:solidFill>
              </a:rPr>
              <a:t> a </a:t>
            </a:r>
            <a:r>
              <a:rPr lang="es-ES" sz="2400" dirty="0" err="1">
                <a:solidFill>
                  <a:srgbClr val="000000"/>
                </a:solidFill>
              </a:rPr>
              <a:t>commonly</a:t>
            </a:r>
            <a:r>
              <a:rPr lang="es-ES" sz="2400" dirty="0">
                <a:solidFill>
                  <a:srgbClr val="000000"/>
                </a:solidFill>
              </a:rPr>
              <a:t> </a:t>
            </a:r>
            <a:r>
              <a:rPr lang="es-ES" sz="2400" dirty="0" err="1">
                <a:solidFill>
                  <a:srgbClr val="000000"/>
                </a:solidFill>
              </a:rPr>
              <a:t>used</a:t>
            </a:r>
            <a:r>
              <a:rPr lang="es-ES" sz="2400" dirty="0">
                <a:solidFill>
                  <a:srgbClr val="000000"/>
                </a:solidFill>
              </a:rPr>
              <a:t> </a:t>
            </a:r>
            <a:r>
              <a:rPr lang="es-ES" sz="2400" dirty="0" err="1">
                <a:solidFill>
                  <a:srgbClr val="000000"/>
                </a:solidFill>
              </a:rPr>
              <a:t>clustering</a:t>
            </a:r>
            <a:r>
              <a:rPr lang="es-ES" sz="2400" dirty="0">
                <a:solidFill>
                  <a:srgbClr val="000000"/>
                </a:solidFill>
              </a:rPr>
              <a:t> </a:t>
            </a:r>
            <a:r>
              <a:rPr lang="es-ES" sz="2400" dirty="0" err="1">
                <a:solidFill>
                  <a:srgbClr val="000000"/>
                </a:solidFill>
              </a:rPr>
              <a:t>algorithm</a:t>
            </a:r>
            <a:r>
              <a:rPr lang="es-ES" sz="2400" dirty="0">
                <a:solidFill>
                  <a:srgbClr val="000000"/>
                </a:solidFill>
              </a:rPr>
              <a:t>.</a:t>
            </a:r>
          </a:p>
          <a:p>
            <a:pPr algn="l" rtl="0"/>
            <a:r>
              <a:rPr lang="es-ES" sz="2800" b="1" dirty="0" err="1">
                <a:solidFill>
                  <a:srgbClr val="000000"/>
                </a:solidFill>
              </a:rPr>
              <a:t>Density-based</a:t>
            </a:r>
            <a:r>
              <a:rPr lang="es-ES" sz="2800" b="1" dirty="0">
                <a:solidFill>
                  <a:srgbClr val="000000"/>
                </a:solidFill>
              </a:rPr>
              <a:t> </a:t>
            </a:r>
            <a:r>
              <a:rPr lang="es-ES" sz="2800" b="1" dirty="0" err="1">
                <a:solidFill>
                  <a:srgbClr val="000000"/>
                </a:solidFill>
              </a:rPr>
              <a:t>methods</a:t>
            </a:r>
            <a:r>
              <a:rPr lang="es-ES" sz="2800" b="1" dirty="0">
                <a:solidFill>
                  <a:srgbClr val="000000"/>
                </a:solidFill>
              </a:rPr>
              <a:t>:</a:t>
            </a:r>
          </a:p>
          <a:p>
            <a:pPr lvl="1"/>
            <a:r>
              <a:rPr lang="es-ES" sz="2400" dirty="0" err="1">
                <a:solidFill>
                  <a:srgbClr val="000000"/>
                </a:solidFill>
              </a:rPr>
              <a:t>Density-based</a:t>
            </a:r>
            <a:r>
              <a:rPr lang="es-ES" sz="2400" dirty="0">
                <a:solidFill>
                  <a:srgbClr val="000000"/>
                </a:solidFill>
              </a:rPr>
              <a:t> </a:t>
            </a:r>
            <a:r>
              <a:rPr lang="es-ES" sz="2400" dirty="0" err="1">
                <a:solidFill>
                  <a:srgbClr val="000000"/>
                </a:solidFill>
              </a:rPr>
              <a:t>methods</a:t>
            </a:r>
            <a:r>
              <a:rPr lang="es-ES" sz="2400" dirty="0">
                <a:solidFill>
                  <a:srgbClr val="000000"/>
                </a:solidFill>
              </a:rPr>
              <a:t> </a:t>
            </a:r>
            <a:r>
              <a:rPr lang="es-ES" sz="2400" dirty="0" err="1">
                <a:solidFill>
                  <a:srgbClr val="000000"/>
                </a:solidFill>
              </a:rPr>
              <a:t>rely</a:t>
            </a:r>
            <a:r>
              <a:rPr lang="es-ES" sz="2400" dirty="0">
                <a:solidFill>
                  <a:srgbClr val="000000"/>
                </a:solidFill>
              </a:rPr>
              <a:t> </a:t>
            </a:r>
            <a:r>
              <a:rPr lang="es-ES" sz="2400" dirty="0" err="1">
                <a:solidFill>
                  <a:srgbClr val="000000"/>
                </a:solidFill>
              </a:rPr>
              <a:t>on</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assumption</a:t>
            </a:r>
            <a:r>
              <a:rPr lang="es-ES" sz="2400" dirty="0">
                <a:solidFill>
                  <a:srgbClr val="000000"/>
                </a:solidFill>
              </a:rPr>
              <a:t> </a:t>
            </a:r>
            <a:r>
              <a:rPr lang="es-ES" sz="2400" dirty="0" err="1">
                <a:solidFill>
                  <a:srgbClr val="000000"/>
                </a:solidFill>
              </a:rPr>
              <a:t>that</a:t>
            </a:r>
            <a:r>
              <a:rPr lang="es-ES" sz="2400" dirty="0">
                <a:solidFill>
                  <a:srgbClr val="000000"/>
                </a:solidFill>
              </a:rPr>
              <a:t> normal </a:t>
            </a:r>
            <a:r>
              <a:rPr lang="es-ES" sz="2400" dirty="0" err="1">
                <a:solidFill>
                  <a:srgbClr val="000000"/>
                </a:solidFill>
              </a:rPr>
              <a:t>instances</a:t>
            </a:r>
            <a:r>
              <a:rPr lang="es-ES" sz="2400" dirty="0">
                <a:solidFill>
                  <a:srgbClr val="000000"/>
                </a:solidFill>
              </a:rPr>
              <a:t> in </a:t>
            </a:r>
            <a:r>
              <a:rPr lang="es-ES" sz="2400" dirty="0" err="1">
                <a:solidFill>
                  <a:srgbClr val="000000"/>
                </a:solidFill>
              </a:rPr>
              <a:t>the</a:t>
            </a:r>
            <a:r>
              <a:rPr lang="es-ES" sz="2400" dirty="0">
                <a:solidFill>
                  <a:srgbClr val="000000"/>
                </a:solidFill>
              </a:rPr>
              <a:t> data </a:t>
            </a:r>
            <a:r>
              <a:rPr lang="es-ES" sz="2400" dirty="0" err="1">
                <a:solidFill>
                  <a:srgbClr val="000000"/>
                </a:solidFill>
              </a:rPr>
              <a:t>form</a:t>
            </a:r>
            <a:r>
              <a:rPr lang="es-ES" sz="2400" dirty="0">
                <a:solidFill>
                  <a:srgbClr val="000000"/>
                </a:solidFill>
              </a:rPr>
              <a:t> a dense </a:t>
            </a:r>
            <a:r>
              <a:rPr lang="es-ES" sz="2400" dirty="0" err="1">
                <a:solidFill>
                  <a:srgbClr val="000000"/>
                </a:solidFill>
              </a:rPr>
              <a:t>cluster</a:t>
            </a:r>
            <a:r>
              <a:rPr lang="es-ES" sz="2400" dirty="0">
                <a:solidFill>
                  <a:srgbClr val="000000"/>
                </a:solidFill>
              </a:rPr>
              <a:t>. </a:t>
            </a:r>
            <a:r>
              <a:rPr lang="es-ES" sz="2400" dirty="0" err="1">
                <a:solidFill>
                  <a:srgbClr val="000000"/>
                </a:solidFill>
              </a:rPr>
              <a:t>Anomalies</a:t>
            </a:r>
            <a:r>
              <a:rPr lang="es-ES" sz="2400" dirty="0">
                <a:solidFill>
                  <a:srgbClr val="000000"/>
                </a:solidFill>
              </a:rPr>
              <a:t>, </a:t>
            </a:r>
            <a:r>
              <a:rPr lang="es-ES" sz="2400" dirty="0" err="1">
                <a:solidFill>
                  <a:srgbClr val="000000"/>
                </a:solidFill>
              </a:rPr>
              <a:t>on</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other</a:t>
            </a:r>
            <a:r>
              <a:rPr lang="es-ES" sz="2400" dirty="0">
                <a:solidFill>
                  <a:srgbClr val="000000"/>
                </a:solidFill>
              </a:rPr>
              <a:t> </a:t>
            </a:r>
            <a:r>
              <a:rPr lang="es-ES" sz="2400" dirty="0" err="1">
                <a:solidFill>
                  <a:srgbClr val="000000"/>
                </a:solidFill>
              </a:rPr>
              <a:t>hand</a:t>
            </a:r>
            <a:r>
              <a:rPr lang="es-ES" sz="2400" dirty="0">
                <a:solidFill>
                  <a:srgbClr val="000000"/>
                </a:solidFill>
              </a:rPr>
              <a:t>, are </a:t>
            </a:r>
            <a:r>
              <a:rPr lang="es-ES" sz="2400" dirty="0" err="1">
                <a:solidFill>
                  <a:srgbClr val="000000"/>
                </a:solidFill>
              </a:rPr>
              <a:t>instances</a:t>
            </a:r>
            <a:r>
              <a:rPr lang="es-ES" sz="2400" dirty="0">
                <a:solidFill>
                  <a:srgbClr val="000000"/>
                </a:solidFill>
              </a:rPr>
              <a:t> </a:t>
            </a:r>
            <a:r>
              <a:rPr lang="es-ES" sz="2400" dirty="0" err="1">
                <a:solidFill>
                  <a:srgbClr val="000000"/>
                </a:solidFill>
              </a:rPr>
              <a:t>that</a:t>
            </a:r>
            <a:r>
              <a:rPr lang="es-ES" sz="2400" dirty="0">
                <a:solidFill>
                  <a:srgbClr val="000000"/>
                </a:solidFill>
              </a:rPr>
              <a:t> are </a:t>
            </a:r>
            <a:r>
              <a:rPr lang="es-ES" sz="2400" dirty="0" err="1">
                <a:solidFill>
                  <a:srgbClr val="000000"/>
                </a:solidFill>
              </a:rPr>
              <a:t>far</a:t>
            </a:r>
            <a:r>
              <a:rPr lang="es-ES" sz="2400" dirty="0">
                <a:solidFill>
                  <a:srgbClr val="000000"/>
                </a:solidFill>
              </a:rPr>
              <a:t> </a:t>
            </a:r>
            <a:r>
              <a:rPr lang="es-ES" sz="2400" dirty="0" err="1">
                <a:solidFill>
                  <a:srgbClr val="000000"/>
                </a:solidFill>
              </a:rPr>
              <a:t>away</a:t>
            </a:r>
            <a:r>
              <a:rPr lang="es-ES" sz="2400" dirty="0">
                <a:solidFill>
                  <a:srgbClr val="000000"/>
                </a:solidFill>
              </a:rPr>
              <a:t> </a:t>
            </a:r>
            <a:r>
              <a:rPr lang="es-ES" sz="2400" dirty="0" err="1">
                <a:solidFill>
                  <a:srgbClr val="000000"/>
                </a:solidFill>
              </a:rPr>
              <a:t>from</a:t>
            </a:r>
            <a:r>
              <a:rPr lang="es-ES" sz="2400" dirty="0">
                <a:solidFill>
                  <a:srgbClr val="000000"/>
                </a:solidFill>
              </a:rPr>
              <a:t> </a:t>
            </a:r>
            <a:r>
              <a:rPr lang="es-ES" sz="2400" dirty="0" err="1">
                <a:solidFill>
                  <a:srgbClr val="000000"/>
                </a:solidFill>
              </a:rPr>
              <a:t>the</a:t>
            </a:r>
            <a:r>
              <a:rPr lang="es-ES" sz="2400" dirty="0">
                <a:solidFill>
                  <a:srgbClr val="000000"/>
                </a:solidFill>
              </a:rPr>
              <a:t> dense </a:t>
            </a:r>
            <a:r>
              <a:rPr lang="es-ES" sz="2400" dirty="0" err="1">
                <a:solidFill>
                  <a:srgbClr val="000000"/>
                </a:solidFill>
              </a:rPr>
              <a:t>cluster</a:t>
            </a:r>
            <a:r>
              <a:rPr lang="es-ES" sz="2400" dirty="0">
                <a:solidFill>
                  <a:srgbClr val="000000"/>
                </a:solidFill>
              </a:rPr>
              <a:t>. DBSCAN </a:t>
            </a:r>
            <a:r>
              <a:rPr lang="es-ES" sz="2400" dirty="0" err="1">
                <a:solidFill>
                  <a:srgbClr val="000000"/>
                </a:solidFill>
              </a:rPr>
              <a:t>is</a:t>
            </a:r>
            <a:r>
              <a:rPr lang="es-ES" sz="2400" dirty="0">
                <a:solidFill>
                  <a:srgbClr val="000000"/>
                </a:solidFill>
              </a:rPr>
              <a:t> a popular </a:t>
            </a:r>
            <a:r>
              <a:rPr lang="es-ES" sz="2400" dirty="0" err="1">
                <a:solidFill>
                  <a:srgbClr val="000000"/>
                </a:solidFill>
              </a:rPr>
              <a:t>density-based</a:t>
            </a:r>
            <a:r>
              <a:rPr lang="es-ES" sz="2400" dirty="0">
                <a:solidFill>
                  <a:srgbClr val="000000"/>
                </a:solidFill>
              </a:rPr>
              <a:t> </a:t>
            </a:r>
            <a:r>
              <a:rPr lang="es-ES" sz="2400" dirty="0" err="1">
                <a:solidFill>
                  <a:srgbClr val="000000"/>
                </a:solidFill>
              </a:rPr>
              <a:t>method</a:t>
            </a:r>
            <a:r>
              <a:rPr lang="es-ES" sz="2400" dirty="0">
                <a:solidFill>
                  <a:srgbClr val="000000"/>
                </a:solidFill>
              </a:rPr>
              <a:t>.</a:t>
            </a:r>
          </a:p>
          <a:p>
            <a:pPr algn="l" rtl="0"/>
            <a:r>
              <a:rPr lang="es-ES" sz="2800" b="1" dirty="0" err="1">
                <a:solidFill>
                  <a:srgbClr val="000000"/>
                </a:solidFill>
              </a:rPr>
              <a:t>Statistical</a:t>
            </a:r>
            <a:r>
              <a:rPr lang="es-ES" sz="2800" b="1" dirty="0">
                <a:solidFill>
                  <a:srgbClr val="000000"/>
                </a:solidFill>
              </a:rPr>
              <a:t> </a:t>
            </a:r>
            <a:r>
              <a:rPr lang="es-ES" sz="2800" b="1" dirty="0" err="1">
                <a:solidFill>
                  <a:srgbClr val="000000"/>
                </a:solidFill>
              </a:rPr>
              <a:t>methods</a:t>
            </a:r>
            <a:r>
              <a:rPr lang="es-ES" sz="2800" b="1" dirty="0">
                <a:solidFill>
                  <a:srgbClr val="000000"/>
                </a:solidFill>
              </a:rPr>
              <a:t>:</a:t>
            </a:r>
          </a:p>
          <a:p>
            <a:pPr lvl="1"/>
            <a:r>
              <a:rPr lang="es-ES" sz="2400" dirty="0" err="1">
                <a:solidFill>
                  <a:srgbClr val="000000"/>
                </a:solidFill>
              </a:rPr>
              <a:t>Statistical</a:t>
            </a:r>
            <a:r>
              <a:rPr lang="es-ES" sz="2400" dirty="0">
                <a:solidFill>
                  <a:srgbClr val="000000"/>
                </a:solidFill>
              </a:rPr>
              <a:t> </a:t>
            </a:r>
            <a:r>
              <a:rPr lang="es-ES" sz="2400" dirty="0" err="1">
                <a:solidFill>
                  <a:srgbClr val="000000"/>
                </a:solidFill>
              </a:rPr>
              <a:t>methods</a:t>
            </a:r>
            <a:r>
              <a:rPr lang="es-ES" sz="2400" dirty="0">
                <a:solidFill>
                  <a:srgbClr val="000000"/>
                </a:solidFill>
              </a:rPr>
              <a:t> </a:t>
            </a:r>
            <a:r>
              <a:rPr lang="es-ES" sz="2400" dirty="0" err="1">
                <a:solidFill>
                  <a:srgbClr val="000000"/>
                </a:solidFill>
              </a:rPr>
              <a:t>for</a:t>
            </a:r>
            <a:r>
              <a:rPr lang="es-ES" sz="2400" dirty="0">
                <a:solidFill>
                  <a:srgbClr val="000000"/>
                </a:solidFill>
              </a:rPr>
              <a:t> </a:t>
            </a:r>
            <a:r>
              <a:rPr lang="es-ES" sz="2400" dirty="0" err="1">
                <a:solidFill>
                  <a:srgbClr val="000000"/>
                </a:solidFill>
              </a:rPr>
              <a:t>anomaly</a:t>
            </a:r>
            <a:r>
              <a:rPr lang="es-ES" sz="2400" dirty="0">
                <a:solidFill>
                  <a:srgbClr val="000000"/>
                </a:solidFill>
              </a:rPr>
              <a:t> </a:t>
            </a:r>
            <a:r>
              <a:rPr lang="es-ES" sz="2400" dirty="0" err="1">
                <a:solidFill>
                  <a:srgbClr val="000000"/>
                </a:solidFill>
              </a:rPr>
              <a:t>detection</a:t>
            </a:r>
            <a:r>
              <a:rPr lang="es-ES" sz="2400" dirty="0">
                <a:solidFill>
                  <a:srgbClr val="000000"/>
                </a:solidFill>
              </a:rPr>
              <a:t> are </a:t>
            </a:r>
            <a:r>
              <a:rPr lang="es-ES" sz="2400" dirty="0" err="1">
                <a:solidFill>
                  <a:srgbClr val="000000"/>
                </a:solidFill>
              </a:rPr>
              <a:t>based</a:t>
            </a:r>
            <a:r>
              <a:rPr lang="es-ES" sz="2400" dirty="0">
                <a:solidFill>
                  <a:srgbClr val="000000"/>
                </a:solidFill>
              </a:rPr>
              <a:t> </a:t>
            </a:r>
            <a:r>
              <a:rPr lang="es-ES" sz="2400" dirty="0" err="1">
                <a:solidFill>
                  <a:srgbClr val="000000"/>
                </a:solidFill>
              </a:rPr>
              <a:t>on</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assumption</a:t>
            </a:r>
            <a:r>
              <a:rPr lang="es-ES" sz="2400" dirty="0">
                <a:solidFill>
                  <a:srgbClr val="000000"/>
                </a:solidFill>
              </a:rPr>
              <a:t> </a:t>
            </a:r>
            <a:r>
              <a:rPr lang="es-ES" sz="2400" dirty="0" err="1">
                <a:solidFill>
                  <a:srgbClr val="000000"/>
                </a:solidFill>
              </a:rPr>
              <a:t>that</a:t>
            </a:r>
            <a:r>
              <a:rPr lang="es-ES" sz="2400" dirty="0">
                <a:solidFill>
                  <a:srgbClr val="000000"/>
                </a:solidFill>
              </a:rPr>
              <a:t> normal </a:t>
            </a:r>
            <a:r>
              <a:rPr lang="es-ES" sz="2400" dirty="0" err="1">
                <a:solidFill>
                  <a:srgbClr val="000000"/>
                </a:solidFill>
              </a:rPr>
              <a:t>instances</a:t>
            </a:r>
            <a:r>
              <a:rPr lang="es-ES" sz="2400" dirty="0">
                <a:solidFill>
                  <a:srgbClr val="000000"/>
                </a:solidFill>
              </a:rPr>
              <a:t> in </a:t>
            </a:r>
            <a:r>
              <a:rPr lang="es-ES" sz="2400" dirty="0" err="1">
                <a:solidFill>
                  <a:srgbClr val="000000"/>
                </a:solidFill>
              </a:rPr>
              <a:t>the</a:t>
            </a:r>
            <a:r>
              <a:rPr lang="es-ES" sz="2400" dirty="0">
                <a:solidFill>
                  <a:srgbClr val="000000"/>
                </a:solidFill>
              </a:rPr>
              <a:t> data </a:t>
            </a:r>
            <a:r>
              <a:rPr lang="es-ES" sz="2400" dirty="0" err="1">
                <a:solidFill>
                  <a:srgbClr val="000000"/>
                </a:solidFill>
              </a:rPr>
              <a:t>follow</a:t>
            </a:r>
            <a:r>
              <a:rPr lang="es-ES" sz="2400" dirty="0">
                <a:solidFill>
                  <a:srgbClr val="000000"/>
                </a:solidFill>
              </a:rPr>
              <a:t> a </a:t>
            </a:r>
            <a:r>
              <a:rPr lang="es-ES" sz="2400" dirty="0" err="1">
                <a:solidFill>
                  <a:srgbClr val="000000"/>
                </a:solidFill>
              </a:rPr>
              <a:t>certain</a:t>
            </a:r>
            <a:r>
              <a:rPr lang="es-ES" sz="2400" dirty="0">
                <a:solidFill>
                  <a:srgbClr val="000000"/>
                </a:solidFill>
              </a:rPr>
              <a:t> </a:t>
            </a:r>
            <a:r>
              <a:rPr lang="es-ES" sz="2400" dirty="0" err="1">
                <a:solidFill>
                  <a:srgbClr val="000000"/>
                </a:solidFill>
              </a:rPr>
              <a:t>probability</a:t>
            </a:r>
            <a:r>
              <a:rPr lang="es-ES" sz="2400" dirty="0">
                <a:solidFill>
                  <a:srgbClr val="000000"/>
                </a:solidFill>
              </a:rPr>
              <a:t> </a:t>
            </a:r>
            <a:r>
              <a:rPr lang="es-ES" sz="2400" dirty="0" err="1">
                <a:solidFill>
                  <a:srgbClr val="000000"/>
                </a:solidFill>
              </a:rPr>
              <a:t>distribution</a:t>
            </a:r>
            <a:r>
              <a:rPr lang="es-ES" sz="2400" dirty="0">
                <a:solidFill>
                  <a:srgbClr val="000000"/>
                </a:solidFill>
              </a:rPr>
              <a:t>. </a:t>
            </a:r>
            <a:r>
              <a:rPr lang="es-ES" sz="2400" dirty="0" err="1">
                <a:solidFill>
                  <a:srgbClr val="000000"/>
                </a:solidFill>
              </a:rPr>
              <a:t>Instances</a:t>
            </a:r>
            <a:r>
              <a:rPr lang="es-ES" sz="2400" dirty="0">
                <a:solidFill>
                  <a:srgbClr val="000000"/>
                </a:solidFill>
              </a:rPr>
              <a:t> </a:t>
            </a:r>
            <a:r>
              <a:rPr lang="es-ES" sz="2400" dirty="0" err="1">
                <a:solidFill>
                  <a:srgbClr val="000000"/>
                </a:solidFill>
              </a:rPr>
              <a:t>that</a:t>
            </a:r>
            <a:r>
              <a:rPr lang="es-ES" sz="2400" dirty="0">
                <a:solidFill>
                  <a:srgbClr val="000000"/>
                </a:solidFill>
              </a:rPr>
              <a:t> </a:t>
            </a:r>
            <a:r>
              <a:rPr lang="es-ES" sz="2400" dirty="0" err="1">
                <a:solidFill>
                  <a:srgbClr val="000000"/>
                </a:solidFill>
              </a:rPr>
              <a:t>deviate</a:t>
            </a:r>
            <a:r>
              <a:rPr lang="es-ES" sz="2400" dirty="0">
                <a:solidFill>
                  <a:srgbClr val="000000"/>
                </a:solidFill>
              </a:rPr>
              <a:t> </a:t>
            </a:r>
            <a:r>
              <a:rPr lang="es-ES" sz="2400" dirty="0" err="1">
                <a:solidFill>
                  <a:srgbClr val="000000"/>
                </a:solidFill>
              </a:rPr>
              <a:t>significantly</a:t>
            </a:r>
            <a:r>
              <a:rPr lang="es-ES" sz="2400" dirty="0">
                <a:solidFill>
                  <a:srgbClr val="000000"/>
                </a:solidFill>
              </a:rPr>
              <a:t> </a:t>
            </a:r>
            <a:r>
              <a:rPr lang="es-ES" sz="2400" dirty="0" err="1">
                <a:solidFill>
                  <a:srgbClr val="000000"/>
                </a:solidFill>
              </a:rPr>
              <a:t>from</a:t>
            </a:r>
            <a:r>
              <a:rPr lang="es-ES" sz="2400" dirty="0">
                <a:solidFill>
                  <a:srgbClr val="000000"/>
                </a:solidFill>
              </a:rPr>
              <a:t> </a:t>
            </a:r>
            <a:r>
              <a:rPr lang="es-ES" sz="2400" dirty="0" err="1">
                <a:solidFill>
                  <a:srgbClr val="000000"/>
                </a:solidFill>
              </a:rPr>
              <a:t>this</a:t>
            </a:r>
            <a:r>
              <a:rPr lang="es-ES" sz="2400" dirty="0">
                <a:solidFill>
                  <a:srgbClr val="000000"/>
                </a:solidFill>
              </a:rPr>
              <a:t> </a:t>
            </a:r>
            <a:r>
              <a:rPr lang="es-ES" sz="2400" dirty="0" err="1">
                <a:solidFill>
                  <a:srgbClr val="000000"/>
                </a:solidFill>
              </a:rPr>
              <a:t>distribution</a:t>
            </a:r>
            <a:r>
              <a:rPr lang="es-ES" sz="2400" dirty="0">
                <a:solidFill>
                  <a:srgbClr val="000000"/>
                </a:solidFill>
              </a:rPr>
              <a:t> are </a:t>
            </a:r>
            <a:r>
              <a:rPr lang="es-ES" sz="2400" dirty="0" err="1">
                <a:solidFill>
                  <a:srgbClr val="000000"/>
                </a:solidFill>
              </a:rPr>
              <a:t>considered</a:t>
            </a:r>
            <a:r>
              <a:rPr lang="es-ES" sz="2400" dirty="0">
                <a:solidFill>
                  <a:srgbClr val="000000"/>
                </a:solidFill>
              </a:rPr>
              <a:t> </a:t>
            </a:r>
            <a:r>
              <a:rPr lang="es-ES" sz="2400" dirty="0" err="1">
                <a:solidFill>
                  <a:srgbClr val="000000"/>
                </a:solidFill>
              </a:rPr>
              <a:t>anomalies</a:t>
            </a:r>
            <a:r>
              <a:rPr lang="es-ES" sz="2400" dirty="0">
                <a:solidFill>
                  <a:srgbClr val="000000"/>
                </a:solidFill>
              </a:rPr>
              <a:t>. Z-score and </a:t>
            </a:r>
            <a:r>
              <a:rPr lang="es-ES" sz="2400" dirty="0" err="1">
                <a:solidFill>
                  <a:srgbClr val="000000"/>
                </a:solidFill>
              </a:rPr>
              <a:t>Mahalanobis</a:t>
            </a:r>
            <a:r>
              <a:rPr lang="es-ES" sz="2400" dirty="0">
                <a:solidFill>
                  <a:srgbClr val="000000"/>
                </a:solidFill>
              </a:rPr>
              <a:t> </a:t>
            </a:r>
            <a:r>
              <a:rPr lang="es-ES" sz="2400" dirty="0" err="1">
                <a:solidFill>
                  <a:srgbClr val="000000"/>
                </a:solidFill>
              </a:rPr>
              <a:t>distance</a:t>
            </a:r>
            <a:r>
              <a:rPr lang="es-ES" sz="2400" dirty="0">
                <a:solidFill>
                  <a:srgbClr val="000000"/>
                </a:solidFill>
              </a:rPr>
              <a:t> are </a:t>
            </a:r>
            <a:r>
              <a:rPr lang="es-ES" sz="2400" dirty="0" err="1">
                <a:solidFill>
                  <a:srgbClr val="000000"/>
                </a:solidFill>
              </a:rPr>
              <a:t>two</a:t>
            </a:r>
            <a:r>
              <a:rPr lang="es-ES" sz="2400" dirty="0">
                <a:solidFill>
                  <a:srgbClr val="000000"/>
                </a:solidFill>
              </a:rPr>
              <a:t> </a:t>
            </a:r>
            <a:r>
              <a:rPr lang="es-ES" sz="2400" dirty="0" err="1">
                <a:solidFill>
                  <a:srgbClr val="000000"/>
                </a:solidFill>
              </a:rPr>
              <a:t>commonly</a:t>
            </a:r>
            <a:r>
              <a:rPr lang="es-ES" sz="2400" dirty="0">
                <a:solidFill>
                  <a:srgbClr val="000000"/>
                </a:solidFill>
              </a:rPr>
              <a:t> </a:t>
            </a:r>
            <a:r>
              <a:rPr lang="es-ES" sz="2400" dirty="0" err="1">
                <a:solidFill>
                  <a:srgbClr val="000000"/>
                </a:solidFill>
              </a:rPr>
              <a:t>used</a:t>
            </a:r>
            <a:r>
              <a:rPr lang="es-ES" sz="2400" dirty="0">
                <a:solidFill>
                  <a:srgbClr val="000000"/>
                </a:solidFill>
              </a:rPr>
              <a:t> </a:t>
            </a:r>
            <a:r>
              <a:rPr lang="es-ES" sz="2400" dirty="0" err="1">
                <a:solidFill>
                  <a:srgbClr val="000000"/>
                </a:solidFill>
              </a:rPr>
              <a:t>statistical</a:t>
            </a:r>
            <a:r>
              <a:rPr lang="es-ES" sz="2400" dirty="0">
                <a:solidFill>
                  <a:srgbClr val="000000"/>
                </a:solidFill>
              </a:rPr>
              <a:t> </a:t>
            </a:r>
            <a:r>
              <a:rPr lang="es-ES" sz="2400" dirty="0" err="1">
                <a:solidFill>
                  <a:srgbClr val="000000"/>
                </a:solidFill>
              </a:rPr>
              <a:t>methods</a:t>
            </a:r>
            <a:r>
              <a:rPr lang="es-ES" sz="2400" dirty="0">
                <a:solidFill>
                  <a:srgbClr val="000000"/>
                </a:solidFill>
              </a:rPr>
              <a:t> </a:t>
            </a:r>
            <a:r>
              <a:rPr lang="es-ES" sz="2400" dirty="0" err="1">
                <a:solidFill>
                  <a:srgbClr val="000000"/>
                </a:solidFill>
              </a:rPr>
              <a:t>for</a:t>
            </a:r>
            <a:r>
              <a:rPr lang="es-ES" sz="2400" dirty="0">
                <a:solidFill>
                  <a:srgbClr val="000000"/>
                </a:solidFill>
              </a:rPr>
              <a:t> </a:t>
            </a:r>
            <a:r>
              <a:rPr lang="es-ES" sz="2400" dirty="0" err="1">
                <a:solidFill>
                  <a:srgbClr val="000000"/>
                </a:solidFill>
              </a:rPr>
              <a:t>anomaly</a:t>
            </a:r>
            <a:r>
              <a:rPr lang="es-ES" sz="2400" dirty="0">
                <a:solidFill>
                  <a:srgbClr val="000000"/>
                </a:solidFill>
              </a:rPr>
              <a:t> </a:t>
            </a:r>
            <a:r>
              <a:rPr lang="es-ES" sz="2400" dirty="0" err="1">
                <a:solidFill>
                  <a:srgbClr val="000000"/>
                </a:solidFill>
              </a:rPr>
              <a:t>detection</a:t>
            </a:r>
            <a:r>
              <a:rPr lang="es-ES" sz="2400" dirty="0">
                <a:solidFill>
                  <a:srgbClr val="000000"/>
                </a:solidFill>
              </a:rPr>
              <a:t>.</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13</a:t>
            </a:fld>
            <a:endParaRPr lang="es-ES"/>
          </a:p>
        </p:txBody>
      </p:sp>
    </p:spTree>
    <p:extLst>
      <p:ext uri="{BB962C8B-B14F-4D97-AF65-F5344CB8AC3E}">
        <p14:creationId xmlns:p14="http://schemas.microsoft.com/office/powerpoint/2010/main" val="3858481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6F09-49DD-C9A9-D68E-28650E4D6DDD}"/>
              </a:ext>
            </a:extLst>
          </p:cNvPr>
          <p:cNvSpPr>
            <a:spLocks noGrp="1"/>
          </p:cNvSpPr>
          <p:nvPr>
            <p:ph type="title"/>
          </p:nvPr>
        </p:nvSpPr>
        <p:spPr>
          <a:xfrm>
            <a:off x="3973488" y="138114"/>
            <a:ext cx="7949052" cy="1143000"/>
          </a:xfrm>
        </p:spPr>
        <p:txBody>
          <a:bodyPr>
            <a:noAutofit/>
          </a:bodyPr>
          <a:lstStyle/>
          <a:p>
            <a:r>
              <a:rPr lang="es-ES" sz="3600" dirty="0" err="1">
                <a:solidFill>
                  <a:srgbClr val="0070C0"/>
                </a:solidFill>
              </a:rPr>
              <a:t>Evaluation</a:t>
            </a:r>
            <a:r>
              <a:rPr lang="es-ES" sz="3600" dirty="0">
                <a:solidFill>
                  <a:srgbClr val="0070C0"/>
                </a:solidFill>
              </a:rPr>
              <a:t> </a:t>
            </a:r>
            <a:r>
              <a:rPr lang="es-ES" sz="3600" dirty="0" err="1">
                <a:solidFill>
                  <a:srgbClr val="0070C0"/>
                </a:solidFill>
              </a:rPr>
              <a:t>of</a:t>
            </a:r>
            <a:r>
              <a:rPr lang="es-ES" sz="3600" dirty="0">
                <a:solidFill>
                  <a:srgbClr val="0070C0"/>
                </a:solidFill>
              </a:rPr>
              <a:t> </a:t>
            </a:r>
            <a:r>
              <a:rPr lang="es-ES" sz="3600" dirty="0" err="1">
                <a:solidFill>
                  <a:srgbClr val="0070C0"/>
                </a:solidFill>
              </a:rPr>
              <a:t>Anomaly</a:t>
            </a:r>
            <a:r>
              <a:rPr lang="es-ES" sz="3600" dirty="0">
                <a:solidFill>
                  <a:srgbClr val="0070C0"/>
                </a:solidFill>
              </a:rPr>
              <a:t> </a:t>
            </a:r>
            <a:r>
              <a:rPr lang="es-ES" sz="3600" dirty="0" err="1">
                <a:solidFill>
                  <a:srgbClr val="0070C0"/>
                </a:solidFill>
              </a:rPr>
              <a:t>Detection</a:t>
            </a:r>
            <a:r>
              <a:rPr lang="es-ES" sz="3600" dirty="0">
                <a:solidFill>
                  <a:srgbClr val="0070C0"/>
                </a:solidFill>
              </a:rPr>
              <a:t> </a:t>
            </a:r>
            <a:r>
              <a:rPr lang="es-ES" sz="3600" dirty="0" err="1">
                <a:solidFill>
                  <a:srgbClr val="0070C0"/>
                </a:solidFill>
              </a:rPr>
              <a:t>Techniques</a:t>
            </a:r>
            <a:endParaRPr lang="en-ES" sz="3600" dirty="0"/>
          </a:p>
        </p:txBody>
      </p:sp>
      <p:sp>
        <p:nvSpPr>
          <p:cNvPr id="4" name="Slide Number Placeholder 3">
            <a:extLst>
              <a:ext uri="{FF2B5EF4-FFF2-40B4-BE49-F238E27FC236}">
                <a16:creationId xmlns:a16="http://schemas.microsoft.com/office/drawing/2014/main" id="{4CAFD16A-4715-AF20-04C2-868F384812CD}"/>
              </a:ext>
            </a:extLst>
          </p:cNvPr>
          <p:cNvSpPr>
            <a:spLocks noGrp="1"/>
          </p:cNvSpPr>
          <p:nvPr>
            <p:ph type="sldNum" sz="quarter" idx="12"/>
          </p:nvPr>
        </p:nvSpPr>
        <p:spPr/>
        <p:txBody>
          <a:bodyPr/>
          <a:lstStyle/>
          <a:p>
            <a:fld id="{132FADFE-3B8F-471C-ABF0-DBC7717ECBBC}" type="slidenum">
              <a:rPr lang="es-ES" smtClean="0"/>
              <a:pPr/>
              <a:t>14</a:t>
            </a:fld>
            <a:endParaRPr lang="es-ES"/>
          </a:p>
        </p:txBody>
      </p:sp>
      <p:pic>
        <p:nvPicPr>
          <p:cNvPr id="5" name="Picture 4">
            <a:extLst>
              <a:ext uri="{FF2B5EF4-FFF2-40B4-BE49-F238E27FC236}">
                <a16:creationId xmlns:a16="http://schemas.microsoft.com/office/drawing/2014/main" id="{0C8A6260-323E-A3AB-4E31-08CB5DDEDA7E}"/>
              </a:ext>
            </a:extLst>
          </p:cNvPr>
          <p:cNvPicPr>
            <a:picLocks noChangeAspect="1"/>
          </p:cNvPicPr>
          <p:nvPr/>
        </p:nvPicPr>
        <p:blipFill>
          <a:blip r:embed="rId2"/>
          <a:stretch>
            <a:fillRect/>
          </a:stretch>
        </p:blipFill>
        <p:spPr>
          <a:xfrm>
            <a:off x="0" y="0"/>
            <a:ext cx="3974007" cy="6858000"/>
          </a:xfrm>
          <a:prstGeom prst="rect">
            <a:avLst/>
          </a:prstGeom>
        </p:spPr>
      </p:pic>
      <p:sp>
        <p:nvSpPr>
          <p:cNvPr id="7" name="2 Marcador de contenido">
            <a:extLst>
              <a:ext uri="{FF2B5EF4-FFF2-40B4-BE49-F238E27FC236}">
                <a16:creationId xmlns:a16="http://schemas.microsoft.com/office/drawing/2014/main" id="{F202D607-3C3F-1B14-AD1F-5C0CAC5C08E4}"/>
              </a:ext>
            </a:extLst>
          </p:cNvPr>
          <p:cNvSpPr>
            <a:spLocks noGrp="1"/>
          </p:cNvSpPr>
          <p:nvPr>
            <p:ph idx="1"/>
          </p:nvPr>
        </p:nvSpPr>
        <p:spPr>
          <a:xfrm>
            <a:off x="3974007" y="1281114"/>
            <a:ext cx="7949051" cy="5440362"/>
          </a:xfrm>
        </p:spPr>
        <p:txBody>
          <a:bodyPr>
            <a:normAutofit fontScale="92500" lnSpcReduction="10000"/>
          </a:bodyPr>
          <a:lstStyle/>
          <a:p>
            <a:pPr algn="l" rtl="0"/>
            <a:r>
              <a:rPr lang="es-ES" sz="2800" dirty="0" err="1">
                <a:solidFill>
                  <a:srgbClr val="000000"/>
                </a:solidFill>
              </a:rPr>
              <a:t>Precision</a:t>
            </a:r>
            <a:r>
              <a:rPr lang="es-ES" sz="2800" dirty="0">
                <a:solidFill>
                  <a:srgbClr val="000000"/>
                </a:solidFill>
              </a:rPr>
              <a:t> and </a:t>
            </a:r>
            <a:r>
              <a:rPr lang="es-ES" sz="2800" dirty="0" err="1">
                <a:solidFill>
                  <a:srgbClr val="000000"/>
                </a:solidFill>
              </a:rPr>
              <a:t>Recall</a:t>
            </a:r>
            <a:r>
              <a:rPr lang="es-ES" sz="2800" dirty="0">
                <a:solidFill>
                  <a:srgbClr val="000000"/>
                </a:solidFill>
              </a:rPr>
              <a:t>: </a:t>
            </a:r>
            <a:r>
              <a:rPr lang="es-ES" sz="2800" dirty="0" err="1">
                <a:solidFill>
                  <a:srgbClr val="000000"/>
                </a:solidFill>
              </a:rPr>
              <a:t>metrics</a:t>
            </a:r>
            <a:r>
              <a:rPr lang="es-ES" sz="2800" dirty="0">
                <a:solidFill>
                  <a:srgbClr val="000000"/>
                </a:solidFill>
              </a:rPr>
              <a:t> </a:t>
            </a:r>
            <a:r>
              <a:rPr lang="es-ES" sz="2800" dirty="0" err="1">
                <a:solidFill>
                  <a:srgbClr val="000000"/>
                </a:solidFill>
              </a:rPr>
              <a:t>used</a:t>
            </a:r>
            <a:r>
              <a:rPr lang="es-ES" sz="2800" dirty="0">
                <a:solidFill>
                  <a:srgbClr val="000000"/>
                </a:solidFill>
              </a:rPr>
              <a:t> </a:t>
            </a:r>
            <a:r>
              <a:rPr lang="es-ES" sz="2800" dirty="0" err="1">
                <a:solidFill>
                  <a:srgbClr val="000000"/>
                </a:solidFill>
              </a:rPr>
              <a:t>to</a:t>
            </a:r>
            <a:r>
              <a:rPr lang="es-ES" sz="2800" dirty="0">
                <a:solidFill>
                  <a:srgbClr val="000000"/>
                </a:solidFill>
              </a:rPr>
              <a:t> </a:t>
            </a:r>
            <a:r>
              <a:rPr lang="es-ES" sz="2800" dirty="0" err="1">
                <a:solidFill>
                  <a:srgbClr val="000000"/>
                </a:solidFill>
              </a:rPr>
              <a:t>evaluate</a:t>
            </a:r>
            <a:r>
              <a:rPr lang="es-ES" sz="2800" dirty="0">
                <a:solidFill>
                  <a:srgbClr val="000000"/>
                </a:solidFill>
              </a:rPr>
              <a:t> </a:t>
            </a:r>
            <a:r>
              <a:rPr lang="es-ES" sz="2800" dirty="0" err="1">
                <a:solidFill>
                  <a:srgbClr val="000000"/>
                </a:solidFill>
              </a:rPr>
              <a:t>the</a:t>
            </a:r>
            <a:r>
              <a:rPr lang="es-ES" sz="2800" dirty="0">
                <a:solidFill>
                  <a:srgbClr val="000000"/>
                </a:solidFill>
              </a:rPr>
              <a:t> performance </a:t>
            </a:r>
            <a:r>
              <a:rPr lang="es-ES" sz="2800" dirty="0" err="1">
                <a:solidFill>
                  <a:srgbClr val="000000"/>
                </a:solidFill>
              </a:rPr>
              <a:t>of</a:t>
            </a:r>
            <a:r>
              <a:rPr lang="es-ES" sz="2800" dirty="0">
                <a:solidFill>
                  <a:srgbClr val="000000"/>
                </a:solidFill>
              </a:rPr>
              <a:t> </a:t>
            </a:r>
            <a:r>
              <a:rPr lang="es-ES" sz="2800" dirty="0" err="1">
                <a:solidFill>
                  <a:srgbClr val="000000"/>
                </a:solidFill>
              </a:rPr>
              <a:t>anomaly</a:t>
            </a:r>
            <a:r>
              <a:rPr lang="es-ES" sz="2800" dirty="0">
                <a:solidFill>
                  <a:srgbClr val="000000"/>
                </a:solidFill>
              </a:rPr>
              <a:t> </a:t>
            </a:r>
            <a:r>
              <a:rPr lang="es-ES" sz="2800" dirty="0" err="1">
                <a:solidFill>
                  <a:srgbClr val="000000"/>
                </a:solidFill>
              </a:rPr>
              <a:t>detection</a:t>
            </a:r>
            <a:r>
              <a:rPr lang="es-ES" sz="2800" dirty="0">
                <a:solidFill>
                  <a:srgbClr val="000000"/>
                </a:solidFill>
              </a:rPr>
              <a:t> </a:t>
            </a:r>
            <a:r>
              <a:rPr lang="es-ES" sz="2800" dirty="0" err="1">
                <a:solidFill>
                  <a:srgbClr val="000000"/>
                </a:solidFill>
              </a:rPr>
              <a:t>algorithms</a:t>
            </a:r>
            <a:endParaRPr lang="es-ES" sz="2800" dirty="0">
              <a:solidFill>
                <a:srgbClr val="000000"/>
              </a:solidFill>
            </a:endParaRPr>
          </a:p>
          <a:p>
            <a:pPr lvl="1"/>
            <a:r>
              <a:rPr lang="es-ES" sz="2400" b="1" dirty="0" err="1">
                <a:solidFill>
                  <a:srgbClr val="000000"/>
                </a:solidFill>
              </a:rPr>
              <a:t>Precision</a:t>
            </a:r>
            <a:r>
              <a:rPr lang="es-ES" sz="2400" dirty="0">
                <a:solidFill>
                  <a:srgbClr val="000000"/>
                </a:solidFill>
              </a:rPr>
              <a:t> </a:t>
            </a:r>
            <a:r>
              <a:rPr lang="es-ES" sz="2400" dirty="0" err="1">
                <a:solidFill>
                  <a:srgbClr val="000000"/>
                </a:solidFill>
              </a:rPr>
              <a:t>is</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fraction</a:t>
            </a:r>
            <a:r>
              <a:rPr lang="es-ES" sz="2400" dirty="0">
                <a:solidFill>
                  <a:srgbClr val="000000"/>
                </a:solidFill>
              </a:rPr>
              <a:t> </a:t>
            </a:r>
            <a:r>
              <a:rPr lang="es-ES" sz="2400" dirty="0" err="1">
                <a:solidFill>
                  <a:srgbClr val="000000"/>
                </a:solidFill>
              </a:rPr>
              <a:t>of</a:t>
            </a:r>
            <a:r>
              <a:rPr lang="es-ES" sz="2400" dirty="0">
                <a:solidFill>
                  <a:srgbClr val="000000"/>
                </a:solidFill>
              </a:rPr>
              <a:t> </a:t>
            </a:r>
            <a:r>
              <a:rPr lang="es-ES" sz="2400" dirty="0" err="1">
                <a:solidFill>
                  <a:srgbClr val="000000"/>
                </a:solidFill>
              </a:rPr>
              <a:t>instances</a:t>
            </a:r>
            <a:r>
              <a:rPr lang="es-ES" sz="2400" dirty="0">
                <a:solidFill>
                  <a:srgbClr val="000000"/>
                </a:solidFill>
              </a:rPr>
              <a:t> </a:t>
            </a:r>
            <a:r>
              <a:rPr lang="es-ES" sz="2400" dirty="0" err="1">
                <a:solidFill>
                  <a:srgbClr val="000000"/>
                </a:solidFill>
              </a:rPr>
              <a:t>that</a:t>
            </a:r>
            <a:r>
              <a:rPr lang="es-ES" sz="2400" dirty="0">
                <a:solidFill>
                  <a:srgbClr val="000000"/>
                </a:solidFill>
              </a:rPr>
              <a:t> are </a:t>
            </a:r>
            <a:r>
              <a:rPr lang="es-ES" sz="2400" dirty="0" err="1">
                <a:solidFill>
                  <a:srgbClr val="000000"/>
                </a:solidFill>
              </a:rPr>
              <a:t>correctly</a:t>
            </a:r>
            <a:r>
              <a:rPr lang="es-ES" sz="2400" dirty="0">
                <a:solidFill>
                  <a:srgbClr val="000000"/>
                </a:solidFill>
              </a:rPr>
              <a:t> </a:t>
            </a:r>
            <a:r>
              <a:rPr lang="es-ES" sz="2400" dirty="0" err="1">
                <a:solidFill>
                  <a:srgbClr val="000000"/>
                </a:solidFill>
              </a:rPr>
              <a:t>identified</a:t>
            </a:r>
            <a:r>
              <a:rPr lang="es-ES" sz="2400" dirty="0">
                <a:solidFill>
                  <a:srgbClr val="000000"/>
                </a:solidFill>
              </a:rPr>
              <a:t> as </a:t>
            </a:r>
            <a:r>
              <a:rPr lang="es-ES" sz="2400" dirty="0" err="1">
                <a:solidFill>
                  <a:srgbClr val="000000"/>
                </a:solidFill>
              </a:rPr>
              <a:t>anomalies</a:t>
            </a:r>
            <a:r>
              <a:rPr lang="es-ES" sz="2400" dirty="0">
                <a:solidFill>
                  <a:srgbClr val="000000"/>
                </a:solidFill>
              </a:rPr>
              <a:t> </a:t>
            </a:r>
            <a:r>
              <a:rPr lang="es-ES" sz="2400" dirty="0" err="1">
                <a:solidFill>
                  <a:srgbClr val="000000"/>
                </a:solidFill>
              </a:rPr>
              <a:t>out</a:t>
            </a:r>
            <a:r>
              <a:rPr lang="es-ES" sz="2400" dirty="0">
                <a:solidFill>
                  <a:srgbClr val="000000"/>
                </a:solidFill>
              </a:rPr>
              <a:t> </a:t>
            </a:r>
            <a:r>
              <a:rPr lang="es-ES" sz="2400" dirty="0" err="1">
                <a:solidFill>
                  <a:srgbClr val="000000"/>
                </a:solidFill>
              </a:rPr>
              <a:t>of</a:t>
            </a:r>
            <a:r>
              <a:rPr lang="es-ES" sz="2400" dirty="0">
                <a:solidFill>
                  <a:srgbClr val="000000"/>
                </a:solidFill>
              </a:rPr>
              <a:t> </a:t>
            </a:r>
            <a:r>
              <a:rPr lang="es-ES" sz="2400" dirty="0" err="1">
                <a:solidFill>
                  <a:srgbClr val="000000"/>
                </a:solidFill>
              </a:rPr>
              <a:t>all</a:t>
            </a:r>
            <a:r>
              <a:rPr lang="es-ES" sz="2400" dirty="0">
                <a:solidFill>
                  <a:srgbClr val="000000"/>
                </a:solidFill>
              </a:rPr>
              <a:t> </a:t>
            </a:r>
            <a:r>
              <a:rPr lang="es-ES" sz="2400" dirty="0" err="1">
                <a:solidFill>
                  <a:srgbClr val="000000"/>
                </a:solidFill>
              </a:rPr>
              <a:t>instances</a:t>
            </a:r>
            <a:r>
              <a:rPr lang="es-ES" sz="2400" dirty="0">
                <a:solidFill>
                  <a:srgbClr val="000000"/>
                </a:solidFill>
              </a:rPr>
              <a:t> </a:t>
            </a:r>
            <a:r>
              <a:rPr lang="es-ES" sz="2400" dirty="0" err="1">
                <a:solidFill>
                  <a:srgbClr val="000000"/>
                </a:solidFill>
              </a:rPr>
              <a:t>that</a:t>
            </a:r>
            <a:r>
              <a:rPr lang="es-ES" sz="2400" dirty="0">
                <a:solidFill>
                  <a:srgbClr val="000000"/>
                </a:solidFill>
              </a:rPr>
              <a:t> </a:t>
            </a:r>
            <a:r>
              <a:rPr lang="es-ES" sz="2400" dirty="0" err="1">
                <a:solidFill>
                  <a:srgbClr val="000000"/>
                </a:solidFill>
              </a:rPr>
              <a:t>have</a:t>
            </a:r>
            <a:r>
              <a:rPr lang="es-ES" sz="2400" dirty="0">
                <a:solidFill>
                  <a:srgbClr val="000000"/>
                </a:solidFill>
              </a:rPr>
              <a:t> </a:t>
            </a:r>
            <a:r>
              <a:rPr lang="es-ES" sz="2400" dirty="0" err="1">
                <a:solidFill>
                  <a:srgbClr val="000000"/>
                </a:solidFill>
              </a:rPr>
              <a:t>been</a:t>
            </a:r>
            <a:r>
              <a:rPr lang="es-ES" sz="2400" dirty="0">
                <a:solidFill>
                  <a:srgbClr val="000000"/>
                </a:solidFill>
              </a:rPr>
              <a:t> </a:t>
            </a:r>
            <a:r>
              <a:rPr lang="es-ES" sz="2400" dirty="0" err="1">
                <a:solidFill>
                  <a:srgbClr val="FF0000"/>
                </a:solidFill>
              </a:rPr>
              <a:t>identified</a:t>
            </a:r>
            <a:r>
              <a:rPr lang="es-ES" sz="2400" dirty="0">
                <a:solidFill>
                  <a:srgbClr val="000000"/>
                </a:solidFill>
              </a:rPr>
              <a:t> as </a:t>
            </a:r>
            <a:r>
              <a:rPr lang="es-ES" sz="2400" dirty="0" err="1">
                <a:solidFill>
                  <a:srgbClr val="000000"/>
                </a:solidFill>
              </a:rPr>
              <a:t>anomalies</a:t>
            </a:r>
            <a:r>
              <a:rPr lang="es-ES" sz="2400" dirty="0">
                <a:solidFill>
                  <a:srgbClr val="000000"/>
                </a:solidFill>
              </a:rPr>
              <a:t>.</a:t>
            </a:r>
          </a:p>
          <a:p>
            <a:pPr lvl="1"/>
            <a:r>
              <a:rPr lang="es-ES" sz="2400" b="1" dirty="0" err="1">
                <a:solidFill>
                  <a:srgbClr val="000000"/>
                </a:solidFill>
              </a:rPr>
              <a:t>Recall</a:t>
            </a:r>
            <a:r>
              <a:rPr lang="es-ES" sz="2400" dirty="0">
                <a:solidFill>
                  <a:srgbClr val="000000"/>
                </a:solidFill>
              </a:rPr>
              <a:t>, </a:t>
            </a:r>
            <a:r>
              <a:rPr lang="es-ES" sz="2400" dirty="0" err="1">
                <a:solidFill>
                  <a:srgbClr val="000000"/>
                </a:solidFill>
              </a:rPr>
              <a:t>on</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other</a:t>
            </a:r>
            <a:r>
              <a:rPr lang="es-ES" sz="2400" dirty="0">
                <a:solidFill>
                  <a:srgbClr val="000000"/>
                </a:solidFill>
              </a:rPr>
              <a:t> </a:t>
            </a:r>
            <a:r>
              <a:rPr lang="es-ES" sz="2400" dirty="0" err="1">
                <a:solidFill>
                  <a:srgbClr val="000000"/>
                </a:solidFill>
              </a:rPr>
              <a:t>hand</a:t>
            </a:r>
            <a:r>
              <a:rPr lang="es-ES" sz="2400" dirty="0">
                <a:solidFill>
                  <a:srgbClr val="000000"/>
                </a:solidFill>
              </a:rPr>
              <a:t>, </a:t>
            </a:r>
            <a:r>
              <a:rPr lang="es-ES" sz="2400" dirty="0" err="1">
                <a:solidFill>
                  <a:srgbClr val="000000"/>
                </a:solidFill>
              </a:rPr>
              <a:t>is</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fraction</a:t>
            </a:r>
            <a:r>
              <a:rPr lang="es-ES" sz="2400" dirty="0">
                <a:solidFill>
                  <a:srgbClr val="000000"/>
                </a:solidFill>
              </a:rPr>
              <a:t> </a:t>
            </a:r>
            <a:r>
              <a:rPr lang="es-ES" sz="2400" dirty="0" err="1">
                <a:solidFill>
                  <a:srgbClr val="000000"/>
                </a:solidFill>
              </a:rPr>
              <a:t>of</a:t>
            </a:r>
            <a:r>
              <a:rPr lang="es-ES" sz="2400" dirty="0">
                <a:solidFill>
                  <a:srgbClr val="000000"/>
                </a:solidFill>
              </a:rPr>
              <a:t> </a:t>
            </a:r>
            <a:r>
              <a:rPr lang="es-ES" sz="2400" dirty="0" err="1">
                <a:solidFill>
                  <a:srgbClr val="000000"/>
                </a:solidFill>
              </a:rPr>
              <a:t>instances</a:t>
            </a:r>
            <a:r>
              <a:rPr lang="es-ES" sz="2400" dirty="0">
                <a:solidFill>
                  <a:srgbClr val="000000"/>
                </a:solidFill>
              </a:rPr>
              <a:t> </a:t>
            </a:r>
            <a:r>
              <a:rPr lang="es-ES" sz="2400" dirty="0" err="1">
                <a:solidFill>
                  <a:srgbClr val="000000"/>
                </a:solidFill>
              </a:rPr>
              <a:t>that</a:t>
            </a:r>
            <a:r>
              <a:rPr lang="es-ES" sz="2400" dirty="0">
                <a:solidFill>
                  <a:srgbClr val="000000"/>
                </a:solidFill>
              </a:rPr>
              <a:t> are </a:t>
            </a:r>
            <a:r>
              <a:rPr lang="es-ES" sz="2400" dirty="0" err="1">
                <a:solidFill>
                  <a:srgbClr val="000000"/>
                </a:solidFill>
              </a:rPr>
              <a:t>correctly</a:t>
            </a:r>
            <a:r>
              <a:rPr lang="es-ES" sz="2400" dirty="0">
                <a:solidFill>
                  <a:srgbClr val="000000"/>
                </a:solidFill>
              </a:rPr>
              <a:t> </a:t>
            </a:r>
            <a:r>
              <a:rPr lang="es-ES" sz="2400" dirty="0" err="1">
                <a:solidFill>
                  <a:srgbClr val="000000"/>
                </a:solidFill>
              </a:rPr>
              <a:t>identified</a:t>
            </a:r>
            <a:r>
              <a:rPr lang="es-ES" sz="2400" dirty="0">
                <a:solidFill>
                  <a:srgbClr val="000000"/>
                </a:solidFill>
              </a:rPr>
              <a:t> as </a:t>
            </a:r>
            <a:r>
              <a:rPr lang="es-ES" sz="2400" dirty="0" err="1">
                <a:solidFill>
                  <a:srgbClr val="000000"/>
                </a:solidFill>
              </a:rPr>
              <a:t>anomalies</a:t>
            </a:r>
            <a:r>
              <a:rPr lang="es-ES" sz="2400" dirty="0">
                <a:solidFill>
                  <a:srgbClr val="000000"/>
                </a:solidFill>
              </a:rPr>
              <a:t> </a:t>
            </a:r>
            <a:r>
              <a:rPr lang="es-ES" sz="2400" dirty="0" err="1">
                <a:solidFill>
                  <a:srgbClr val="000000"/>
                </a:solidFill>
              </a:rPr>
              <a:t>out</a:t>
            </a:r>
            <a:r>
              <a:rPr lang="es-ES" sz="2400" dirty="0">
                <a:solidFill>
                  <a:srgbClr val="000000"/>
                </a:solidFill>
              </a:rPr>
              <a:t> </a:t>
            </a:r>
            <a:r>
              <a:rPr lang="es-ES" sz="2400" dirty="0" err="1">
                <a:solidFill>
                  <a:srgbClr val="000000"/>
                </a:solidFill>
              </a:rPr>
              <a:t>of</a:t>
            </a:r>
            <a:r>
              <a:rPr lang="es-ES" sz="2400" dirty="0">
                <a:solidFill>
                  <a:srgbClr val="000000"/>
                </a:solidFill>
              </a:rPr>
              <a:t> </a:t>
            </a:r>
            <a:r>
              <a:rPr lang="es-ES" sz="2400" dirty="0" err="1">
                <a:solidFill>
                  <a:srgbClr val="000000"/>
                </a:solidFill>
              </a:rPr>
              <a:t>all</a:t>
            </a:r>
            <a:r>
              <a:rPr lang="es-ES" sz="2400" dirty="0">
                <a:solidFill>
                  <a:srgbClr val="000000"/>
                </a:solidFill>
              </a:rPr>
              <a:t> </a:t>
            </a:r>
            <a:r>
              <a:rPr lang="es-ES" sz="2400" dirty="0" err="1">
                <a:solidFill>
                  <a:srgbClr val="000000"/>
                </a:solidFill>
              </a:rPr>
              <a:t>instances</a:t>
            </a:r>
            <a:r>
              <a:rPr lang="es-ES" sz="2400" dirty="0">
                <a:solidFill>
                  <a:srgbClr val="000000"/>
                </a:solidFill>
              </a:rPr>
              <a:t> </a:t>
            </a:r>
            <a:r>
              <a:rPr lang="es-ES" sz="2400" dirty="0" err="1">
                <a:solidFill>
                  <a:srgbClr val="000000"/>
                </a:solidFill>
              </a:rPr>
              <a:t>that</a:t>
            </a:r>
            <a:r>
              <a:rPr lang="es-ES" sz="2400" dirty="0">
                <a:solidFill>
                  <a:srgbClr val="000000"/>
                </a:solidFill>
              </a:rPr>
              <a:t> are </a:t>
            </a:r>
            <a:r>
              <a:rPr lang="es-ES" sz="2400" dirty="0" err="1">
                <a:solidFill>
                  <a:srgbClr val="000000"/>
                </a:solidFill>
              </a:rPr>
              <a:t>actually</a:t>
            </a:r>
            <a:r>
              <a:rPr lang="es-ES" sz="2400" dirty="0">
                <a:solidFill>
                  <a:srgbClr val="000000"/>
                </a:solidFill>
              </a:rPr>
              <a:t> </a:t>
            </a:r>
            <a:r>
              <a:rPr lang="es-ES" sz="2400" dirty="0" err="1">
                <a:solidFill>
                  <a:srgbClr val="000000"/>
                </a:solidFill>
              </a:rPr>
              <a:t>anomalies</a:t>
            </a:r>
            <a:r>
              <a:rPr lang="es-ES" sz="2400" dirty="0">
                <a:solidFill>
                  <a:srgbClr val="000000"/>
                </a:solidFill>
              </a:rPr>
              <a:t>. </a:t>
            </a:r>
            <a:endParaRPr lang="es-ES" sz="2800" dirty="0">
              <a:solidFill>
                <a:srgbClr val="000000"/>
              </a:solidFill>
            </a:endParaRPr>
          </a:p>
          <a:p>
            <a:r>
              <a:rPr lang="es-ES" sz="2800" dirty="0" err="1">
                <a:solidFill>
                  <a:srgbClr val="000000"/>
                </a:solidFill>
              </a:rPr>
              <a:t>Precision</a:t>
            </a:r>
            <a:r>
              <a:rPr lang="es-ES" sz="2800" dirty="0">
                <a:solidFill>
                  <a:srgbClr val="000000"/>
                </a:solidFill>
              </a:rPr>
              <a:t> and </a:t>
            </a:r>
            <a:r>
              <a:rPr lang="es-ES" sz="2800" dirty="0" err="1">
                <a:solidFill>
                  <a:srgbClr val="000000"/>
                </a:solidFill>
              </a:rPr>
              <a:t>recall</a:t>
            </a:r>
            <a:r>
              <a:rPr lang="es-ES" sz="2800" dirty="0">
                <a:solidFill>
                  <a:srgbClr val="000000"/>
                </a:solidFill>
              </a:rPr>
              <a:t> are </a:t>
            </a:r>
            <a:r>
              <a:rPr lang="es-ES" sz="2800" dirty="0" err="1">
                <a:solidFill>
                  <a:srgbClr val="000000"/>
                </a:solidFill>
              </a:rPr>
              <a:t>related</a:t>
            </a:r>
            <a:r>
              <a:rPr lang="es-ES" sz="2800" dirty="0">
                <a:solidFill>
                  <a:srgbClr val="000000"/>
                </a:solidFill>
              </a:rPr>
              <a:t> </a:t>
            </a:r>
            <a:r>
              <a:rPr lang="es-ES" sz="2800" dirty="0" err="1">
                <a:solidFill>
                  <a:srgbClr val="000000"/>
                </a:solidFill>
              </a:rPr>
              <a:t>metrics</a:t>
            </a:r>
            <a:r>
              <a:rPr lang="es-ES" sz="2800" dirty="0">
                <a:solidFill>
                  <a:srgbClr val="000000"/>
                </a:solidFill>
              </a:rPr>
              <a:t> and a </a:t>
            </a:r>
            <a:r>
              <a:rPr lang="es-ES" sz="2800" dirty="0" err="1">
                <a:solidFill>
                  <a:srgbClr val="000000"/>
                </a:solidFill>
              </a:rPr>
              <a:t>trade</a:t>
            </a:r>
            <a:r>
              <a:rPr lang="es-ES" sz="2800" dirty="0">
                <a:solidFill>
                  <a:srgbClr val="000000"/>
                </a:solidFill>
              </a:rPr>
              <a:t>-off </a:t>
            </a:r>
            <a:r>
              <a:rPr lang="es-ES" sz="2800" dirty="0" err="1">
                <a:solidFill>
                  <a:srgbClr val="000000"/>
                </a:solidFill>
              </a:rPr>
              <a:t>exists</a:t>
            </a:r>
            <a:r>
              <a:rPr lang="es-ES" sz="2800" dirty="0">
                <a:solidFill>
                  <a:srgbClr val="000000"/>
                </a:solidFill>
              </a:rPr>
              <a:t> </a:t>
            </a:r>
            <a:r>
              <a:rPr lang="es-ES" sz="2800" dirty="0" err="1">
                <a:solidFill>
                  <a:srgbClr val="000000"/>
                </a:solidFill>
              </a:rPr>
              <a:t>between</a:t>
            </a:r>
            <a:r>
              <a:rPr lang="es-ES" sz="2800" dirty="0">
                <a:solidFill>
                  <a:srgbClr val="000000"/>
                </a:solidFill>
              </a:rPr>
              <a:t> </a:t>
            </a:r>
            <a:r>
              <a:rPr lang="es-ES" sz="2800" dirty="0" err="1">
                <a:solidFill>
                  <a:srgbClr val="000000"/>
                </a:solidFill>
              </a:rPr>
              <a:t>the</a:t>
            </a:r>
            <a:r>
              <a:rPr lang="es-ES" sz="2800" dirty="0">
                <a:solidFill>
                  <a:srgbClr val="000000"/>
                </a:solidFill>
              </a:rPr>
              <a:t> </a:t>
            </a:r>
            <a:r>
              <a:rPr lang="es-ES" sz="2800" dirty="0" err="1">
                <a:solidFill>
                  <a:srgbClr val="000000"/>
                </a:solidFill>
              </a:rPr>
              <a:t>two</a:t>
            </a:r>
            <a:r>
              <a:rPr lang="es-ES" sz="2800" dirty="0">
                <a:solidFill>
                  <a:srgbClr val="000000"/>
                </a:solidFill>
              </a:rPr>
              <a:t>.</a:t>
            </a:r>
          </a:p>
          <a:p>
            <a:pPr lvl="1"/>
            <a:r>
              <a:rPr lang="es-ES" sz="2400" b="1" dirty="0">
                <a:solidFill>
                  <a:srgbClr val="000000"/>
                </a:solidFill>
              </a:rPr>
              <a:t>High </a:t>
            </a:r>
            <a:r>
              <a:rPr lang="es-ES" sz="2400" b="1" dirty="0" err="1">
                <a:solidFill>
                  <a:srgbClr val="000000"/>
                </a:solidFill>
              </a:rPr>
              <a:t>precision</a:t>
            </a:r>
            <a:r>
              <a:rPr lang="es-ES" sz="2400" b="1" dirty="0">
                <a:solidFill>
                  <a:srgbClr val="000000"/>
                </a:solidFill>
              </a:rPr>
              <a:t> </a:t>
            </a:r>
            <a:r>
              <a:rPr lang="es-ES" sz="2400" dirty="0" err="1">
                <a:solidFill>
                  <a:srgbClr val="000000"/>
                </a:solidFill>
              </a:rPr>
              <a:t>means</a:t>
            </a:r>
            <a:r>
              <a:rPr lang="es-ES" sz="2400" dirty="0">
                <a:solidFill>
                  <a:srgbClr val="000000"/>
                </a:solidFill>
              </a:rPr>
              <a:t> </a:t>
            </a:r>
            <a:r>
              <a:rPr lang="es-ES" sz="2400" dirty="0" err="1">
                <a:solidFill>
                  <a:srgbClr val="000000"/>
                </a:solidFill>
              </a:rPr>
              <a:t>that</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algorithm</a:t>
            </a:r>
            <a:r>
              <a:rPr lang="es-ES" sz="2400" dirty="0">
                <a:solidFill>
                  <a:srgbClr val="000000"/>
                </a:solidFill>
              </a:rPr>
              <a:t> </a:t>
            </a:r>
            <a:r>
              <a:rPr lang="es-ES" sz="2400" dirty="0" err="1">
                <a:solidFill>
                  <a:srgbClr val="000000"/>
                </a:solidFill>
              </a:rPr>
              <a:t>is</a:t>
            </a:r>
            <a:r>
              <a:rPr lang="es-ES" sz="2400" dirty="0">
                <a:solidFill>
                  <a:srgbClr val="000000"/>
                </a:solidFill>
              </a:rPr>
              <a:t> </a:t>
            </a:r>
            <a:r>
              <a:rPr lang="es-ES" sz="2400" dirty="0" err="1">
                <a:solidFill>
                  <a:srgbClr val="000000"/>
                </a:solidFill>
              </a:rPr>
              <a:t>able</a:t>
            </a:r>
            <a:r>
              <a:rPr lang="es-ES" sz="2400" dirty="0">
                <a:solidFill>
                  <a:srgbClr val="000000"/>
                </a:solidFill>
              </a:rPr>
              <a:t> </a:t>
            </a:r>
            <a:r>
              <a:rPr lang="es-ES" sz="2400" dirty="0" err="1">
                <a:solidFill>
                  <a:srgbClr val="000000"/>
                </a:solidFill>
              </a:rPr>
              <a:t>to</a:t>
            </a:r>
            <a:r>
              <a:rPr lang="es-ES" sz="2400" dirty="0">
                <a:solidFill>
                  <a:srgbClr val="000000"/>
                </a:solidFill>
              </a:rPr>
              <a:t> </a:t>
            </a:r>
            <a:r>
              <a:rPr lang="es-ES" sz="2400" dirty="0" err="1">
                <a:solidFill>
                  <a:srgbClr val="000000"/>
                </a:solidFill>
              </a:rPr>
              <a:t>identify</a:t>
            </a:r>
            <a:r>
              <a:rPr lang="es-ES" sz="2400" dirty="0">
                <a:solidFill>
                  <a:srgbClr val="000000"/>
                </a:solidFill>
              </a:rPr>
              <a:t> </a:t>
            </a:r>
            <a:r>
              <a:rPr lang="es-ES" sz="2400" dirty="0" err="1">
                <a:solidFill>
                  <a:srgbClr val="000000"/>
                </a:solidFill>
              </a:rPr>
              <a:t>fewer</a:t>
            </a:r>
            <a:r>
              <a:rPr lang="es-ES" sz="2400" dirty="0">
                <a:solidFill>
                  <a:srgbClr val="000000"/>
                </a:solidFill>
              </a:rPr>
              <a:t> false positives (</a:t>
            </a:r>
            <a:r>
              <a:rPr lang="es-ES" sz="2400" dirty="0" err="1">
                <a:solidFill>
                  <a:srgbClr val="000000"/>
                </a:solidFill>
              </a:rPr>
              <a:t>instances</a:t>
            </a:r>
            <a:r>
              <a:rPr lang="es-ES" sz="2400" dirty="0">
                <a:solidFill>
                  <a:srgbClr val="000000"/>
                </a:solidFill>
              </a:rPr>
              <a:t> </a:t>
            </a:r>
            <a:r>
              <a:rPr lang="es-ES" sz="2400" dirty="0" err="1">
                <a:solidFill>
                  <a:srgbClr val="000000"/>
                </a:solidFill>
              </a:rPr>
              <a:t>that</a:t>
            </a:r>
            <a:r>
              <a:rPr lang="es-ES" sz="2400" dirty="0">
                <a:solidFill>
                  <a:srgbClr val="000000"/>
                </a:solidFill>
              </a:rPr>
              <a:t> are </a:t>
            </a:r>
            <a:r>
              <a:rPr lang="es-ES" sz="2400" dirty="0" err="1">
                <a:solidFill>
                  <a:srgbClr val="000000"/>
                </a:solidFill>
              </a:rPr>
              <a:t>not</a:t>
            </a:r>
            <a:r>
              <a:rPr lang="es-ES" sz="2400" dirty="0">
                <a:solidFill>
                  <a:srgbClr val="000000"/>
                </a:solidFill>
              </a:rPr>
              <a:t> </a:t>
            </a:r>
            <a:r>
              <a:rPr lang="es-ES" sz="2400" dirty="0" err="1">
                <a:solidFill>
                  <a:srgbClr val="000000"/>
                </a:solidFill>
              </a:rPr>
              <a:t>actually</a:t>
            </a:r>
            <a:r>
              <a:rPr lang="es-ES" sz="2400" dirty="0">
                <a:solidFill>
                  <a:srgbClr val="000000"/>
                </a:solidFill>
              </a:rPr>
              <a:t> </a:t>
            </a:r>
            <a:r>
              <a:rPr lang="es-ES" sz="2400" dirty="0" err="1">
                <a:solidFill>
                  <a:srgbClr val="000000"/>
                </a:solidFill>
              </a:rPr>
              <a:t>anomalies</a:t>
            </a:r>
            <a:r>
              <a:rPr lang="es-ES" sz="2400" dirty="0">
                <a:solidFill>
                  <a:srgbClr val="000000"/>
                </a:solidFill>
              </a:rPr>
              <a:t> </a:t>
            </a:r>
            <a:r>
              <a:rPr lang="es-ES" sz="2400" dirty="0" err="1">
                <a:solidFill>
                  <a:srgbClr val="000000"/>
                </a:solidFill>
              </a:rPr>
              <a:t>but</a:t>
            </a:r>
            <a:r>
              <a:rPr lang="es-ES" sz="2400" dirty="0">
                <a:solidFill>
                  <a:srgbClr val="000000"/>
                </a:solidFill>
              </a:rPr>
              <a:t> are </a:t>
            </a:r>
            <a:r>
              <a:rPr lang="es-ES" sz="2400" dirty="0" err="1">
                <a:solidFill>
                  <a:srgbClr val="000000"/>
                </a:solidFill>
              </a:rPr>
              <a:t>identified</a:t>
            </a:r>
            <a:r>
              <a:rPr lang="es-ES" sz="2400" dirty="0">
                <a:solidFill>
                  <a:srgbClr val="000000"/>
                </a:solidFill>
              </a:rPr>
              <a:t> as </a:t>
            </a:r>
            <a:r>
              <a:rPr lang="es-ES" sz="2400" dirty="0" err="1">
                <a:solidFill>
                  <a:srgbClr val="000000"/>
                </a:solidFill>
              </a:rPr>
              <a:t>such</a:t>
            </a:r>
            <a:r>
              <a:rPr lang="es-ES" sz="2400" dirty="0">
                <a:solidFill>
                  <a:srgbClr val="000000"/>
                </a:solidFill>
              </a:rPr>
              <a:t>)</a:t>
            </a:r>
          </a:p>
          <a:p>
            <a:pPr lvl="1"/>
            <a:r>
              <a:rPr lang="es-ES" sz="2400" b="1" dirty="0">
                <a:solidFill>
                  <a:srgbClr val="000000"/>
                </a:solidFill>
              </a:rPr>
              <a:t>High </a:t>
            </a:r>
            <a:r>
              <a:rPr lang="es-ES" sz="2400" b="1" dirty="0" err="1">
                <a:solidFill>
                  <a:srgbClr val="000000"/>
                </a:solidFill>
              </a:rPr>
              <a:t>recall</a:t>
            </a:r>
            <a:r>
              <a:rPr lang="es-ES" sz="2400" b="1" dirty="0">
                <a:solidFill>
                  <a:srgbClr val="000000"/>
                </a:solidFill>
              </a:rPr>
              <a:t> </a:t>
            </a:r>
            <a:r>
              <a:rPr lang="es-ES" sz="2400" dirty="0" err="1">
                <a:solidFill>
                  <a:srgbClr val="000000"/>
                </a:solidFill>
              </a:rPr>
              <a:t>means</a:t>
            </a:r>
            <a:r>
              <a:rPr lang="es-ES" sz="2400" dirty="0">
                <a:solidFill>
                  <a:srgbClr val="000000"/>
                </a:solidFill>
              </a:rPr>
              <a:t> </a:t>
            </a:r>
            <a:r>
              <a:rPr lang="es-ES" sz="2400" dirty="0" err="1">
                <a:solidFill>
                  <a:srgbClr val="000000"/>
                </a:solidFill>
              </a:rPr>
              <a:t>that</a:t>
            </a:r>
            <a:r>
              <a:rPr lang="es-ES" sz="2400" dirty="0">
                <a:solidFill>
                  <a:srgbClr val="000000"/>
                </a:solidFill>
              </a:rPr>
              <a:t> </a:t>
            </a:r>
            <a:r>
              <a:rPr lang="es-ES" sz="2400" dirty="0" err="1">
                <a:solidFill>
                  <a:srgbClr val="000000"/>
                </a:solidFill>
              </a:rPr>
              <a:t>the</a:t>
            </a:r>
            <a:r>
              <a:rPr lang="es-ES" sz="2400" dirty="0">
                <a:solidFill>
                  <a:srgbClr val="000000"/>
                </a:solidFill>
              </a:rPr>
              <a:t> </a:t>
            </a:r>
            <a:r>
              <a:rPr lang="es-ES" sz="2400" dirty="0" err="1">
                <a:solidFill>
                  <a:srgbClr val="000000"/>
                </a:solidFill>
              </a:rPr>
              <a:t>algorithm</a:t>
            </a:r>
            <a:r>
              <a:rPr lang="es-ES" sz="2400" dirty="0">
                <a:solidFill>
                  <a:srgbClr val="000000"/>
                </a:solidFill>
              </a:rPr>
              <a:t> </a:t>
            </a:r>
            <a:r>
              <a:rPr lang="es-ES" sz="2400" dirty="0" err="1">
                <a:solidFill>
                  <a:srgbClr val="000000"/>
                </a:solidFill>
              </a:rPr>
              <a:t>is</a:t>
            </a:r>
            <a:r>
              <a:rPr lang="es-ES" sz="2400" dirty="0">
                <a:solidFill>
                  <a:srgbClr val="000000"/>
                </a:solidFill>
              </a:rPr>
              <a:t> </a:t>
            </a:r>
            <a:r>
              <a:rPr lang="es-ES" sz="2400" dirty="0" err="1">
                <a:solidFill>
                  <a:srgbClr val="000000"/>
                </a:solidFill>
              </a:rPr>
              <a:t>able</a:t>
            </a:r>
            <a:r>
              <a:rPr lang="es-ES" sz="2400" dirty="0">
                <a:solidFill>
                  <a:srgbClr val="000000"/>
                </a:solidFill>
              </a:rPr>
              <a:t> </a:t>
            </a:r>
            <a:r>
              <a:rPr lang="es-ES" sz="2400" dirty="0" err="1">
                <a:solidFill>
                  <a:srgbClr val="000000"/>
                </a:solidFill>
              </a:rPr>
              <a:t>to</a:t>
            </a:r>
            <a:r>
              <a:rPr lang="es-ES" sz="2400" dirty="0">
                <a:solidFill>
                  <a:srgbClr val="000000"/>
                </a:solidFill>
              </a:rPr>
              <a:t> </a:t>
            </a:r>
            <a:r>
              <a:rPr lang="es-ES" sz="2400" dirty="0" err="1">
                <a:solidFill>
                  <a:srgbClr val="000000"/>
                </a:solidFill>
              </a:rPr>
              <a:t>identify</a:t>
            </a:r>
            <a:r>
              <a:rPr lang="es-ES" sz="2400" dirty="0">
                <a:solidFill>
                  <a:srgbClr val="000000"/>
                </a:solidFill>
              </a:rPr>
              <a:t> more </a:t>
            </a:r>
            <a:r>
              <a:rPr lang="es-ES" sz="2400" dirty="0" err="1">
                <a:solidFill>
                  <a:srgbClr val="000000"/>
                </a:solidFill>
              </a:rPr>
              <a:t>of</a:t>
            </a:r>
            <a:r>
              <a:rPr lang="es-ES" sz="2400" dirty="0">
                <a:solidFill>
                  <a:srgbClr val="000000"/>
                </a:solidFill>
              </a:rPr>
              <a:t> </a:t>
            </a:r>
            <a:r>
              <a:rPr lang="es-ES" sz="2400" dirty="0" err="1">
                <a:solidFill>
                  <a:srgbClr val="000000"/>
                </a:solidFill>
              </a:rPr>
              <a:t>the</a:t>
            </a:r>
            <a:r>
              <a:rPr lang="es-ES" sz="2400" dirty="0">
                <a:solidFill>
                  <a:srgbClr val="000000"/>
                </a:solidFill>
              </a:rPr>
              <a:t> actual </a:t>
            </a:r>
            <a:r>
              <a:rPr lang="es-ES" sz="2400" dirty="0" err="1">
                <a:solidFill>
                  <a:srgbClr val="000000"/>
                </a:solidFill>
              </a:rPr>
              <a:t>anomalies</a:t>
            </a:r>
            <a:r>
              <a:rPr lang="es-ES" sz="2400" dirty="0">
                <a:solidFill>
                  <a:srgbClr val="000000"/>
                </a:solidFill>
              </a:rPr>
              <a:t>.</a:t>
            </a:r>
          </a:p>
          <a:p>
            <a:pPr marL="0" indent="0">
              <a:buNone/>
            </a:pPr>
            <a:endParaRPr lang="en-US" sz="2800" dirty="0"/>
          </a:p>
        </p:txBody>
      </p:sp>
    </p:spTree>
    <p:extLst>
      <p:ext uri="{BB962C8B-B14F-4D97-AF65-F5344CB8AC3E}">
        <p14:creationId xmlns:p14="http://schemas.microsoft.com/office/powerpoint/2010/main" val="83143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Evaluation</a:t>
            </a:r>
            <a:r>
              <a:rPr lang="es-ES" dirty="0">
                <a:solidFill>
                  <a:srgbClr val="0070C0"/>
                </a:solidFill>
              </a:rPr>
              <a:t> </a:t>
            </a:r>
            <a:r>
              <a:rPr lang="es-ES" dirty="0" err="1">
                <a:solidFill>
                  <a:srgbClr val="0070C0"/>
                </a:solidFill>
              </a:rPr>
              <a:t>Anomaly</a:t>
            </a:r>
            <a:r>
              <a:rPr lang="es-ES" dirty="0">
                <a:solidFill>
                  <a:srgbClr val="0070C0"/>
                </a:solidFill>
              </a:rPr>
              <a:t> </a:t>
            </a:r>
            <a:r>
              <a:rPr lang="es-ES" dirty="0" err="1">
                <a:solidFill>
                  <a:srgbClr val="0070C0"/>
                </a:solidFill>
              </a:rPr>
              <a:t>Detection</a:t>
            </a:r>
            <a:r>
              <a:rPr lang="es-ES" dirty="0">
                <a:solidFill>
                  <a:srgbClr val="0070C0"/>
                </a:solidFill>
              </a:rPr>
              <a:t> </a:t>
            </a:r>
            <a:r>
              <a:rPr lang="es-ES" dirty="0" err="1">
                <a:solidFill>
                  <a:srgbClr val="0070C0"/>
                </a:solidFill>
              </a:rPr>
              <a:t>Techniques</a:t>
            </a:r>
            <a:endParaRPr lang="es-ES" dirty="0">
              <a:solidFill>
                <a:srgbClr val="0070C0"/>
              </a:solidFill>
            </a:endParaRPr>
          </a:p>
        </p:txBody>
      </p:sp>
      <p:sp>
        <p:nvSpPr>
          <p:cNvPr id="3" name="2 Marcador de contenido"/>
          <p:cNvSpPr>
            <a:spLocks noGrp="1"/>
          </p:cNvSpPr>
          <p:nvPr>
            <p:ph idx="1"/>
          </p:nvPr>
        </p:nvSpPr>
        <p:spPr>
          <a:xfrm>
            <a:off x="358587" y="1600201"/>
            <a:ext cx="11367247" cy="4567517"/>
          </a:xfrm>
        </p:spPr>
        <p:txBody>
          <a:bodyPr>
            <a:normAutofit fontScale="92500"/>
          </a:bodyPr>
          <a:lstStyle/>
          <a:p>
            <a:pPr algn="l" rtl="0"/>
            <a:endParaRPr lang="es-ES" sz="2800" dirty="0">
              <a:solidFill>
                <a:srgbClr val="000000"/>
              </a:solidFill>
            </a:endParaRPr>
          </a:p>
          <a:p>
            <a:pPr algn="l" rtl="0"/>
            <a:r>
              <a:rPr lang="es-ES" sz="3600" dirty="0" err="1">
                <a:solidFill>
                  <a:srgbClr val="000000"/>
                </a:solidFill>
              </a:rPr>
              <a:t>Accuracy</a:t>
            </a:r>
            <a:endParaRPr lang="es-ES" sz="3600" dirty="0">
              <a:solidFill>
                <a:srgbClr val="000000"/>
              </a:solidFill>
            </a:endParaRPr>
          </a:p>
          <a:p>
            <a:pPr lvl="1"/>
            <a:r>
              <a:rPr lang="es-ES" dirty="0" err="1">
                <a:solidFill>
                  <a:srgbClr val="000000"/>
                </a:solidFill>
              </a:rPr>
              <a:t>Accuracy</a:t>
            </a:r>
            <a:r>
              <a:rPr lang="es-ES" dirty="0">
                <a:solidFill>
                  <a:srgbClr val="000000"/>
                </a:solidFill>
              </a:rPr>
              <a:t> </a:t>
            </a:r>
            <a:r>
              <a:rPr lang="es-ES" dirty="0" err="1">
                <a:solidFill>
                  <a:srgbClr val="000000"/>
                </a:solidFill>
              </a:rPr>
              <a:t>is</a:t>
            </a:r>
            <a:r>
              <a:rPr lang="es-ES" dirty="0">
                <a:solidFill>
                  <a:srgbClr val="000000"/>
                </a:solidFill>
              </a:rPr>
              <a:t> a </a:t>
            </a:r>
            <a:r>
              <a:rPr lang="es-ES" dirty="0" err="1">
                <a:solidFill>
                  <a:srgbClr val="000000"/>
                </a:solidFill>
              </a:rPr>
              <a:t>commonly</a:t>
            </a:r>
            <a:r>
              <a:rPr lang="es-ES" dirty="0">
                <a:solidFill>
                  <a:srgbClr val="000000"/>
                </a:solidFill>
              </a:rPr>
              <a:t> </a:t>
            </a:r>
            <a:r>
              <a:rPr lang="es-ES" dirty="0" err="1">
                <a:solidFill>
                  <a:srgbClr val="000000"/>
                </a:solidFill>
              </a:rPr>
              <a:t>used</a:t>
            </a:r>
            <a:r>
              <a:rPr lang="es-ES" dirty="0">
                <a:solidFill>
                  <a:srgbClr val="000000"/>
                </a:solidFill>
              </a:rPr>
              <a:t> </a:t>
            </a:r>
            <a:r>
              <a:rPr lang="es-ES" dirty="0" err="1">
                <a:solidFill>
                  <a:srgbClr val="000000"/>
                </a:solidFill>
              </a:rPr>
              <a:t>metric</a:t>
            </a:r>
            <a:r>
              <a:rPr lang="es-ES" dirty="0">
                <a:solidFill>
                  <a:srgbClr val="000000"/>
                </a:solidFill>
              </a:rPr>
              <a:t> </a:t>
            </a:r>
            <a:r>
              <a:rPr lang="es-ES" dirty="0" err="1">
                <a:solidFill>
                  <a:srgbClr val="000000"/>
                </a:solidFill>
              </a:rPr>
              <a:t>to</a:t>
            </a:r>
            <a:r>
              <a:rPr lang="es-ES" dirty="0">
                <a:solidFill>
                  <a:srgbClr val="000000"/>
                </a:solidFill>
              </a:rPr>
              <a:t> </a:t>
            </a:r>
            <a:r>
              <a:rPr lang="es-ES" dirty="0" err="1">
                <a:solidFill>
                  <a:srgbClr val="000000"/>
                </a:solidFill>
              </a:rPr>
              <a:t>evaluate</a:t>
            </a:r>
            <a:r>
              <a:rPr lang="es-ES" dirty="0">
                <a:solidFill>
                  <a:srgbClr val="000000"/>
                </a:solidFill>
              </a:rPr>
              <a:t> </a:t>
            </a:r>
            <a:r>
              <a:rPr lang="es-ES" dirty="0" err="1">
                <a:solidFill>
                  <a:srgbClr val="000000"/>
                </a:solidFill>
              </a:rPr>
              <a:t>the</a:t>
            </a:r>
            <a:r>
              <a:rPr lang="es-ES" dirty="0">
                <a:solidFill>
                  <a:srgbClr val="000000"/>
                </a:solidFill>
              </a:rPr>
              <a:t> performance </a:t>
            </a:r>
            <a:r>
              <a:rPr lang="es-ES" dirty="0" err="1">
                <a:solidFill>
                  <a:srgbClr val="000000"/>
                </a:solidFill>
              </a:rPr>
              <a:t>of</a:t>
            </a:r>
            <a:r>
              <a:rPr lang="es-ES" dirty="0">
                <a:solidFill>
                  <a:srgbClr val="000000"/>
                </a:solidFill>
              </a:rPr>
              <a:t> machine </a:t>
            </a:r>
            <a:r>
              <a:rPr lang="es-ES" dirty="0" err="1">
                <a:solidFill>
                  <a:srgbClr val="000000"/>
                </a:solidFill>
              </a:rPr>
              <a:t>learning</a:t>
            </a:r>
            <a:r>
              <a:rPr lang="es-ES" dirty="0">
                <a:solidFill>
                  <a:srgbClr val="000000"/>
                </a:solidFill>
              </a:rPr>
              <a:t> </a:t>
            </a:r>
            <a:r>
              <a:rPr lang="es-ES" dirty="0" err="1">
                <a:solidFill>
                  <a:srgbClr val="000000"/>
                </a:solidFill>
              </a:rPr>
              <a:t>algorithms</a:t>
            </a:r>
            <a:r>
              <a:rPr lang="es-ES" dirty="0">
                <a:solidFill>
                  <a:srgbClr val="000000"/>
                </a:solidFill>
              </a:rPr>
              <a:t>.</a:t>
            </a:r>
          </a:p>
          <a:p>
            <a:pPr lvl="1"/>
            <a:r>
              <a:rPr lang="es-ES" dirty="0">
                <a:solidFill>
                  <a:srgbClr val="000000"/>
                </a:solidFill>
              </a:rPr>
              <a:t>In </a:t>
            </a:r>
            <a:r>
              <a:rPr lang="es-ES" dirty="0" err="1">
                <a:solidFill>
                  <a:srgbClr val="000000"/>
                </a:solidFill>
              </a:rPr>
              <a:t>the</a:t>
            </a:r>
            <a:r>
              <a:rPr lang="es-ES" dirty="0">
                <a:solidFill>
                  <a:srgbClr val="000000"/>
                </a:solidFill>
              </a:rPr>
              <a:t> </a:t>
            </a:r>
            <a:r>
              <a:rPr lang="es-ES" dirty="0" err="1">
                <a:solidFill>
                  <a:srgbClr val="000000"/>
                </a:solidFill>
              </a:rPr>
              <a:t>context</a:t>
            </a:r>
            <a:r>
              <a:rPr lang="es-ES" dirty="0">
                <a:solidFill>
                  <a:srgbClr val="000000"/>
                </a:solidFill>
              </a:rPr>
              <a:t> </a:t>
            </a:r>
            <a:r>
              <a:rPr lang="es-ES" dirty="0" err="1">
                <a:solidFill>
                  <a:srgbClr val="000000"/>
                </a:solidFill>
              </a:rPr>
              <a:t>of</a:t>
            </a:r>
            <a:r>
              <a:rPr lang="es-ES" dirty="0">
                <a:solidFill>
                  <a:srgbClr val="000000"/>
                </a:solidFill>
              </a:rPr>
              <a:t> </a:t>
            </a:r>
            <a:r>
              <a:rPr lang="es-ES" dirty="0" err="1">
                <a:solidFill>
                  <a:srgbClr val="000000"/>
                </a:solidFill>
              </a:rPr>
              <a:t>anomaly</a:t>
            </a:r>
            <a:r>
              <a:rPr lang="es-ES" dirty="0">
                <a:solidFill>
                  <a:srgbClr val="000000"/>
                </a:solidFill>
              </a:rPr>
              <a:t> </a:t>
            </a:r>
            <a:r>
              <a:rPr lang="es-ES" dirty="0" err="1">
                <a:solidFill>
                  <a:srgbClr val="000000"/>
                </a:solidFill>
              </a:rPr>
              <a:t>detection</a:t>
            </a:r>
            <a:r>
              <a:rPr lang="es-ES" dirty="0">
                <a:solidFill>
                  <a:srgbClr val="000000"/>
                </a:solidFill>
              </a:rPr>
              <a:t>, </a:t>
            </a:r>
            <a:r>
              <a:rPr lang="es-ES" dirty="0" err="1">
                <a:solidFill>
                  <a:srgbClr val="000000"/>
                </a:solidFill>
              </a:rPr>
              <a:t>accuracy</a:t>
            </a:r>
            <a:r>
              <a:rPr lang="es-ES" dirty="0">
                <a:solidFill>
                  <a:srgbClr val="000000"/>
                </a:solidFill>
              </a:rPr>
              <a:t> can be </a:t>
            </a:r>
            <a:r>
              <a:rPr lang="es-ES" dirty="0" err="1">
                <a:solidFill>
                  <a:srgbClr val="000000"/>
                </a:solidFill>
              </a:rPr>
              <a:t>defined</a:t>
            </a:r>
            <a:r>
              <a:rPr lang="es-ES" dirty="0">
                <a:solidFill>
                  <a:srgbClr val="000000"/>
                </a:solidFill>
              </a:rPr>
              <a:t> as </a:t>
            </a:r>
            <a:r>
              <a:rPr lang="es-ES" dirty="0" err="1">
                <a:solidFill>
                  <a:srgbClr val="000000"/>
                </a:solidFill>
              </a:rPr>
              <a:t>the</a:t>
            </a:r>
            <a:r>
              <a:rPr lang="es-ES" dirty="0">
                <a:solidFill>
                  <a:srgbClr val="000000"/>
                </a:solidFill>
              </a:rPr>
              <a:t> </a:t>
            </a:r>
            <a:r>
              <a:rPr lang="es-ES" dirty="0" err="1">
                <a:solidFill>
                  <a:srgbClr val="000000"/>
                </a:solidFill>
              </a:rPr>
              <a:t>fraction</a:t>
            </a:r>
            <a:r>
              <a:rPr lang="es-ES" dirty="0">
                <a:solidFill>
                  <a:srgbClr val="000000"/>
                </a:solidFill>
              </a:rPr>
              <a:t> </a:t>
            </a:r>
            <a:r>
              <a:rPr lang="es-ES" dirty="0" err="1">
                <a:solidFill>
                  <a:srgbClr val="000000"/>
                </a:solidFill>
              </a:rPr>
              <a:t>of</a:t>
            </a:r>
            <a:r>
              <a:rPr lang="es-ES" dirty="0">
                <a:solidFill>
                  <a:srgbClr val="000000"/>
                </a:solidFill>
              </a:rPr>
              <a:t> </a:t>
            </a:r>
            <a:r>
              <a:rPr lang="es-ES" dirty="0" err="1">
                <a:solidFill>
                  <a:srgbClr val="000000"/>
                </a:solidFill>
              </a:rPr>
              <a:t>instances</a:t>
            </a:r>
            <a:r>
              <a:rPr lang="es-ES" dirty="0">
                <a:solidFill>
                  <a:srgbClr val="000000"/>
                </a:solidFill>
              </a:rPr>
              <a:t> </a:t>
            </a:r>
            <a:r>
              <a:rPr lang="es-ES" dirty="0" err="1">
                <a:solidFill>
                  <a:srgbClr val="000000"/>
                </a:solidFill>
              </a:rPr>
              <a:t>that</a:t>
            </a:r>
            <a:r>
              <a:rPr lang="es-ES" dirty="0">
                <a:solidFill>
                  <a:srgbClr val="000000"/>
                </a:solidFill>
              </a:rPr>
              <a:t> </a:t>
            </a:r>
            <a:r>
              <a:rPr lang="es-ES" dirty="0" err="1">
                <a:solidFill>
                  <a:srgbClr val="000000"/>
                </a:solidFill>
              </a:rPr>
              <a:t>have</a:t>
            </a:r>
            <a:r>
              <a:rPr lang="es-ES" dirty="0">
                <a:solidFill>
                  <a:srgbClr val="000000"/>
                </a:solidFill>
              </a:rPr>
              <a:t> </a:t>
            </a:r>
            <a:r>
              <a:rPr lang="es-ES" dirty="0" err="1">
                <a:solidFill>
                  <a:srgbClr val="000000"/>
                </a:solidFill>
              </a:rPr>
              <a:t>been</a:t>
            </a:r>
            <a:r>
              <a:rPr lang="es-ES" dirty="0">
                <a:solidFill>
                  <a:srgbClr val="000000"/>
                </a:solidFill>
              </a:rPr>
              <a:t> </a:t>
            </a:r>
            <a:r>
              <a:rPr lang="es-ES" dirty="0" err="1">
                <a:solidFill>
                  <a:srgbClr val="000000"/>
                </a:solidFill>
              </a:rPr>
              <a:t>correctly</a:t>
            </a:r>
            <a:r>
              <a:rPr lang="es-ES" dirty="0">
                <a:solidFill>
                  <a:srgbClr val="000000"/>
                </a:solidFill>
              </a:rPr>
              <a:t> </a:t>
            </a:r>
            <a:r>
              <a:rPr lang="es-ES" dirty="0" err="1">
                <a:solidFill>
                  <a:srgbClr val="000000"/>
                </a:solidFill>
              </a:rPr>
              <a:t>identified</a:t>
            </a:r>
            <a:r>
              <a:rPr lang="es-ES" dirty="0">
                <a:solidFill>
                  <a:srgbClr val="000000"/>
                </a:solidFill>
              </a:rPr>
              <a:t> as normal </a:t>
            </a:r>
            <a:r>
              <a:rPr lang="es-ES" dirty="0" err="1">
                <a:solidFill>
                  <a:srgbClr val="000000"/>
                </a:solidFill>
              </a:rPr>
              <a:t>or</a:t>
            </a:r>
            <a:r>
              <a:rPr lang="es-ES" dirty="0">
                <a:solidFill>
                  <a:srgbClr val="000000"/>
                </a:solidFill>
              </a:rPr>
              <a:t> </a:t>
            </a:r>
            <a:r>
              <a:rPr lang="es-ES" dirty="0" err="1">
                <a:solidFill>
                  <a:srgbClr val="000000"/>
                </a:solidFill>
              </a:rPr>
              <a:t>anomalous</a:t>
            </a:r>
            <a:r>
              <a:rPr lang="es-ES" dirty="0">
                <a:solidFill>
                  <a:srgbClr val="000000"/>
                </a:solidFill>
              </a:rPr>
              <a:t>.</a:t>
            </a:r>
          </a:p>
          <a:p>
            <a:pPr lvl="1"/>
            <a:r>
              <a:rPr lang="es-ES" dirty="0" err="1">
                <a:solidFill>
                  <a:srgbClr val="000000"/>
                </a:solidFill>
              </a:rPr>
              <a:t>While</a:t>
            </a:r>
            <a:r>
              <a:rPr lang="es-ES" dirty="0">
                <a:solidFill>
                  <a:srgbClr val="000000"/>
                </a:solidFill>
              </a:rPr>
              <a:t> </a:t>
            </a:r>
            <a:r>
              <a:rPr lang="es-ES" dirty="0" err="1">
                <a:solidFill>
                  <a:srgbClr val="000000"/>
                </a:solidFill>
              </a:rPr>
              <a:t>accuracy</a:t>
            </a:r>
            <a:r>
              <a:rPr lang="es-ES" dirty="0">
                <a:solidFill>
                  <a:srgbClr val="000000"/>
                </a:solidFill>
              </a:rPr>
              <a:t> can be a </a:t>
            </a:r>
            <a:r>
              <a:rPr lang="es-ES" dirty="0" err="1">
                <a:solidFill>
                  <a:srgbClr val="000000"/>
                </a:solidFill>
              </a:rPr>
              <a:t>useful</a:t>
            </a:r>
            <a:r>
              <a:rPr lang="es-ES" dirty="0">
                <a:solidFill>
                  <a:srgbClr val="000000"/>
                </a:solidFill>
              </a:rPr>
              <a:t> </a:t>
            </a:r>
            <a:r>
              <a:rPr lang="es-ES" dirty="0" err="1">
                <a:solidFill>
                  <a:srgbClr val="000000"/>
                </a:solidFill>
              </a:rPr>
              <a:t>metric</a:t>
            </a:r>
            <a:r>
              <a:rPr lang="es-ES" dirty="0">
                <a:solidFill>
                  <a:srgbClr val="000000"/>
                </a:solidFill>
              </a:rPr>
              <a:t>, </a:t>
            </a:r>
            <a:r>
              <a:rPr lang="es-ES" dirty="0" err="1">
                <a:solidFill>
                  <a:srgbClr val="000000"/>
                </a:solidFill>
              </a:rPr>
              <a:t>it</a:t>
            </a:r>
            <a:r>
              <a:rPr lang="es-ES" dirty="0">
                <a:solidFill>
                  <a:srgbClr val="000000"/>
                </a:solidFill>
              </a:rPr>
              <a:t> can be </a:t>
            </a:r>
            <a:r>
              <a:rPr lang="es-ES" dirty="0" err="1">
                <a:solidFill>
                  <a:srgbClr val="000000"/>
                </a:solidFill>
              </a:rPr>
              <a:t>misleading</a:t>
            </a:r>
            <a:r>
              <a:rPr lang="es-ES" dirty="0">
                <a:solidFill>
                  <a:srgbClr val="000000"/>
                </a:solidFill>
              </a:rPr>
              <a:t> </a:t>
            </a:r>
            <a:r>
              <a:rPr lang="es-ES" dirty="0" err="1">
                <a:solidFill>
                  <a:srgbClr val="000000"/>
                </a:solidFill>
              </a:rPr>
              <a:t>when</a:t>
            </a:r>
            <a:r>
              <a:rPr lang="es-ES" dirty="0">
                <a:solidFill>
                  <a:srgbClr val="000000"/>
                </a:solidFill>
              </a:rPr>
              <a:t> </a:t>
            </a:r>
            <a:r>
              <a:rPr lang="es-ES" dirty="0" err="1">
                <a:solidFill>
                  <a:srgbClr val="000000"/>
                </a:solidFill>
              </a:rPr>
              <a:t>applied</a:t>
            </a:r>
            <a:r>
              <a:rPr lang="es-ES" dirty="0">
                <a:solidFill>
                  <a:srgbClr val="000000"/>
                </a:solidFill>
              </a:rPr>
              <a:t> </a:t>
            </a:r>
            <a:r>
              <a:rPr lang="es-ES" dirty="0" err="1">
                <a:solidFill>
                  <a:srgbClr val="000000"/>
                </a:solidFill>
              </a:rPr>
              <a:t>to</a:t>
            </a:r>
            <a:r>
              <a:rPr lang="es-ES" dirty="0">
                <a:solidFill>
                  <a:srgbClr val="000000"/>
                </a:solidFill>
              </a:rPr>
              <a:t> </a:t>
            </a:r>
            <a:r>
              <a:rPr lang="es-ES" dirty="0" err="1">
                <a:solidFill>
                  <a:srgbClr val="000000"/>
                </a:solidFill>
              </a:rPr>
              <a:t>anomaly</a:t>
            </a:r>
            <a:r>
              <a:rPr lang="es-ES" dirty="0">
                <a:solidFill>
                  <a:srgbClr val="000000"/>
                </a:solidFill>
              </a:rPr>
              <a:t> </a:t>
            </a:r>
            <a:r>
              <a:rPr lang="es-ES" dirty="0" err="1">
                <a:solidFill>
                  <a:srgbClr val="000000"/>
                </a:solidFill>
              </a:rPr>
              <a:t>detection</a:t>
            </a:r>
            <a:r>
              <a:rPr lang="es-ES" dirty="0">
                <a:solidFill>
                  <a:srgbClr val="000000"/>
                </a:solidFill>
              </a:rPr>
              <a:t> </a:t>
            </a:r>
            <a:r>
              <a:rPr lang="es-ES" dirty="0" err="1">
                <a:solidFill>
                  <a:srgbClr val="000000"/>
                </a:solidFill>
              </a:rPr>
              <a:t>algorithms</a:t>
            </a:r>
            <a:r>
              <a:rPr lang="es-ES" dirty="0">
                <a:solidFill>
                  <a:srgbClr val="000000"/>
                </a:solidFill>
              </a:rPr>
              <a:t>. </a:t>
            </a:r>
            <a:r>
              <a:rPr lang="es-ES" dirty="0" err="1">
                <a:solidFill>
                  <a:srgbClr val="000000"/>
                </a:solidFill>
              </a:rPr>
              <a:t>This</a:t>
            </a:r>
            <a:r>
              <a:rPr lang="es-ES" dirty="0">
                <a:solidFill>
                  <a:srgbClr val="000000"/>
                </a:solidFill>
              </a:rPr>
              <a:t> </a:t>
            </a:r>
            <a:r>
              <a:rPr lang="es-ES" dirty="0" err="1">
                <a:solidFill>
                  <a:srgbClr val="000000"/>
                </a:solidFill>
              </a:rPr>
              <a:t>is</a:t>
            </a:r>
            <a:r>
              <a:rPr lang="es-ES" dirty="0">
                <a:solidFill>
                  <a:srgbClr val="000000"/>
                </a:solidFill>
              </a:rPr>
              <a:t> </a:t>
            </a:r>
            <a:r>
              <a:rPr lang="es-ES" dirty="0" err="1">
                <a:solidFill>
                  <a:srgbClr val="000000"/>
                </a:solidFill>
              </a:rPr>
              <a:t>because</a:t>
            </a:r>
            <a:r>
              <a:rPr lang="es-ES" dirty="0">
                <a:solidFill>
                  <a:srgbClr val="000000"/>
                </a:solidFill>
              </a:rPr>
              <a:t> </a:t>
            </a:r>
            <a:r>
              <a:rPr lang="es-ES" dirty="0" err="1">
                <a:solidFill>
                  <a:srgbClr val="000000"/>
                </a:solidFill>
              </a:rPr>
              <a:t>it</a:t>
            </a:r>
            <a:r>
              <a:rPr lang="es-ES" dirty="0">
                <a:solidFill>
                  <a:srgbClr val="000000"/>
                </a:solidFill>
              </a:rPr>
              <a:t> </a:t>
            </a:r>
            <a:r>
              <a:rPr lang="es-ES" dirty="0" err="1">
                <a:solidFill>
                  <a:srgbClr val="000000"/>
                </a:solidFill>
              </a:rPr>
              <a:t>does</a:t>
            </a:r>
            <a:r>
              <a:rPr lang="es-ES" dirty="0">
                <a:solidFill>
                  <a:srgbClr val="000000"/>
                </a:solidFill>
              </a:rPr>
              <a:t> </a:t>
            </a:r>
            <a:r>
              <a:rPr lang="es-ES" dirty="0" err="1">
                <a:solidFill>
                  <a:srgbClr val="000000"/>
                </a:solidFill>
              </a:rPr>
              <a:t>not</a:t>
            </a:r>
            <a:r>
              <a:rPr lang="es-ES" dirty="0">
                <a:solidFill>
                  <a:srgbClr val="000000"/>
                </a:solidFill>
              </a:rPr>
              <a:t> </a:t>
            </a:r>
            <a:r>
              <a:rPr lang="es-ES" dirty="0" err="1">
                <a:solidFill>
                  <a:srgbClr val="000000"/>
                </a:solidFill>
              </a:rPr>
              <a:t>take</a:t>
            </a:r>
            <a:r>
              <a:rPr lang="es-ES" dirty="0">
                <a:solidFill>
                  <a:srgbClr val="000000"/>
                </a:solidFill>
              </a:rPr>
              <a:t> </a:t>
            </a:r>
            <a:r>
              <a:rPr lang="es-ES" dirty="0" err="1">
                <a:solidFill>
                  <a:srgbClr val="000000"/>
                </a:solidFill>
              </a:rPr>
              <a:t>into</a:t>
            </a:r>
            <a:r>
              <a:rPr lang="es-ES" dirty="0">
                <a:solidFill>
                  <a:srgbClr val="000000"/>
                </a:solidFill>
              </a:rPr>
              <a:t> </a:t>
            </a:r>
            <a:r>
              <a:rPr lang="es-ES" dirty="0" err="1">
                <a:solidFill>
                  <a:srgbClr val="000000"/>
                </a:solidFill>
              </a:rPr>
              <a:t>account</a:t>
            </a:r>
            <a:r>
              <a:rPr lang="es-ES" dirty="0">
                <a:solidFill>
                  <a:srgbClr val="000000"/>
                </a:solidFill>
              </a:rPr>
              <a:t> </a:t>
            </a:r>
            <a:r>
              <a:rPr lang="es-ES" dirty="0" err="1">
                <a:solidFill>
                  <a:srgbClr val="000000"/>
                </a:solidFill>
              </a:rPr>
              <a:t>the</a:t>
            </a:r>
            <a:r>
              <a:rPr lang="es-ES" dirty="0">
                <a:solidFill>
                  <a:srgbClr val="000000"/>
                </a:solidFill>
              </a:rPr>
              <a:t> </a:t>
            </a:r>
            <a:r>
              <a:rPr lang="es-ES" dirty="0" err="1">
                <a:solidFill>
                  <a:srgbClr val="000000"/>
                </a:solidFill>
              </a:rPr>
              <a:t>imbalance</a:t>
            </a:r>
            <a:r>
              <a:rPr lang="es-ES" dirty="0">
                <a:solidFill>
                  <a:srgbClr val="000000"/>
                </a:solidFill>
              </a:rPr>
              <a:t> </a:t>
            </a:r>
            <a:r>
              <a:rPr lang="es-ES" dirty="0" err="1">
                <a:solidFill>
                  <a:srgbClr val="000000"/>
                </a:solidFill>
              </a:rPr>
              <a:t>between</a:t>
            </a:r>
            <a:r>
              <a:rPr lang="es-ES" dirty="0">
                <a:solidFill>
                  <a:srgbClr val="000000"/>
                </a:solidFill>
              </a:rPr>
              <a:t> </a:t>
            </a:r>
            <a:r>
              <a:rPr lang="es-ES" dirty="0" err="1">
                <a:solidFill>
                  <a:srgbClr val="000000"/>
                </a:solidFill>
              </a:rPr>
              <a:t>the</a:t>
            </a:r>
            <a:r>
              <a:rPr lang="es-ES" dirty="0">
                <a:solidFill>
                  <a:srgbClr val="000000"/>
                </a:solidFill>
              </a:rPr>
              <a:t> </a:t>
            </a:r>
            <a:r>
              <a:rPr lang="es-ES" dirty="0" err="1">
                <a:solidFill>
                  <a:srgbClr val="000000"/>
                </a:solidFill>
              </a:rPr>
              <a:t>number</a:t>
            </a:r>
            <a:r>
              <a:rPr lang="es-ES" dirty="0">
                <a:solidFill>
                  <a:srgbClr val="000000"/>
                </a:solidFill>
              </a:rPr>
              <a:t> </a:t>
            </a:r>
            <a:r>
              <a:rPr lang="es-ES" dirty="0" err="1">
                <a:solidFill>
                  <a:srgbClr val="000000"/>
                </a:solidFill>
              </a:rPr>
              <a:t>of</a:t>
            </a:r>
            <a:r>
              <a:rPr lang="es-ES" dirty="0">
                <a:solidFill>
                  <a:srgbClr val="000000"/>
                </a:solidFill>
              </a:rPr>
              <a:t> normal and </a:t>
            </a:r>
            <a:r>
              <a:rPr lang="es-ES" dirty="0" err="1">
                <a:solidFill>
                  <a:srgbClr val="000000"/>
                </a:solidFill>
              </a:rPr>
              <a:t>anomalous</a:t>
            </a:r>
            <a:r>
              <a:rPr lang="es-ES" dirty="0">
                <a:solidFill>
                  <a:srgbClr val="000000"/>
                </a:solidFill>
              </a:rPr>
              <a:t> </a:t>
            </a:r>
            <a:r>
              <a:rPr lang="es-ES" dirty="0" err="1">
                <a:solidFill>
                  <a:srgbClr val="000000"/>
                </a:solidFill>
              </a:rPr>
              <a:t>instances</a:t>
            </a:r>
            <a:r>
              <a:rPr lang="es-ES" dirty="0">
                <a:solidFill>
                  <a:srgbClr val="000000"/>
                </a:solidFill>
              </a:rPr>
              <a:t> in </a:t>
            </a:r>
            <a:r>
              <a:rPr lang="es-ES" dirty="0" err="1">
                <a:solidFill>
                  <a:srgbClr val="000000"/>
                </a:solidFill>
              </a:rPr>
              <a:t>the</a:t>
            </a:r>
            <a:r>
              <a:rPr lang="es-ES" dirty="0">
                <a:solidFill>
                  <a:srgbClr val="000000"/>
                </a:solidFill>
              </a:rPr>
              <a:t> data.</a:t>
            </a:r>
          </a:p>
          <a:p>
            <a:pPr marL="0" indent="0">
              <a:buNone/>
            </a:pPr>
            <a:endParaRPr lang="en-US" sz="28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15</a:t>
            </a:fld>
            <a:endParaRPr lang="es-ES"/>
          </a:p>
        </p:txBody>
      </p:sp>
    </p:spTree>
    <p:extLst>
      <p:ext uri="{BB962C8B-B14F-4D97-AF65-F5344CB8AC3E}">
        <p14:creationId xmlns:p14="http://schemas.microsoft.com/office/powerpoint/2010/main" val="2402380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Evaluation</a:t>
            </a:r>
            <a:r>
              <a:rPr lang="es-ES" dirty="0">
                <a:solidFill>
                  <a:srgbClr val="0070C0"/>
                </a:solidFill>
              </a:rPr>
              <a:t> </a:t>
            </a:r>
            <a:r>
              <a:rPr lang="es-ES" dirty="0" err="1">
                <a:solidFill>
                  <a:srgbClr val="0070C0"/>
                </a:solidFill>
              </a:rPr>
              <a:t>Anomaly</a:t>
            </a:r>
            <a:r>
              <a:rPr lang="es-ES" dirty="0">
                <a:solidFill>
                  <a:srgbClr val="0070C0"/>
                </a:solidFill>
              </a:rPr>
              <a:t> </a:t>
            </a:r>
            <a:r>
              <a:rPr lang="es-ES" dirty="0" err="1">
                <a:solidFill>
                  <a:srgbClr val="0070C0"/>
                </a:solidFill>
              </a:rPr>
              <a:t>Detection</a:t>
            </a:r>
            <a:r>
              <a:rPr lang="es-ES" dirty="0">
                <a:solidFill>
                  <a:srgbClr val="0070C0"/>
                </a:solidFill>
              </a:rPr>
              <a:t> </a:t>
            </a:r>
            <a:r>
              <a:rPr lang="es-ES" dirty="0" err="1">
                <a:solidFill>
                  <a:srgbClr val="0070C0"/>
                </a:solidFill>
              </a:rPr>
              <a:t>Techniques</a:t>
            </a:r>
            <a:endParaRPr lang="es-ES" dirty="0">
              <a:solidFill>
                <a:srgbClr val="0070C0"/>
              </a:solidFill>
            </a:endParaRPr>
          </a:p>
        </p:txBody>
      </p:sp>
      <p:sp>
        <p:nvSpPr>
          <p:cNvPr id="3" name="2 Marcador de contenido"/>
          <p:cNvSpPr>
            <a:spLocks noGrp="1"/>
          </p:cNvSpPr>
          <p:nvPr>
            <p:ph idx="1"/>
          </p:nvPr>
        </p:nvSpPr>
        <p:spPr>
          <a:xfrm>
            <a:off x="1981200" y="1600201"/>
            <a:ext cx="8229600" cy="4349338"/>
          </a:xfrm>
        </p:spPr>
        <p:txBody>
          <a:bodyPr>
            <a:normAutofit/>
          </a:bodyPr>
          <a:lstStyle/>
          <a:p>
            <a:pPr algn="l" rtl="0"/>
            <a:endParaRPr lang="es-ES" sz="1800" dirty="0">
              <a:solidFill>
                <a:srgbClr val="000000"/>
              </a:solidFill>
              <a:latin typeface="Helvetica" pitchFamily="2" charset="0"/>
            </a:endParaRPr>
          </a:p>
          <a:p>
            <a:pPr algn="l" rtl="0"/>
            <a:r>
              <a:rPr lang="es-ES" sz="2400" dirty="0">
                <a:solidFill>
                  <a:srgbClr val="000000"/>
                </a:solidFill>
                <a:latin typeface="Helvetica" pitchFamily="2" charset="0"/>
              </a:rPr>
              <a:t>F1 Score</a:t>
            </a:r>
          </a:p>
          <a:p>
            <a:pPr lvl="1"/>
            <a:r>
              <a:rPr lang="es-ES" sz="2000" dirty="0" err="1">
                <a:solidFill>
                  <a:srgbClr val="000000"/>
                </a:solidFill>
                <a:latin typeface="Helvetica" pitchFamily="2" charset="0"/>
              </a:rPr>
              <a:t>The</a:t>
            </a:r>
            <a:r>
              <a:rPr lang="es-ES" sz="2000" dirty="0">
                <a:solidFill>
                  <a:srgbClr val="000000"/>
                </a:solidFill>
                <a:latin typeface="Helvetica" pitchFamily="2" charset="0"/>
              </a:rPr>
              <a:t> F1 score </a:t>
            </a:r>
            <a:r>
              <a:rPr lang="es-ES" sz="2000" dirty="0" err="1">
                <a:solidFill>
                  <a:srgbClr val="000000"/>
                </a:solidFill>
                <a:latin typeface="Helvetica" pitchFamily="2" charset="0"/>
              </a:rPr>
              <a:t>is</a:t>
            </a:r>
            <a:r>
              <a:rPr lang="es-ES" sz="2000" dirty="0">
                <a:solidFill>
                  <a:srgbClr val="000000"/>
                </a:solidFill>
                <a:latin typeface="Helvetica" pitchFamily="2" charset="0"/>
              </a:rPr>
              <a:t> a </a:t>
            </a:r>
            <a:r>
              <a:rPr lang="es-ES" sz="2000" dirty="0" err="1">
                <a:solidFill>
                  <a:srgbClr val="000000"/>
                </a:solidFill>
                <a:latin typeface="Helvetica" pitchFamily="2" charset="0"/>
              </a:rPr>
              <a:t>metric</a:t>
            </a:r>
            <a:r>
              <a:rPr lang="es-ES" sz="2000" dirty="0">
                <a:solidFill>
                  <a:srgbClr val="000000"/>
                </a:solidFill>
                <a:latin typeface="Helvetica" pitchFamily="2" charset="0"/>
              </a:rPr>
              <a:t> </a:t>
            </a:r>
            <a:r>
              <a:rPr lang="es-ES" sz="2000" dirty="0" err="1">
                <a:solidFill>
                  <a:srgbClr val="000000"/>
                </a:solidFill>
                <a:latin typeface="Helvetica" pitchFamily="2" charset="0"/>
              </a:rPr>
              <a:t>that</a:t>
            </a:r>
            <a:r>
              <a:rPr lang="es-ES" sz="2000" dirty="0">
                <a:solidFill>
                  <a:srgbClr val="000000"/>
                </a:solidFill>
                <a:latin typeface="Helvetica" pitchFamily="2" charset="0"/>
              </a:rPr>
              <a:t> </a:t>
            </a:r>
            <a:r>
              <a:rPr lang="es-ES" sz="2000" dirty="0" err="1">
                <a:solidFill>
                  <a:srgbClr val="000000"/>
                </a:solidFill>
                <a:latin typeface="Helvetica" pitchFamily="2" charset="0"/>
              </a:rPr>
              <a:t>is</a:t>
            </a:r>
            <a:r>
              <a:rPr lang="es-ES" sz="2000" dirty="0">
                <a:solidFill>
                  <a:srgbClr val="000000"/>
                </a:solidFill>
                <a:latin typeface="Helvetica" pitchFamily="2" charset="0"/>
              </a:rPr>
              <a:t> </a:t>
            </a:r>
            <a:r>
              <a:rPr lang="es-ES" sz="2000" dirty="0" err="1">
                <a:solidFill>
                  <a:srgbClr val="000000"/>
                </a:solidFill>
                <a:latin typeface="Helvetica" pitchFamily="2" charset="0"/>
              </a:rPr>
              <a:t>used</a:t>
            </a:r>
            <a:r>
              <a:rPr lang="es-ES" sz="2000" dirty="0">
                <a:solidFill>
                  <a:srgbClr val="000000"/>
                </a:solidFill>
                <a:latin typeface="Helvetica" pitchFamily="2" charset="0"/>
              </a:rPr>
              <a:t> </a:t>
            </a:r>
            <a:r>
              <a:rPr lang="es-ES" sz="2000" dirty="0" err="1">
                <a:solidFill>
                  <a:srgbClr val="000000"/>
                </a:solidFill>
                <a:latin typeface="Helvetica" pitchFamily="2" charset="0"/>
              </a:rPr>
              <a:t>to</a:t>
            </a:r>
            <a:r>
              <a:rPr lang="es-ES" sz="2000" dirty="0">
                <a:solidFill>
                  <a:srgbClr val="000000"/>
                </a:solidFill>
                <a:latin typeface="Helvetica" pitchFamily="2" charset="0"/>
              </a:rPr>
              <a:t> balance </a:t>
            </a:r>
            <a:r>
              <a:rPr lang="es-ES" sz="2000" dirty="0" err="1">
                <a:solidFill>
                  <a:srgbClr val="000000"/>
                </a:solidFill>
                <a:latin typeface="Helvetica" pitchFamily="2" charset="0"/>
              </a:rPr>
              <a:t>precision</a:t>
            </a:r>
            <a:r>
              <a:rPr lang="es-ES" sz="2000" dirty="0">
                <a:solidFill>
                  <a:srgbClr val="000000"/>
                </a:solidFill>
                <a:latin typeface="Helvetica" pitchFamily="2" charset="0"/>
              </a:rPr>
              <a:t> and </a:t>
            </a:r>
            <a:r>
              <a:rPr lang="es-ES" sz="2000" dirty="0" err="1">
                <a:solidFill>
                  <a:srgbClr val="000000"/>
                </a:solidFill>
                <a:latin typeface="Helvetica" pitchFamily="2" charset="0"/>
              </a:rPr>
              <a:t>recall</a:t>
            </a:r>
            <a:r>
              <a:rPr lang="es-ES" sz="2000" dirty="0">
                <a:solidFill>
                  <a:srgbClr val="000000"/>
                </a:solidFill>
                <a:latin typeface="Helvetica" pitchFamily="2" charset="0"/>
              </a:rPr>
              <a:t>. </a:t>
            </a:r>
            <a:r>
              <a:rPr lang="es-ES" sz="2000" dirty="0" err="1">
                <a:solidFill>
                  <a:srgbClr val="000000"/>
                </a:solidFill>
                <a:latin typeface="Helvetica" pitchFamily="2" charset="0"/>
              </a:rPr>
              <a:t>It</a:t>
            </a:r>
            <a:r>
              <a:rPr lang="es-ES" sz="2000" dirty="0">
                <a:solidFill>
                  <a:srgbClr val="000000"/>
                </a:solidFill>
                <a:latin typeface="Helvetica" pitchFamily="2" charset="0"/>
              </a:rPr>
              <a:t> </a:t>
            </a:r>
            <a:r>
              <a:rPr lang="es-ES" sz="2000" dirty="0" err="1">
                <a:solidFill>
                  <a:srgbClr val="000000"/>
                </a:solidFill>
                <a:latin typeface="Helvetica" pitchFamily="2" charset="0"/>
              </a:rPr>
              <a:t>is</a:t>
            </a:r>
            <a:r>
              <a:rPr lang="es-ES" sz="2000" dirty="0">
                <a:solidFill>
                  <a:srgbClr val="000000"/>
                </a:solidFill>
                <a:latin typeface="Helvetica" pitchFamily="2" charset="0"/>
              </a:rPr>
              <a:t> </a:t>
            </a:r>
            <a:r>
              <a:rPr lang="es-ES" sz="2000" dirty="0" err="1">
                <a:solidFill>
                  <a:srgbClr val="000000"/>
                </a:solidFill>
                <a:latin typeface="Helvetica" pitchFamily="2" charset="0"/>
              </a:rPr>
              <a:t>the</a:t>
            </a:r>
            <a:r>
              <a:rPr lang="es-ES" sz="2000" dirty="0">
                <a:solidFill>
                  <a:srgbClr val="000000"/>
                </a:solidFill>
                <a:latin typeface="Helvetica" pitchFamily="2" charset="0"/>
              </a:rPr>
              <a:t> </a:t>
            </a:r>
            <a:r>
              <a:rPr lang="es-ES" sz="2000" dirty="0" err="1">
                <a:solidFill>
                  <a:srgbClr val="000000"/>
                </a:solidFill>
                <a:latin typeface="Helvetica" pitchFamily="2" charset="0"/>
              </a:rPr>
              <a:t>harmonic</a:t>
            </a:r>
            <a:r>
              <a:rPr lang="es-ES" sz="2000" dirty="0">
                <a:solidFill>
                  <a:srgbClr val="000000"/>
                </a:solidFill>
                <a:latin typeface="Helvetica" pitchFamily="2" charset="0"/>
              </a:rPr>
              <a:t> mean </a:t>
            </a:r>
            <a:r>
              <a:rPr lang="es-ES" sz="2000" dirty="0" err="1">
                <a:solidFill>
                  <a:srgbClr val="000000"/>
                </a:solidFill>
                <a:latin typeface="Helvetica" pitchFamily="2" charset="0"/>
              </a:rPr>
              <a:t>of</a:t>
            </a:r>
            <a:r>
              <a:rPr lang="es-ES" sz="2000" dirty="0">
                <a:solidFill>
                  <a:srgbClr val="000000"/>
                </a:solidFill>
                <a:latin typeface="Helvetica" pitchFamily="2" charset="0"/>
              </a:rPr>
              <a:t> </a:t>
            </a:r>
            <a:r>
              <a:rPr lang="es-ES" sz="2000" dirty="0" err="1">
                <a:solidFill>
                  <a:srgbClr val="000000"/>
                </a:solidFill>
                <a:latin typeface="Helvetica" pitchFamily="2" charset="0"/>
              </a:rPr>
              <a:t>precision</a:t>
            </a:r>
            <a:r>
              <a:rPr lang="es-ES" sz="2000" dirty="0">
                <a:solidFill>
                  <a:srgbClr val="000000"/>
                </a:solidFill>
                <a:latin typeface="Helvetica" pitchFamily="2" charset="0"/>
              </a:rPr>
              <a:t> and </a:t>
            </a:r>
            <a:r>
              <a:rPr lang="es-ES" sz="2000" dirty="0" err="1">
                <a:solidFill>
                  <a:srgbClr val="000000"/>
                </a:solidFill>
                <a:latin typeface="Helvetica" pitchFamily="2" charset="0"/>
              </a:rPr>
              <a:t>recall</a:t>
            </a:r>
            <a:r>
              <a:rPr lang="es-ES" sz="2000" dirty="0">
                <a:solidFill>
                  <a:srgbClr val="000000"/>
                </a:solidFill>
                <a:latin typeface="Helvetica" pitchFamily="2" charset="0"/>
              </a:rPr>
              <a:t> and </a:t>
            </a:r>
            <a:r>
              <a:rPr lang="es-ES" sz="2000" dirty="0" err="1">
                <a:solidFill>
                  <a:srgbClr val="000000"/>
                </a:solidFill>
                <a:latin typeface="Helvetica" pitchFamily="2" charset="0"/>
              </a:rPr>
              <a:t>is</a:t>
            </a:r>
            <a:r>
              <a:rPr lang="es-ES" sz="2000" dirty="0">
                <a:solidFill>
                  <a:srgbClr val="000000"/>
                </a:solidFill>
                <a:latin typeface="Helvetica" pitchFamily="2" charset="0"/>
              </a:rPr>
              <a:t> </a:t>
            </a:r>
            <a:r>
              <a:rPr lang="es-ES" sz="2000" dirty="0" err="1">
                <a:solidFill>
                  <a:srgbClr val="000000"/>
                </a:solidFill>
                <a:latin typeface="Helvetica" pitchFamily="2" charset="0"/>
              </a:rPr>
              <a:t>calculated</a:t>
            </a:r>
            <a:r>
              <a:rPr lang="es-ES" sz="2000" dirty="0">
                <a:solidFill>
                  <a:srgbClr val="000000"/>
                </a:solidFill>
                <a:latin typeface="Helvetica" pitchFamily="2" charset="0"/>
              </a:rPr>
              <a:t> as </a:t>
            </a:r>
          </a:p>
          <a:p>
            <a:pPr lvl="1"/>
            <a:endParaRPr lang="es-ES" sz="2000" dirty="0">
              <a:solidFill>
                <a:srgbClr val="000000"/>
              </a:solidFill>
              <a:latin typeface="Helvetica" pitchFamily="2" charset="0"/>
            </a:endParaRPr>
          </a:p>
          <a:p>
            <a:pPr lvl="1"/>
            <a:endParaRPr lang="es-ES" sz="2000" dirty="0">
              <a:solidFill>
                <a:srgbClr val="000000"/>
              </a:solidFill>
              <a:latin typeface="Helvetica" pitchFamily="2" charset="0"/>
            </a:endParaRPr>
          </a:p>
          <a:p>
            <a:pPr lvl="1" algn="ctr"/>
            <a:endParaRPr lang="es-ES" sz="2000" b="1" dirty="0">
              <a:solidFill>
                <a:srgbClr val="000000"/>
              </a:solidFill>
              <a:latin typeface="Helvetica" pitchFamily="2" charset="0"/>
            </a:endParaRPr>
          </a:p>
          <a:p>
            <a:pPr lvl="1"/>
            <a:r>
              <a:rPr lang="es-ES" sz="2000" dirty="0" err="1">
                <a:solidFill>
                  <a:srgbClr val="000000"/>
                </a:solidFill>
                <a:latin typeface="Helvetica" pitchFamily="2" charset="0"/>
              </a:rPr>
              <a:t>The</a:t>
            </a:r>
            <a:r>
              <a:rPr lang="es-ES" sz="2000" dirty="0">
                <a:solidFill>
                  <a:srgbClr val="000000"/>
                </a:solidFill>
                <a:latin typeface="Helvetica" pitchFamily="2" charset="0"/>
              </a:rPr>
              <a:t> F1 score </a:t>
            </a:r>
            <a:r>
              <a:rPr lang="es-ES" sz="2000" dirty="0" err="1">
                <a:solidFill>
                  <a:srgbClr val="000000"/>
                </a:solidFill>
                <a:latin typeface="Helvetica" pitchFamily="2" charset="0"/>
              </a:rPr>
              <a:t>provides</a:t>
            </a:r>
            <a:r>
              <a:rPr lang="es-ES" sz="2000" dirty="0">
                <a:solidFill>
                  <a:srgbClr val="000000"/>
                </a:solidFill>
                <a:latin typeface="Helvetica" pitchFamily="2" charset="0"/>
              </a:rPr>
              <a:t> a single </a:t>
            </a:r>
            <a:r>
              <a:rPr lang="es-ES" sz="2000" dirty="0" err="1">
                <a:solidFill>
                  <a:srgbClr val="000000"/>
                </a:solidFill>
                <a:latin typeface="Helvetica" pitchFamily="2" charset="0"/>
              </a:rPr>
              <a:t>metric</a:t>
            </a:r>
            <a:r>
              <a:rPr lang="es-ES" sz="2000" dirty="0">
                <a:solidFill>
                  <a:srgbClr val="000000"/>
                </a:solidFill>
                <a:latin typeface="Helvetica" pitchFamily="2" charset="0"/>
              </a:rPr>
              <a:t> </a:t>
            </a:r>
            <a:r>
              <a:rPr lang="es-ES" sz="2000" dirty="0" err="1">
                <a:solidFill>
                  <a:srgbClr val="000000"/>
                </a:solidFill>
                <a:latin typeface="Helvetica" pitchFamily="2" charset="0"/>
              </a:rPr>
              <a:t>that</a:t>
            </a:r>
            <a:r>
              <a:rPr lang="es-ES" sz="2000" dirty="0">
                <a:solidFill>
                  <a:srgbClr val="000000"/>
                </a:solidFill>
                <a:latin typeface="Helvetica" pitchFamily="2" charset="0"/>
              </a:rPr>
              <a:t> </a:t>
            </a:r>
            <a:r>
              <a:rPr lang="es-ES" sz="2000" dirty="0" err="1">
                <a:solidFill>
                  <a:srgbClr val="000000"/>
                </a:solidFill>
                <a:latin typeface="Helvetica" pitchFamily="2" charset="0"/>
              </a:rPr>
              <a:t>summarizes</a:t>
            </a:r>
            <a:r>
              <a:rPr lang="es-ES" sz="2000" dirty="0">
                <a:solidFill>
                  <a:srgbClr val="000000"/>
                </a:solidFill>
                <a:latin typeface="Helvetica" pitchFamily="2" charset="0"/>
              </a:rPr>
              <a:t> </a:t>
            </a:r>
            <a:r>
              <a:rPr lang="es-ES" sz="2000" dirty="0" err="1">
                <a:solidFill>
                  <a:srgbClr val="000000"/>
                </a:solidFill>
                <a:latin typeface="Helvetica" pitchFamily="2" charset="0"/>
              </a:rPr>
              <a:t>the</a:t>
            </a:r>
            <a:r>
              <a:rPr lang="es-ES" sz="2000" dirty="0">
                <a:solidFill>
                  <a:srgbClr val="000000"/>
                </a:solidFill>
                <a:latin typeface="Helvetica" pitchFamily="2" charset="0"/>
              </a:rPr>
              <a:t> balance </a:t>
            </a:r>
            <a:r>
              <a:rPr lang="es-ES" sz="2000" dirty="0" err="1">
                <a:solidFill>
                  <a:srgbClr val="000000"/>
                </a:solidFill>
                <a:latin typeface="Helvetica" pitchFamily="2" charset="0"/>
              </a:rPr>
              <a:t>between</a:t>
            </a:r>
            <a:r>
              <a:rPr lang="es-ES" sz="2000" dirty="0">
                <a:solidFill>
                  <a:srgbClr val="000000"/>
                </a:solidFill>
                <a:latin typeface="Helvetica" pitchFamily="2" charset="0"/>
              </a:rPr>
              <a:t> </a:t>
            </a:r>
            <a:r>
              <a:rPr lang="es-ES" sz="2000" dirty="0" err="1">
                <a:solidFill>
                  <a:srgbClr val="000000"/>
                </a:solidFill>
                <a:latin typeface="Helvetica" pitchFamily="2" charset="0"/>
              </a:rPr>
              <a:t>precision</a:t>
            </a:r>
            <a:r>
              <a:rPr lang="es-ES" sz="2000" dirty="0">
                <a:solidFill>
                  <a:srgbClr val="000000"/>
                </a:solidFill>
                <a:latin typeface="Helvetica" pitchFamily="2" charset="0"/>
              </a:rPr>
              <a:t> and </a:t>
            </a:r>
            <a:r>
              <a:rPr lang="es-ES" sz="2000" dirty="0" err="1">
                <a:solidFill>
                  <a:srgbClr val="000000"/>
                </a:solidFill>
                <a:latin typeface="Helvetica" pitchFamily="2" charset="0"/>
              </a:rPr>
              <a:t>recall</a:t>
            </a:r>
            <a:r>
              <a:rPr lang="es-ES" sz="2000" dirty="0">
                <a:solidFill>
                  <a:srgbClr val="000000"/>
                </a:solidFill>
                <a:latin typeface="Helvetica" pitchFamily="2" charset="0"/>
              </a:rPr>
              <a:t> and </a:t>
            </a:r>
            <a:r>
              <a:rPr lang="es-ES" sz="2000" dirty="0" err="1">
                <a:solidFill>
                  <a:srgbClr val="000000"/>
                </a:solidFill>
                <a:latin typeface="Helvetica" pitchFamily="2" charset="0"/>
              </a:rPr>
              <a:t>is</a:t>
            </a:r>
            <a:r>
              <a:rPr lang="es-ES" sz="2000" dirty="0">
                <a:solidFill>
                  <a:srgbClr val="000000"/>
                </a:solidFill>
                <a:latin typeface="Helvetica" pitchFamily="2" charset="0"/>
              </a:rPr>
              <a:t> a </a:t>
            </a:r>
            <a:r>
              <a:rPr lang="es-ES" sz="2000" dirty="0" err="1">
                <a:solidFill>
                  <a:srgbClr val="000000"/>
                </a:solidFill>
                <a:latin typeface="Helvetica" pitchFamily="2" charset="0"/>
              </a:rPr>
              <a:t>useful</a:t>
            </a:r>
            <a:r>
              <a:rPr lang="es-ES" sz="2000" dirty="0">
                <a:solidFill>
                  <a:srgbClr val="000000"/>
                </a:solidFill>
                <a:latin typeface="Helvetica" pitchFamily="2" charset="0"/>
              </a:rPr>
              <a:t> </a:t>
            </a:r>
            <a:r>
              <a:rPr lang="es-ES" sz="2000" dirty="0" err="1">
                <a:solidFill>
                  <a:srgbClr val="000000"/>
                </a:solidFill>
                <a:latin typeface="Helvetica" pitchFamily="2" charset="0"/>
              </a:rPr>
              <a:t>metric</a:t>
            </a:r>
            <a:r>
              <a:rPr lang="es-ES" sz="2000" dirty="0">
                <a:solidFill>
                  <a:srgbClr val="000000"/>
                </a:solidFill>
                <a:latin typeface="Helvetica" pitchFamily="2" charset="0"/>
              </a:rPr>
              <a:t> </a:t>
            </a:r>
            <a:r>
              <a:rPr lang="es-ES" sz="2000" dirty="0" err="1">
                <a:solidFill>
                  <a:srgbClr val="000000"/>
                </a:solidFill>
                <a:latin typeface="Helvetica" pitchFamily="2" charset="0"/>
              </a:rPr>
              <a:t>for</a:t>
            </a:r>
            <a:r>
              <a:rPr lang="es-ES" sz="2000" dirty="0">
                <a:solidFill>
                  <a:srgbClr val="000000"/>
                </a:solidFill>
                <a:latin typeface="Helvetica" pitchFamily="2" charset="0"/>
              </a:rPr>
              <a:t> </a:t>
            </a:r>
            <a:r>
              <a:rPr lang="es-ES" sz="2000" dirty="0" err="1">
                <a:solidFill>
                  <a:srgbClr val="000000"/>
                </a:solidFill>
                <a:latin typeface="Helvetica" pitchFamily="2" charset="0"/>
              </a:rPr>
              <a:t>evaluating</a:t>
            </a:r>
            <a:r>
              <a:rPr lang="es-ES" sz="2000" dirty="0">
                <a:solidFill>
                  <a:srgbClr val="000000"/>
                </a:solidFill>
                <a:latin typeface="Helvetica" pitchFamily="2" charset="0"/>
              </a:rPr>
              <a:t> </a:t>
            </a:r>
            <a:r>
              <a:rPr lang="es-ES" sz="2000" dirty="0" err="1">
                <a:solidFill>
                  <a:srgbClr val="000000"/>
                </a:solidFill>
                <a:latin typeface="Helvetica" pitchFamily="2" charset="0"/>
              </a:rPr>
              <a:t>the</a:t>
            </a:r>
            <a:r>
              <a:rPr lang="es-ES" sz="2000" dirty="0">
                <a:solidFill>
                  <a:srgbClr val="000000"/>
                </a:solidFill>
                <a:latin typeface="Helvetica" pitchFamily="2" charset="0"/>
              </a:rPr>
              <a:t> performance </a:t>
            </a:r>
            <a:r>
              <a:rPr lang="es-ES" sz="2000" dirty="0" err="1">
                <a:solidFill>
                  <a:srgbClr val="000000"/>
                </a:solidFill>
                <a:latin typeface="Helvetica" pitchFamily="2" charset="0"/>
              </a:rPr>
              <a:t>of</a:t>
            </a:r>
            <a:r>
              <a:rPr lang="es-ES" sz="2000" dirty="0">
                <a:solidFill>
                  <a:srgbClr val="000000"/>
                </a:solidFill>
                <a:latin typeface="Helvetica" pitchFamily="2" charset="0"/>
              </a:rPr>
              <a:t> </a:t>
            </a:r>
            <a:r>
              <a:rPr lang="es-ES" sz="2000" dirty="0" err="1">
                <a:solidFill>
                  <a:srgbClr val="000000"/>
                </a:solidFill>
                <a:latin typeface="Helvetica" pitchFamily="2" charset="0"/>
              </a:rPr>
              <a:t>anomaly</a:t>
            </a:r>
            <a:r>
              <a:rPr lang="es-ES" sz="2000" dirty="0">
                <a:solidFill>
                  <a:srgbClr val="000000"/>
                </a:solidFill>
                <a:latin typeface="Helvetica" pitchFamily="2" charset="0"/>
              </a:rPr>
              <a:t> </a:t>
            </a:r>
            <a:r>
              <a:rPr lang="es-ES" sz="2000" dirty="0" err="1">
                <a:solidFill>
                  <a:srgbClr val="000000"/>
                </a:solidFill>
                <a:latin typeface="Helvetica" pitchFamily="2" charset="0"/>
              </a:rPr>
              <a:t>detection</a:t>
            </a:r>
            <a:r>
              <a:rPr lang="es-ES" sz="2000" dirty="0">
                <a:solidFill>
                  <a:srgbClr val="000000"/>
                </a:solidFill>
                <a:latin typeface="Helvetica" pitchFamily="2" charset="0"/>
              </a:rPr>
              <a:t> </a:t>
            </a:r>
            <a:r>
              <a:rPr lang="es-ES" sz="2000" dirty="0" err="1">
                <a:solidFill>
                  <a:srgbClr val="000000"/>
                </a:solidFill>
                <a:latin typeface="Helvetica" pitchFamily="2" charset="0"/>
              </a:rPr>
              <a:t>algorithms</a:t>
            </a:r>
            <a:endParaRPr lang="en-US" sz="24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16</a:t>
            </a:fld>
            <a:endParaRPr lang="es-ES"/>
          </a:p>
        </p:txBody>
      </p:sp>
      <p:pic>
        <p:nvPicPr>
          <p:cNvPr id="5" name="Imagen 4">
            <a:extLst>
              <a:ext uri="{FF2B5EF4-FFF2-40B4-BE49-F238E27FC236}">
                <a16:creationId xmlns:a16="http://schemas.microsoft.com/office/drawing/2014/main" id="{F9384511-3A30-A7FA-F5F2-CCCC4C18657D}"/>
              </a:ext>
            </a:extLst>
          </p:cNvPr>
          <p:cNvPicPr>
            <a:picLocks noChangeAspect="1"/>
          </p:cNvPicPr>
          <p:nvPr/>
        </p:nvPicPr>
        <p:blipFill>
          <a:blip r:embed="rId2"/>
          <a:stretch>
            <a:fillRect/>
          </a:stretch>
        </p:blipFill>
        <p:spPr>
          <a:xfrm>
            <a:off x="4610100" y="3429000"/>
            <a:ext cx="2971800" cy="8255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Tree>
    <p:extLst>
      <p:ext uri="{BB962C8B-B14F-4D97-AF65-F5344CB8AC3E}">
        <p14:creationId xmlns:p14="http://schemas.microsoft.com/office/powerpoint/2010/main" val="2882343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Clustering</a:t>
            </a:r>
            <a:endParaRPr lang="es-ES" dirty="0">
              <a:solidFill>
                <a:srgbClr val="0070C0"/>
              </a:solidFill>
            </a:endParaRPr>
          </a:p>
        </p:txBody>
      </p:sp>
      <p:sp>
        <p:nvSpPr>
          <p:cNvPr id="3" name="2 Marcador de contenido"/>
          <p:cNvSpPr>
            <a:spLocks noGrp="1"/>
          </p:cNvSpPr>
          <p:nvPr>
            <p:ph idx="1"/>
          </p:nvPr>
        </p:nvSpPr>
        <p:spPr>
          <a:xfrm>
            <a:off x="346363" y="1428655"/>
            <a:ext cx="11610109" cy="4938712"/>
          </a:xfrm>
        </p:spPr>
        <p:txBody>
          <a:bodyPr>
            <a:normAutofit/>
          </a:bodyPr>
          <a:lstStyle/>
          <a:p>
            <a:pPr algn="l" rtl="0"/>
            <a:r>
              <a:rPr lang="es-ES" sz="2400" dirty="0" err="1">
                <a:solidFill>
                  <a:srgbClr val="000000"/>
                </a:solidFill>
                <a:latin typeface="Helvetica" pitchFamily="2" charset="0"/>
              </a:rPr>
              <a:t>Finding</a:t>
            </a:r>
            <a:r>
              <a:rPr lang="es-ES" sz="2400" dirty="0">
                <a:solidFill>
                  <a:srgbClr val="000000"/>
                </a:solidFill>
                <a:latin typeface="Helvetica" pitchFamily="2" charset="0"/>
              </a:rPr>
              <a:t> </a:t>
            </a:r>
            <a:r>
              <a:rPr lang="es-ES" sz="2400" dirty="0" err="1">
                <a:solidFill>
                  <a:srgbClr val="000000"/>
                </a:solidFill>
                <a:latin typeface="Helvetica" pitchFamily="2" charset="0"/>
              </a:rPr>
              <a:t>groups</a:t>
            </a:r>
            <a:r>
              <a:rPr lang="es-ES" sz="2400" dirty="0">
                <a:solidFill>
                  <a:srgbClr val="000000"/>
                </a:solidFill>
                <a:latin typeface="Helvetica" pitchFamily="2" charset="0"/>
              </a:rPr>
              <a:t> </a:t>
            </a:r>
            <a:r>
              <a:rPr lang="es-ES" sz="2400" dirty="0" err="1">
                <a:solidFill>
                  <a:srgbClr val="000000"/>
                </a:solidFill>
                <a:latin typeface="Helvetica" pitchFamily="2" charset="0"/>
              </a:rPr>
              <a:t>of</a:t>
            </a:r>
            <a:r>
              <a:rPr lang="es-ES" sz="2400" dirty="0">
                <a:solidFill>
                  <a:srgbClr val="000000"/>
                </a:solidFill>
                <a:latin typeface="Helvetica" pitchFamily="2" charset="0"/>
              </a:rPr>
              <a:t> </a:t>
            </a:r>
            <a:r>
              <a:rPr lang="es-ES" sz="2400" dirty="0" err="1">
                <a:solidFill>
                  <a:srgbClr val="000000"/>
                </a:solidFill>
                <a:latin typeface="Helvetica" pitchFamily="2" charset="0"/>
              </a:rPr>
              <a:t>objects</a:t>
            </a:r>
            <a:r>
              <a:rPr lang="es-ES" sz="2400" dirty="0">
                <a:solidFill>
                  <a:srgbClr val="000000"/>
                </a:solidFill>
                <a:latin typeface="Helvetica" pitchFamily="2" charset="0"/>
              </a:rPr>
              <a:t> </a:t>
            </a:r>
            <a:r>
              <a:rPr lang="es-ES" sz="2400" dirty="0" err="1">
                <a:solidFill>
                  <a:srgbClr val="000000"/>
                </a:solidFill>
                <a:latin typeface="Helvetica" pitchFamily="2" charset="0"/>
              </a:rPr>
              <a:t>such</a:t>
            </a:r>
            <a:r>
              <a:rPr lang="es-ES" sz="2400" dirty="0">
                <a:solidFill>
                  <a:srgbClr val="000000"/>
                </a:solidFill>
                <a:latin typeface="Helvetica" pitchFamily="2" charset="0"/>
              </a:rPr>
              <a:t> </a:t>
            </a:r>
            <a:r>
              <a:rPr lang="es-ES" sz="2400" dirty="0" err="1">
                <a:solidFill>
                  <a:srgbClr val="000000"/>
                </a:solidFill>
                <a:latin typeface="Helvetica" pitchFamily="2" charset="0"/>
              </a:rPr>
              <a:t>that</a:t>
            </a:r>
            <a:r>
              <a:rPr lang="es-ES" sz="2400" dirty="0">
                <a:solidFill>
                  <a:srgbClr val="000000"/>
                </a:solidFill>
                <a:latin typeface="Helvetica" pitchFamily="2" charset="0"/>
              </a:rPr>
              <a:t> </a:t>
            </a:r>
            <a:r>
              <a:rPr lang="es-ES" sz="2400" dirty="0" err="1">
                <a:solidFill>
                  <a:srgbClr val="000000"/>
                </a:solidFill>
                <a:latin typeface="Helvetica" pitchFamily="2" charset="0"/>
              </a:rPr>
              <a:t>the</a:t>
            </a:r>
            <a:r>
              <a:rPr lang="es-ES" sz="2400" dirty="0">
                <a:solidFill>
                  <a:srgbClr val="000000"/>
                </a:solidFill>
                <a:latin typeface="Helvetica" pitchFamily="2" charset="0"/>
              </a:rPr>
              <a:t> </a:t>
            </a:r>
            <a:r>
              <a:rPr lang="es-ES" sz="2400" dirty="0" err="1">
                <a:solidFill>
                  <a:srgbClr val="000000"/>
                </a:solidFill>
                <a:latin typeface="Helvetica" pitchFamily="2" charset="0"/>
              </a:rPr>
              <a:t>objects</a:t>
            </a:r>
            <a:r>
              <a:rPr lang="es-ES" sz="2400" dirty="0">
                <a:solidFill>
                  <a:srgbClr val="000000"/>
                </a:solidFill>
                <a:latin typeface="Helvetica" pitchFamily="2" charset="0"/>
              </a:rPr>
              <a:t> in a </a:t>
            </a:r>
            <a:r>
              <a:rPr lang="es-ES" sz="2400" dirty="0" err="1">
                <a:solidFill>
                  <a:srgbClr val="000000"/>
                </a:solidFill>
                <a:latin typeface="Helvetica" pitchFamily="2" charset="0"/>
              </a:rPr>
              <a:t>group</a:t>
            </a:r>
            <a:r>
              <a:rPr lang="es-ES" sz="2400" dirty="0">
                <a:solidFill>
                  <a:srgbClr val="000000"/>
                </a:solidFill>
                <a:latin typeface="Helvetica" pitchFamily="2" charset="0"/>
              </a:rPr>
              <a:t> </a:t>
            </a:r>
            <a:r>
              <a:rPr lang="es-ES" sz="2400" dirty="0" err="1">
                <a:solidFill>
                  <a:srgbClr val="000000"/>
                </a:solidFill>
                <a:latin typeface="Helvetica" pitchFamily="2" charset="0"/>
              </a:rPr>
              <a:t>will</a:t>
            </a:r>
            <a:r>
              <a:rPr lang="es-ES" sz="2400" dirty="0">
                <a:solidFill>
                  <a:srgbClr val="000000"/>
                </a:solidFill>
                <a:latin typeface="Helvetica" pitchFamily="2" charset="0"/>
              </a:rPr>
              <a:t> be similar </a:t>
            </a:r>
            <a:r>
              <a:rPr lang="es-ES" sz="2400" dirty="0" err="1">
                <a:solidFill>
                  <a:srgbClr val="000000"/>
                </a:solidFill>
                <a:latin typeface="Helvetica" pitchFamily="2" charset="0"/>
              </a:rPr>
              <a:t>to</a:t>
            </a:r>
            <a:r>
              <a:rPr lang="es-ES" sz="2400" dirty="0">
                <a:solidFill>
                  <a:srgbClr val="000000"/>
                </a:solidFill>
                <a:latin typeface="Helvetica" pitchFamily="2" charset="0"/>
              </a:rPr>
              <a:t> </a:t>
            </a:r>
            <a:r>
              <a:rPr lang="es-ES" sz="2400" dirty="0" err="1">
                <a:solidFill>
                  <a:srgbClr val="000000"/>
                </a:solidFill>
                <a:latin typeface="Helvetica" pitchFamily="2" charset="0"/>
              </a:rPr>
              <a:t>one</a:t>
            </a:r>
            <a:r>
              <a:rPr lang="es-ES" sz="2400" dirty="0">
                <a:solidFill>
                  <a:srgbClr val="000000"/>
                </a:solidFill>
                <a:latin typeface="Helvetica" pitchFamily="2" charset="0"/>
              </a:rPr>
              <a:t> </a:t>
            </a:r>
            <a:r>
              <a:rPr lang="es-ES" sz="2400" dirty="0" err="1">
                <a:solidFill>
                  <a:srgbClr val="000000"/>
                </a:solidFill>
                <a:latin typeface="Helvetica" pitchFamily="2" charset="0"/>
              </a:rPr>
              <a:t>another</a:t>
            </a:r>
            <a:r>
              <a:rPr lang="es-ES" sz="2400" dirty="0">
                <a:solidFill>
                  <a:srgbClr val="000000"/>
                </a:solidFill>
                <a:latin typeface="Helvetica" pitchFamily="2" charset="0"/>
              </a:rPr>
              <a:t> and </a:t>
            </a:r>
            <a:r>
              <a:rPr lang="es-ES" sz="2400" dirty="0" err="1">
                <a:solidFill>
                  <a:srgbClr val="000000"/>
                </a:solidFill>
                <a:latin typeface="Helvetica" pitchFamily="2" charset="0"/>
              </a:rPr>
              <a:t>different</a:t>
            </a:r>
            <a:r>
              <a:rPr lang="es-ES" sz="2400" dirty="0">
                <a:solidFill>
                  <a:srgbClr val="000000"/>
                </a:solidFill>
                <a:latin typeface="Helvetica" pitchFamily="2" charset="0"/>
              </a:rPr>
              <a:t> </a:t>
            </a:r>
            <a:r>
              <a:rPr lang="es-ES" sz="2400" dirty="0" err="1">
                <a:solidFill>
                  <a:srgbClr val="000000"/>
                </a:solidFill>
                <a:latin typeface="Helvetica" pitchFamily="2" charset="0"/>
              </a:rPr>
              <a:t>from</a:t>
            </a:r>
            <a:r>
              <a:rPr lang="es-ES" sz="2400" dirty="0">
                <a:solidFill>
                  <a:srgbClr val="000000"/>
                </a:solidFill>
                <a:latin typeface="Helvetica" pitchFamily="2" charset="0"/>
              </a:rPr>
              <a:t> </a:t>
            </a:r>
            <a:r>
              <a:rPr lang="es-ES" sz="2400" dirty="0" err="1">
                <a:solidFill>
                  <a:srgbClr val="000000"/>
                </a:solidFill>
                <a:latin typeface="Helvetica" pitchFamily="2" charset="0"/>
              </a:rPr>
              <a:t>the</a:t>
            </a:r>
            <a:r>
              <a:rPr lang="es-ES" sz="2400" dirty="0">
                <a:solidFill>
                  <a:srgbClr val="000000"/>
                </a:solidFill>
                <a:latin typeface="Helvetica" pitchFamily="2" charset="0"/>
              </a:rPr>
              <a:t> </a:t>
            </a:r>
            <a:r>
              <a:rPr lang="es-ES" sz="2400" dirty="0" err="1">
                <a:solidFill>
                  <a:srgbClr val="000000"/>
                </a:solidFill>
                <a:latin typeface="Helvetica" pitchFamily="2" charset="0"/>
              </a:rPr>
              <a:t>objects</a:t>
            </a:r>
            <a:r>
              <a:rPr lang="es-ES" sz="2400" dirty="0">
                <a:solidFill>
                  <a:srgbClr val="000000"/>
                </a:solidFill>
                <a:latin typeface="Helvetica" pitchFamily="2" charset="0"/>
              </a:rPr>
              <a:t> </a:t>
            </a:r>
            <a:r>
              <a:rPr lang="es-ES" sz="2400" dirty="0" err="1">
                <a:solidFill>
                  <a:srgbClr val="000000"/>
                </a:solidFill>
                <a:latin typeface="Helvetica" pitchFamily="2" charset="0"/>
              </a:rPr>
              <a:t>of</a:t>
            </a:r>
            <a:r>
              <a:rPr lang="es-ES" sz="2400" dirty="0">
                <a:solidFill>
                  <a:srgbClr val="000000"/>
                </a:solidFill>
                <a:latin typeface="Helvetica" pitchFamily="2" charset="0"/>
              </a:rPr>
              <a:t> </a:t>
            </a:r>
            <a:r>
              <a:rPr lang="es-ES" sz="2400" dirty="0" err="1">
                <a:solidFill>
                  <a:srgbClr val="000000"/>
                </a:solidFill>
                <a:latin typeface="Helvetica" pitchFamily="2" charset="0"/>
              </a:rPr>
              <a:t>the</a:t>
            </a:r>
            <a:r>
              <a:rPr lang="es-ES" sz="2400" dirty="0">
                <a:solidFill>
                  <a:srgbClr val="000000"/>
                </a:solidFill>
                <a:latin typeface="Helvetica" pitchFamily="2" charset="0"/>
              </a:rPr>
              <a:t> </a:t>
            </a:r>
            <a:r>
              <a:rPr lang="es-ES" sz="2400" dirty="0" err="1">
                <a:solidFill>
                  <a:srgbClr val="000000"/>
                </a:solidFill>
                <a:latin typeface="Helvetica" pitchFamily="2" charset="0"/>
              </a:rPr>
              <a:t>other</a:t>
            </a:r>
            <a:endParaRPr lang="es-ES" sz="2400" dirty="0">
              <a:solidFill>
                <a:srgbClr val="000000"/>
              </a:solidFill>
              <a:latin typeface="Helvetica" pitchFamily="2" charset="0"/>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17</a:t>
            </a:fld>
            <a:endParaRPr lang="es-ES"/>
          </a:p>
        </p:txBody>
      </p:sp>
      <p:pic>
        <p:nvPicPr>
          <p:cNvPr id="8" name="Imagen 7">
            <a:extLst>
              <a:ext uri="{FF2B5EF4-FFF2-40B4-BE49-F238E27FC236}">
                <a16:creationId xmlns:a16="http://schemas.microsoft.com/office/drawing/2014/main" id="{3022FE6F-CC84-270D-3EFC-61F37635330E}"/>
              </a:ext>
            </a:extLst>
          </p:cNvPr>
          <p:cNvPicPr>
            <a:picLocks noChangeAspect="1"/>
          </p:cNvPicPr>
          <p:nvPr/>
        </p:nvPicPr>
        <p:blipFill>
          <a:blip r:embed="rId2"/>
          <a:stretch>
            <a:fillRect/>
          </a:stretch>
        </p:blipFill>
        <p:spPr>
          <a:xfrm>
            <a:off x="2338440" y="2366737"/>
            <a:ext cx="7515121" cy="3907863"/>
          </a:xfrm>
          <a:prstGeom prst="rect">
            <a:avLst/>
          </a:prstGeom>
        </p:spPr>
      </p:pic>
    </p:spTree>
    <p:extLst>
      <p:ext uri="{BB962C8B-B14F-4D97-AF65-F5344CB8AC3E}">
        <p14:creationId xmlns:p14="http://schemas.microsoft.com/office/powerpoint/2010/main" val="368636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solidFill>
                  <a:srgbClr val="0070C0"/>
                </a:solidFill>
              </a:rPr>
              <a:t>K-</a:t>
            </a:r>
            <a:r>
              <a:rPr lang="es-ES" dirty="0" err="1">
                <a:solidFill>
                  <a:srgbClr val="0070C0"/>
                </a:solidFill>
              </a:rPr>
              <a:t>means</a:t>
            </a:r>
            <a:r>
              <a:rPr lang="es-ES" dirty="0">
                <a:solidFill>
                  <a:srgbClr val="0070C0"/>
                </a:solidFill>
              </a:rPr>
              <a:t> </a:t>
            </a:r>
            <a:r>
              <a:rPr lang="es-ES" dirty="0" err="1">
                <a:solidFill>
                  <a:srgbClr val="0070C0"/>
                </a:solidFill>
              </a:rPr>
              <a:t>Clustering</a:t>
            </a:r>
            <a:endParaRPr lang="es-ES" dirty="0">
              <a:solidFill>
                <a:srgbClr val="0070C0"/>
              </a:solidFill>
            </a:endParaRPr>
          </a:p>
        </p:txBody>
      </p:sp>
      <p:sp>
        <p:nvSpPr>
          <p:cNvPr id="3" name="2 Marcador de contenido"/>
          <p:cNvSpPr>
            <a:spLocks noGrp="1"/>
          </p:cNvSpPr>
          <p:nvPr>
            <p:ph idx="1"/>
          </p:nvPr>
        </p:nvSpPr>
        <p:spPr>
          <a:xfrm>
            <a:off x="942109" y="1643743"/>
            <a:ext cx="10875818" cy="4712607"/>
          </a:xfrm>
        </p:spPr>
        <p:txBody>
          <a:bodyPr>
            <a:normAutofit/>
          </a:bodyPr>
          <a:lstStyle/>
          <a:p>
            <a:pPr algn="l" rtl="0"/>
            <a:r>
              <a:rPr lang="es-ES" sz="2400" dirty="0" err="1">
                <a:solidFill>
                  <a:srgbClr val="000000"/>
                </a:solidFill>
                <a:latin typeface="Helvetica" pitchFamily="2" charset="0"/>
              </a:rPr>
              <a:t>Each</a:t>
            </a:r>
            <a:r>
              <a:rPr lang="es-ES" sz="2400" dirty="0">
                <a:solidFill>
                  <a:srgbClr val="000000"/>
                </a:solidFill>
                <a:latin typeface="Helvetica" pitchFamily="2" charset="0"/>
              </a:rPr>
              <a:t> </a:t>
            </a:r>
            <a:r>
              <a:rPr lang="es-ES" sz="2400" dirty="0" err="1">
                <a:solidFill>
                  <a:srgbClr val="000000"/>
                </a:solidFill>
                <a:latin typeface="Helvetica" pitchFamily="2" charset="0"/>
              </a:rPr>
              <a:t>cluster</a:t>
            </a:r>
            <a:r>
              <a:rPr lang="es-ES" sz="2400" dirty="0">
                <a:solidFill>
                  <a:srgbClr val="000000"/>
                </a:solidFill>
                <a:latin typeface="Helvetica" pitchFamily="2" charset="0"/>
              </a:rPr>
              <a:t> </a:t>
            </a:r>
            <a:r>
              <a:rPr lang="es-ES" sz="2400" dirty="0" err="1">
                <a:solidFill>
                  <a:srgbClr val="000000"/>
                </a:solidFill>
                <a:latin typeface="Helvetica" pitchFamily="2" charset="0"/>
              </a:rPr>
              <a:t>is</a:t>
            </a:r>
            <a:r>
              <a:rPr lang="es-ES" sz="2400" dirty="0">
                <a:solidFill>
                  <a:srgbClr val="000000"/>
                </a:solidFill>
                <a:latin typeface="Helvetica" pitchFamily="2" charset="0"/>
              </a:rPr>
              <a:t> </a:t>
            </a:r>
            <a:r>
              <a:rPr lang="es-ES" sz="2400" dirty="0" err="1">
                <a:solidFill>
                  <a:srgbClr val="000000"/>
                </a:solidFill>
                <a:latin typeface="Helvetica" pitchFamily="2" charset="0"/>
              </a:rPr>
              <a:t>associated</a:t>
            </a:r>
            <a:r>
              <a:rPr lang="es-ES" sz="2400" dirty="0">
                <a:solidFill>
                  <a:srgbClr val="000000"/>
                </a:solidFill>
                <a:latin typeface="Helvetica" pitchFamily="2" charset="0"/>
              </a:rPr>
              <a:t> </a:t>
            </a:r>
            <a:r>
              <a:rPr lang="es-ES" sz="2400" dirty="0" err="1">
                <a:solidFill>
                  <a:srgbClr val="000000"/>
                </a:solidFill>
                <a:latin typeface="Helvetica" pitchFamily="2" charset="0"/>
              </a:rPr>
              <a:t>with</a:t>
            </a:r>
            <a:r>
              <a:rPr lang="es-ES" sz="2400" dirty="0">
                <a:solidFill>
                  <a:srgbClr val="000000"/>
                </a:solidFill>
                <a:latin typeface="Helvetica" pitchFamily="2" charset="0"/>
              </a:rPr>
              <a:t> a </a:t>
            </a:r>
            <a:r>
              <a:rPr lang="es-ES" sz="2400" dirty="0" err="1">
                <a:solidFill>
                  <a:srgbClr val="000000"/>
                </a:solidFill>
                <a:latin typeface="Helvetica" pitchFamily="2" charset="0"/>
              </a:rPr>
              <a:t>centroid</a:t>
            </a:r>
            <a:r>
              <a:rPr lang="es-ES" sz="2400" dirty="0">
                <a:solidFill>
                  <a:srgbClr val="000000"/>
                </a:solidFill>
                <a:latin typeface="Helvetica" pitchFamily="2" charset="0"/>
              </a:rPr>
              <a:t> (center </a:t>
            </a:r>
            <a:r>
              <a:rPr lang="es-ES" sz="2400" dirty="0" err="1">
                <a:solidFill>
                  <a:srgbClr val="000000"/>
                </a:solidFill>
                <a:latin typeface="Helvetica" pitchFamily="2" charset="0"/>
              </a:rPr>
              <a:t>point</a:t>
            </a:r>
            <a:r>
              <a:rPr lang="es-ES" sz="2400" dirty="0">
                <a:solidFill>
                  <a:srgbClr val="000000"/>
                </a:solidFill>
                <a:latin typeface="Helvetica" pitchFamily="2" charset="0"/>
              </a:rPr>
              <a:t>)</a:t>
            </a:r>
          </a:p>
          <a:p>
            <a:pPr algn="l" rtl="0"/>
            <a:r>
              <a:rPr lang="es-ES" sz="2400" dirty="0" err="1">
                <a:solidFill>
                  <a:srgbClr val="000000"/>
                </a:solidFill>
                <a:latin typeface="Helvetica" pitchFamily="2" charset="0"/>
              </a:rPr>
              <a:t>Each</a:t>
            </a:r>
            <a:r>
              <a:rPr lang="es-ES" sz="2400" dirty="0">
                <a:solidFill>
                  <a:srgbClr val="000000"/>
                </a:solidFill>
                <a:latin typeface="Helvetica" pitchFamily="2" charset="0"/>
              </a:rPr>
              <a:t> </a:t>
            </a:r>
            <a:r>
              <a:rPr lang="es-ES" sz="2400" dirty="0" err="1">
                <a:solidFill>
                  <a:srgbClr val="000000"/>
                </a:solidFill>
                <a:latin typeface="Helvetica" pitchFamily="2" charset="0"/>
              </a:rPr>
              <a:t>point</a:t>
            </a:r>
            <a:r>
              <a:rPr lang="es-ES" sz="2400" dirty="0">
                <a:solidFill>
                  <a:srgbClr val="000000"/>
                </a:solidFill>
                <a:latin typeface="Helvetica" pitchFamily="2" charset="0"/>
              </a:rPr>
              <a:t> </a:t>
            </a:r>
            <a:r>
              <a:rPr lang="es-ES" sz="2400" dirty="0" err="1">
                <a:solidFill>
                  <a:srgbClr val="000000"/>
                </a:solidFill>
                <a:latin typeface="Helvetica" pitchFamily="2" charset="0"/>
              </a:rPr>
              <a:t>is</a:t>
            </a:r>
            <a:r>
              <a:rPr lang="es-ES" sz="2400" dirty="0">
                <a:solidFill>
                  <a:srgbClr val="000000"/>
                </a:solidFill>
                <a:latin typeface="Helvetica" pitchFamily="2" charset="0"/>
              </a:rPr>
              <a:t> </a:t>
            </a:r>
            <a:r>
              <a:rPr lang="es-ES" sz="2400" dirty="0" err="1">
                <a:solidFill>
                  <a:srgbClr val="000000"/>
                </a:solidFill>
                <a:latin typeface="Helvetica" pitchFamily="2" charset="0"/>
              </a:rPr>
              <a:t>assigned</a:t>
            </a:r>
            <a:r>
              <a:rPr lang="es-ES" sz="2400" dirty="0">
                <a:solidFill>
                  <a:srgbClr val="000000"/>
                </a:solidFill>
                <a:latin typeface="Helvetica" pitchFamily="2" charset="0"/>
              </a:rPr>
              <a:t> </a:t>
            </a:r>
            <a:r>
              <a:rPr lang="es-ES" sz="2400" dirty="0" err="1">
                <a:solidFill>
                  <a:srgbClr val="000000"/>
                </a:solidFill>
                <a:latin typeface="Helvetica" pitchFamily="2" charset="0"/>
              </a:rPr>
              <a:t>to</a:t>
            </a:r>
            <a:r>
              <a:rPr lang="es-ES" sz="2400" dirty="0">
                <a:solidFill>
                  <a:srgbClr val="000000"/>
                </a:solidFill>
                <a:latin typeface="Helvetica" pitchFamily="2" charset="0"/>
              </a:rPr>
              <a:t> </a:t>
            </a:r>
            <a:r>
              <a:rPr lang="es-ES" sz="2400" dirty="0" err="1">
                <a:solidFill>
                  <a:srgbClr val="000000"/>
                </a:solidFill>
                <a:latin typeface="Helvetica" pitchFamily="2" charset="0"/>
              </a:rPr>
              <a:t>the</a:t>
            </a:r>
            <a:r>
              <a:rPr lang="es-ES" sz="2400" dirty="0">
                <a:solidFill>
                  <a:srgbClr val="000000"/>
                </a:solidFill>
                <a:latin typeface="Helvetica" pitchFamily="2" charset="0"/>
              </a:rPr>
              <a:t> </a:t>
            </a:r>
            <a:r>
              <a:rPr lang="es-ES" sz="2400" dirty="0" err="1">
                <a:solidFill>
                  <a:srgbClr val="000000"/>
                </a:solidFill>
                <a:latin typeface="Helvetica" pitchFamily="2" charset="0"/>
              </a:rPr>
              <a:t>cluster</a:t>
            </a:r>
            <a:r>
              <a:rPr lang="es-ES" sz="2400" dirty="0">
                <a:solidFill>
                  <a:srgbClr val="000000"/>
                </a:solidFill>
                <a:latin typeface="Helvetica" pitchFamily="2" charset="0"/>
              </a:rPr>
              <a:t> </a:t>
            </a:r>
            <a:r>
              <a:rPr lang="es-ES" sz="2400" dirty="0" err="1">
                <a:solidFill>
                  <a:srgbClr val="000000"/>
                </a:solidFill>
                <a:latin typeface="Helvetica" pitchFamily="2" charset="0"/>
              </a:rPr>
              <a:t>with</a:t>
            </a:r>
            <a:r>
              <a:rPr lang="es-ES" sz="2400" dirty="0">
                <a:solidFill>
                  <a:srgbClr val="000000"/>
                </a:solidFill>
                <a:latin typeface="Helvetica" pitchFamily="2" charset="0"/>
              </a:rPr>
              <a:t> </a:t>
            </a:r>
            <a:r>
              <a:rPr lang="es-ES" sz="2400" dirty="0" err="1">
                <a:solidFill>
                  <a:srgbClr val="000000"/>
                </a:solidFill>
                <a:latin typeface="Helvetica" pitchFamily="2" charset="0"/>
              </a:rPr>
              <a:t>the</a:t>
            </a:r>
            <a:r>
              <a:rPr lang="es-ES" sz="2400" dirty="0">
                <a:solidFill>
                  <a:srgbClr val="000000"/>
                </a:solidFill>
                <a:latin typeface="Helvetica" pitchFamily="2" charset="0"/>
              </a:rPr>
              <a:t> </a:t>
            </a:r>
            <a:r>
              <a:rPr lang="es-ES" sz="2400" dirty="0" err="1">
                <a:solidFill>
                  <a:srgbClr val="000000"/>
                </a:solidFill>
                <a:latin typeface="Helvetica" pitchFamily="2" charset="0"/>
              </a:rPr>
              <a:t>closest</a:t>
            </a:r>
            <a:r>
              <a:rPr lang="es-ES" sz="2400" dirty="0">
                <a:solidFill>
                  <a:srgbClr val="000000"/>
                </a:solidFill>
                <a:latin typeface="Helvetica" pitchFamily="2" charset="0"/>
              </a:rPr>
              <a:t> </a:t>
            </a:r>
            <a:r>
              <a:rPr lang="es-ES" sz="2400" dirty="0" err="1">
                <a:solidFill>
                  <a:srgbClr val="000000"/>
                </a:solidFill>
                <a:latin typeface="Helvetica" pitchFamily="2" charset="0"/>
              </a:rPr>
              <a:t>centroid</a:t>
            </a:r>
            <a:endParaRPr lang="es-ES" sz="2400" dirty="0">
              <a:solidFill>
                <a:srgbClr val="000000"/>
              </a:solidFill>
              <a:latin typeface="Helvetica" pitchFamily="2" charset="0"/>
            </a:endParaRPr>
          </a:p>
          <a:p>
            <a:pPr algn="l" rtl="0"/>
            <a:r>
              <a:rPr lang="es-ES" sz="2400" dirty="0" err="1">
                <a:solidFill>
                  <a:srgbClr val="000000"/>
                </a:solidFill>
                <a:latin typeface="Helvetica" pitchFamily="2" charset="0"/>
              </a:rPr>
              <a:t>Number</a:t>
            </a:r>
            <a:r>
              <a:rPr lang="es-ES" sz="2400" dirty="0">
                <a:solidFill>
                  <a:srgbClr val="000000"/>
                </a:solidFill>
                <a:latin typeface="Helvetica" pitchFamily="2" charset="0"/>
              </a:rPr>
              <a:t> </a:t>
            </a:r>
            <a:r>
              <a:rPr lang="es-ES" sz="2400" dirty="0" err="1">
                <a:solidFill>
                  <a:srgbClr val="000000"/>
                </a:solidFill>
                <a:latin typeface="Helvetica" pitchFamily="2" charset="0"/>
              </a:rPr>
              <a:t>of</a:t>
            </a:r>
            <a:r>
              <a:rPr lang="es-ES" sz="2400" dirty="0">
                <a:solidFill>
                  <a:srgbClr val="000000"/>
                </a:solidFill>
                <a:latin typeface="Helvetica" pitchFamily="2" charset="0"/>
              </a:rPr>
              <a:t> </a:t>
            </a:r>
            <a:r>
              <a:rPr lang="es-ES" sz="2400" dirty="0" err="1">
                <a:solidFill>
                  <a:srgbClr val="000000"/>
                </a:solidFill>
                <a:latin typeface="Helvetica" pitchFamily="2" charset="0"/>
              </a:rPr>
              <a:t>clusters</a:t>
            </a:r>
            <a:r>
              <a:rPr lang="es-ES" sz="2400" dirty="0">
                <a:solidFill>
                  <a:srgbClr val="000000"/>
                </a:solidFill>
                <a:latin typeface="Helvetica" pitchFamily="2" charset="0"/>
              </a:rPr>
              <a:t> </a:t>
            </a:r>
            <a:r>
              <a:rPr lang="es-ES" sz="2400" dirty="0" err="1">
                <a:solidFill>
                  <a:srgbClr val="000000"/>
                </a:solidFill>
                <a:latin typeface="Helvetica" pitchFamily="2" charset="0"/>
              </a:rPr>
              <a:t>must</a:t>
            </a:r>
            <a:r>
              <a:rPr lang="es-ES" sz="2400" dirty="0">
                <a:solidFill>
                  <a:srgbClr val="000000"/>
                </a:solidFill>
                <a:latin typeface="Helvetica" pitchFamily="2" charset="0"/>
              </a:rPr>
              <a:t> be </a:t>
            </a:r>
            <a:r>
              <a:rPr lang="es-ES" sz="2400" dirty="0" err="1">
                <a:solidFill>
                  <a:srgbClr val="000000"/>
                </a:solidFill>
                <a:latin typeface="Helvetica" pitchFamily="2" charset="0"/>
              </a:rPr>
              <a:t>specified</a:t>
            </a:r>
            <a:endParaRPr lang="es-ES" sz="2400" dirty="0">
              <a:solidFill>
                <a:srgbClr val="000000"/>
              </a:solidFill>
              <a:latin typeface="Helvetica" pitchFamily="2" charset="0"/>
            </a:endParaRPr>
          </a:p>
          <a:p>
            <a:pPr algn="l" rtl="0"/>
            <a:r>
              <a:rPr lang="es-ES" sz="2400" dirty="0" err="1">
                <a:solidFill>
                  <a:srgbClr val="000000"/>
                </a:solidFill>
                <a:latin typeface="Helvetica" pitchFamily="2" charset="0"/>
              </a:rPr>
              <a:t>The</a:t>
            </a:r>
            <a:r>
              <a:rPr lang="es-ES" sz="2400" dirty="0">
                <a:solidFill>
                  <a:srgbClr val="000000"/>
                </a:solidFill>
                <a:latin typeface="Helvetica" pitchFamily="2" charset="0"/>
              </a:rPr>
              <a:t> </a:t>
            </a:r>
            <a:r>
              <a:rPr lang="es-ES" sz="2400" dirty="0" err="1">
                <a:solidFill>
                  <a:srgbClr val="000000"/>
                </a:solidFill>
                <a:latin typeface="Helvetica" pitchFamily="2" charset="0"/>
              </a:rPr>
              <a:t>basic</a:t>
            </a:r>
            <a:r>
              <a:rPr lang="es-ES" sz="2400" dirty="0">
                <a:solidFill>
                  <a:srgbClr val="000000"/>
                </a:solidFill>
                <a:latin typeface="Helvetica" pitchFamily="2" charset="0"/>
              </a:rPr>
              <a:t> </a:t>
            </a:r>
            <a:r>
              <a:rPr lang="es-ES" sz="2400" dirty="0" err="1">
                <a:solidFill>
                  <a:srgbClr val="000000"/>
                </a:solidFill>
                <a:latin typeface="Helvetica" pitchFamily="2" charset="0"/>
              </a:rPr>
              <a:t>algorithm</a:t>
            </a:r>
            <a:r>
              <a:rPr lang="es-ES" sz="2400" dirty="0">
                <a:solidFill>
                  <a:srgbClr val="000000"/>
                </a:solidFill>
                <a:latin typeface="Helvetica" pitchFamily="2" charset="0"/>
              </a:rPr>
              <a:t> </a:t>
            </a:r>
            <a:r>
              <a:rPr lang="es-ES" sz="2400" dirty="0" err="1">
                <a:solidFill>
                  <a:srgbClr val="000000"/>
                </a:solidFill>
                <a:latin typeface="Helvetica" pitchFamily="2" charset="0"/>
              </a:rPr>
              <a:t>is</a:t>
            </a:r>
            <a:r>
              <a:rPr lang="es-ES" sz="2400" dirty="0">
                <a:solidFill>
                  <a:srgbClr val="000000"/>
                </a:solidFill>
                <a:latin typeface="Helvetica" pitchFamily="2" charset="0"/>
              </a:rPr>
              <a:t> </a:t>
            </a:r>
            <a:r>
              <a:rPr lang="es-ES" sz="2400" dirty="0" err="1">
                <a:solidFill>
                  <a:srgbClr val="000000"/>
                </a:solidFill>
                <a:latin typeface="Helvetica" pitchFamily="2" charset="0"/>
              </a:rPr>
              <a:t>very</a:t>
            </a:r>
            <a:r>
              <a:rPr lang="es-ES" sz="2400" dirty="0">
                <a:solidFill>
                  <a:srgbClr val="000000"/>
                </a:solidFill>
                <a:latin typeface="Helvetica" pitchFamily="2" charset="0"/>
              </a:rPr>
              <a:t> simple</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18</a:t>
            </a:fld>
            <a:endParaRPr lang="es-ES"/>
          </a:p>
        </p:txBody>
      </p:sp>
      <p:pic>
        <p:nvPicPr>
          <p:cNvPr id="5" name="Picture 7">
            <a:extLst>
              <a:ext uri="{FF2B5EF4-FFF2-40B4-BE49-F238E27FC236}">
                <a16:creationId xmlns:a16="http://schemas.microsoft.com/office/drawing/2014/main" id="{7821E4C7-547E-21B6-7338-AE84F973D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838575"/>
            <a:ext cx="8686800" cy="251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877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09600" y="136524"/>
            <a:ext cx="10972800" cy="1143000"/>
          </a:xfrm>
        </p:spPr>
        <p:txBody>
          <a:bodyPr>
            <a:normAutofit/>
          </a:bodyPr>
          <a:lstStyle/>
          <a:p>
            <a:r>
              <a:rPr lang="es-ES" dirty="0" err="1">
                <a:solidFill>
                  <a:srgbClr val="0070C0"/>
                </a:solidFill>
              </a:rPr>
              <a:t>Clustering</a:t>
            </a:r>
            <a:r>
              <a:rPr lang="es-ES" dirty="0">
                <a:solidFill>
                  <a:srgbClr val="0070C0"/>
                </a:solidFill>
              </a:rPr>
              <a:t> fo </a:t>
            </a:r>
            <a:r>
              <a:rPr lang="es-ES" dirty="0" err="1">
                <a:solidFill>
                  <a:srgbClr val="0070C0"/>
                </a:solidFill>
              </a:rPr>
              <a:t>Anomaly</a:t>
            </a:r>
            <a:r>
              <a:rPr lang="es-ES" dirty="0">
                <a:solidFill>
                  <a:srgbClr val="0070C0"/>
                </a:solidFill>
              </a:rPr>
              <a:t> </a:t>
            </a:r>
            <a:r>
              <a:rPr lang="es-ES" dirty="0" err="1">
                <a:solidFill>
                  <a:srgbClr val="0070C0"/>
                </a:solidFill>
              </a:rPr>
              <a:t>Detection</a:t>
            </a:r>
            <a:endParaRPr lang="es-ES" dirty="0">
              <a:solidFill>
                <a:srgbClr val="0070C0"/>
              </a:solidFill>
            </a:endParaRPr>
          </a:p>
        </p:txBody>
      </p:sp>
      <p:sp>
        <p:nvSpPr>
          <p:cNvPr id="3" name="2 Marcador de contenido"/>
          <p:cNvSpPr>
            <a:spLocks noGrp="1"/>
          </p:cNvSpPr>
          <p:nvPr>
            <p:ph idx="1"/>
          </p:nvPr>
        </p:nvSpPr>
        <p:spPr>
          <a:xfrm>
            <a:off x="720436" y="1417639"/>
            <a:ext cx="3425043" cy="4712607"/>
          </a:xfrm>
        </p:spPr>
        <p:txBody>
          <a:bodyPr>
            <a:normAutofit/>
          </a:bodyPr>
          <a:lstStyle/>
          <a:p>
            <a:r>
              <a:rPr lang="is-IS" altLang="es-ES" sz="2400" dirty="0">
                <a:solidFill>
                  <a:srgbClr val="000000"/>
                </a:solidFill>
                <a:latin typeface="Helvetica" pitchFamily="2" charset="0"/>
              </a:rPr>
              <a:t>Outlier score defined as relative distance</a:t>
            </a:r>
          </a:p>
          <a:p>
            <a:r>
              <a:rPr lang="is-IS" altLang="es-ES" sz="2400" dirty="0">
                <a:solidFill>
                  <a:srgbClr val="000000"/>
                </a:solidFill>
                <a:latin typeface="Helvetica" pitchFamily="2" charset="0"/>
              </a:rPr>
              <a:t>It is the ratio  of the  distance of point  from the closest centroid to the median distance of all points in the cluster from the centroid.</a:t>
            </a:r>
            <a:endParaRPr lang="en-US" altLang="es-ES" sz="2400" dirty="0">
              <a:solidFill>
                <a:srgbClr val="000000"/>
              </a:solidFill>
              <a:latin typeface="Helvetica" pitchFamily="2" charset="0"/>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19</a:t>
            </a:fld>
            <a:endParaRPr lang="es-ES"/>
          </a:p>
        </p:txBody>
      </p:sp>
      <p:pic>
        <p:nvPicPr>
          <p:cNvPr id="6" name="Picture 4">
            <a:extLst>
              <a:ext uri="{FF2B5EF4-FFF2-40B4-BE49-F238E27FC236}">
                <a16:creationId xmlns:a16="http://schemas.microsoft.com/office/drawing/2014/main" id="{5D71F0CC-733C-C8BE-2DA6-BEDFAEAF67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79" b="11705"/>
          <a:stretch>
            <a:fillRect/>
          </a:stretch>
        </p:blipFill>
        <p:spPr>
          <a:xfrm>
            <a:off x="4755080" y="1314821"/>
            <a:ext cx="7436920" cy="5543179"/>
          </a:xfrm>
          <a:prstGeom prst="rect">
            <a:avLst/>
          </a:prstGeom>
          <a:noFill/>
          <a:ln/>
          <a:extLs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4156191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Clustering</a:t>
            </a:r>
            <a:r>
              <a:rPr lang="es-ES" dirty="0">
                <a:solidFill>
                  <a:srgbClr val="0070C0"/>
                </a:solidFill>
              </a:rPr>
              <a:t> </a:t>
            </a:r>
            <a:r>
              <a:rPr lang="es-ES" dirty="0" err="1">
                <a:solidFill>
                  <a:srgbClr val="0070C0"/>
                </a:solidFill>
              </a:rPr>
              <a:t>for</a:t>
            </a:r>
            <a:r>
              <a:rPr lang="es-ES" dirty="0">
                <a:solidFill>
                  <a:srgbClr val="0070C0"/>
                </a:solidFill>
              </a:rPr>
              <a:t> </a:t>
            </a:r>
            <a:r>
              <a:rPr lang="es-ES" dirty="0" err="1">
                <a:solidFill>
                  <a:srgbClr val="0070C0"/>
                </a:solidFill>
              </a:rPr>
              <a:t>Anomaly</a:t>
            </a:r>
            <a:r>
              <a:rPr lang="es-ES" dirty="0">
                <a:solidFill>
                  <a:srgbClr val="0070C0"/>
                </a:solidFill>
              </a:rPr>
              <a:t> </a:t>
            </a:r>
            <a:r>
              <a:rPr lang="es-ES" dirty="0" err="1">
                <a:solidFill>
                  <a:srgbClr val="0070C0"/>
                </a:solidFill>
              </a:rPr>
              <a:t>Detection</a:t>
            </a:r>
            <a:endParaRPr lang="es-ES"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20</a:t>
            </a:fld>
            <a:endParaRPr lang="es-ES"/>
          </a:p>
        </p:txBody>
      </p:sp>
      <p:sp>
        <p:nvSpPr>
          <p:cNvPr id="7" name="Text Box 4">
            <a:extLst>
              <a:ext uri="{FF2B5EF4-FFF2-40B4-BE49-F238E27FC236}">
                <a16:creationId xmlns:a16="http://schemas.microsoft.com/office/drawing/2014/main" id="{5EE846EE-FB5A-0FAA-69D1-D7A7D4BE5857}"/>
              </a:ext>
            </a:extLst>
          </p:cNvPr>
          <p:cNvSpPr txBox="1">
            <a:spLocks noChangeArrowheads="1"/>
          </p:cNvSpPr>
          <p:nvPr/>
        </p:nvSpPr>
        <p:spPr bwMode="auto">
          <a:xfrm>
            <a:off x="1752600" y="2079172"/>
            <a:ext cx="8915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a:spcBef>
                <a:spcPct val="50000"/>
              </a:spcBef>
            </a:pPr>
            <a:r>
              <a:rPr lang="is-IS" altLang="es-ES" sz="2400" b="1" dirty="0">
                <a:latin typeface="Times New Roman" panose="02020603050405020304" pitchFamily="18" charset="0"/>
              </a:rPr>
              <a:t>Algorithm 2   </a:t>
            </a:r>
            <a:r>
              <a:rPr lang="is-IS" altLang="es-ES" sz="2400" dirty="0">
                <a:latin typeface="Times New Roman" panose="02020603050405020304" pitchFamily="18" charset="0"/>
              </a:rPr>
              <a:t>Basic clustering-based algorithm of  anomaly detection</a:t>
            </a:r>
            <a:r>
              <a:rPr lang="is-IS" altLang="es-ES" sz="2400" b="1" dirty="0">
                <a:latin typeface="Times New Roman" panose="02020603050405020304" pitchFamily="18" charset="0"/>
              </a:rPr>
              <a:t>                                           </a:t>
            </a:r>
          </a:p>
        </p:txBody>
      </p:sp>
      <p:sp>
        <p:nvSpPr>
          <p:cNvPr id="8" name="Text Box 5">
            <a:extLst>
              <a:ext uri="{FF2B5EF4-FFF2-40B4-BE49-F238E27FC236}">
                <a16:creationId xmlns:a16="http://schemas.microsoft.com/office/drawing/2014/main" id="{2ADCC178-6659-FFBE-23A9-72764D2C242C}"/>
              </a:ext>
            </a:extLst>
          </p:cNvPr>
          <p:cNvSpPr txBox="1">
            <a:spLocks noChangeArrowheads="1"/>
          </p:cNvSpPr>
          <p:nvPr/>
        </p:nvSpPr>
        <p:spPr bwMode="auto">
          <a:xfrm>
            <a:off x="2144486" y="2862944"/>
            <a:ext cx="86868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a:spcBef>
                <a:spcPct val="50000"/>
              </a:spcBef>
              <a:buFontTx/>
              <a:buAutoNum type="arabicPeriod"/>
            </a:pPr>
            <a:r>
              <a:rPr lang="is-IS" altLang="es-ES" dirty="0"/>
              <a:t>Find position of K centroids (Algorithm 1)</a:t>
            </a:r>
          </a:p>
          <a:p>
            <a:pPr>
              <a:spcBef>
                <a:spcPct val="50000"/>
              </a:spcBef>
              <a:buFontTx/>
              <a:buAutoNum type="arabicPeriod"/>
            </a:pPr>
            <a:r>
              <a:rPr lang="is-IS" altLang="es-ES" dirty="0"/>
              <a:t>Find median distance for each centroid</a:t>
            </a:r>
          </a:p>
          <a:p>
            <a:pPr>
              <a:spcBef>
                <a:spcPct val="50000"/>
              </a:spcBef>
              <a:buFontTx/>
              <a:buAutoNum type="arabicPeriod"/>
            </a:pPr>
            <a:r>
              <a:rPr lang="is-IS" altLang="es-ES" dirty="0"/>
              <a:t>Calculate the score of each point that is                         </a:t>
            </a:r>
          </a:p>
          <a:p>
            <a:pPr marL="0" indent="0">
              <a:spcBef>
                <a:spcPct val="50000"/>
              </a:spcBef>
            </a:pPr>
            <a:r>
              <a:rPr lang="is-IS" altLang="es-ES" dirty="0"/>
              <a:t>(dist of point  to nearest centroid)/(median dist. for given nearist centroid)</a:t>
            </a:r>
          </a:p>
          <a:p>
            <a:pPr>
              <a:spcBef>
                <a:spcPct val="50000"/>
              </a:spcBef>
              <a:buFontTx/>
              <a:buAutoNum type="arabicPeriod"/>
            </a:pPr>
            <a:r>
              <a:rPr lang="is-IS" altLang="es-ES" dirty="0"/>
              <a:t>Order the scores to define outliers.  </a:t>
            </a:r>
          </a:p>
        </p:txBody>
      </p:sp>
    </p:spTree>
    <p:extLst>
      <p:ext uri="{BB962C8B-B14F-4D97-AF65-F5344CB8AC3E}">
        <p14:creationId xmlns:p14="http://schemas.microsoft.com/office/powerpoint/2010/main" val="2119965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solidFill>
                  <a:srgbClr val="0070C0"/>
                </a:solidFill>
              </a:rPr>
              <a:t>On-line </a:t>
            </a:r>
            <a:r>
              <a:rPr lang="es-ES" dirty="0" err="1">
                <a:solidFill>
                  <a:srgbClr val="0070C0"/>
                </a:solidFill>
              </a:rPr>
              <a:t>Clustering</a:t>
            </a:r>
            <a:r>
              <a:rPr lang="es-ES" dirty="0">
                <a:solidFill>
                  <a:srgbClr val="0070C0"/>
                </a:solidFill>
              </a:rPr>
              <a:t> fo </a:t>
            </a:r>
            <a:r>
              <a:rPr lang="es-ES" dirty="0" err="1">
                <a:solidFill>
                  <a:srgbClr val="0070C0"/>
                </a:solidFill>
              </a:rPr>
              <a:t>Anomaly</a:t>
            </a:r>
            <a:r>
              <a:rPr lang="es-ES" dirty="0">
                <a:solidFill>
                  <a:srgbClr val="0070C0"/>
                </a:solidFill>
              </a:rPr>
              <a:t> </a:t>
            </a:r>
            <a:r>
              <a:rPr lang="es-ES" dirty="0" err="1">
                <a:solidFill>
                  <a:srgbClr val="0070C0"/>
                </a:solidFill>
              </a:rPr>
              <a:t>Detection</a:t>
            </a:r>
            <a:endParaRPr lang="es-ES"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21</a:t>
            </a:fld>
            <a:endParaRPr lang="es-ES"/>
          </a:p>
        </p:txBody>
      </p:sp>
      <p:sp>
        <p:nvSpPr>
          <p:cNvPr id="5" name="CuadroTexto 4">
            <a:extLst>
              <a:ext uri="{FF2B5EF4-FFF2-40B4-BE49-F238E27FC236}">
                <a16:creationId xmlns:a16="http://schemas.microsoft.com/office/drawing/2014/main" id="{986ABE38-5524-EABA-030A-9834DCCE88B8}"/>
              </a:ext>
            </a:extLst>
          </p:cNvPr>
          <p:cNvSpPr txBox="1"/>
          <p:nvPr/>
        </p:nvSpPr>
        <p:spPr>
          <a:xfrm>
            <a:off x="716095" y="1496428"/>
            <a:ext cx="10576193" cy="4062651"/>
          </a:xfrm>
          <a:prstGeom prst="rect">
            <a:avLst/>
          </a:prstGeom>
          <a:noFill/>
        </p:spPr>
        <p:txBody>
          <a:bodyPr wrap="square">
            <a:spAutoFit/>
          </a:bodyPr>
          <a:lstStyle/>
          <a:p>
            <a:pPr marL="285750" indent="-285750">
              <a:buFont typeface="Arial" panose="020B0604020202020204" pitchFamily="34" charset="0"/>
              <a:buChar char="•"/>
            </a:pPr>
            <a:r>
              <a:rPr lang="es-ES" sz="2400" dirty="0" err="1">
                <a:latin typeface="CMR10"/>
              </a:rPr>
              <a:t>To</a:t>
            </a:r>
            <a:r>
              <a:rPr lang="es-ES" sz="2400" dirty="0">
                <a:latin typeface="CMR10"/>
              </a:rPr>
              <a:t> </a:t>
            </a:r>
            <a:r>
              <a:rPr lang="es-ES" sz="2400" dirty="0" err="1">
                <a:latin typeface="CMR10"/>
              </a:rPr>
              <a:t>the</a:t>
            </a:r>
            <a:r>
              <a:rPr lang="es-ES" sz="2400" dirty="0">
                <a:latin typeface="CMR10"/>
              </a:rPr>
              <a:t> </a:t>
            </a:r>
            <a:r>
              <a:rPr lang="es-ES" sz="2400" dirty="0" err="1">
                <a:latin typeface="CMR10"/>
              </a:rPr>
              <a:t>extent</a:t>
            </a:r>
            <a:r>
              <a:rPr lang="es-ES" sz="2400" dirty="0">
                <a:latin typeface="CMR10"/>
              </a:rPr>
              <a:t> </a:t>
            </a:r>
            <a:r>
              <a:rPr lang="es-ES" sz="2400" dirty="0" err="1">
                <a:latin typeface="CMR10"/>
              </a:rPr>
              <a:t>that</a:t>
            </a:r>
            <a:r>
              <a:rPr lang="es-ES" sz="2400" dirty="0">
                <a:latin typeface="CMR10"/>
              </a:rPr>
              <a:t> </a:t>
            </a:r>
            <a:r>
              <a:rPr lang="es-ES" sz="2400" dirty="0" err="1">
                <a:latin typeface="CMR10"/>
              </a:rPr>
              <a:t>clustering</a:t>
            </a:r>
            <a:r>
              <a:rPr lang="es-ES" sz="2400" dirty="0">
                <a:latin typeface="CMR10"/>
              </a:rPr>
              <a:t> </a:t>
            </a:r>
            <a:r>
              <a:rPr lang="es-ES" sz="2400" dirty="0" err="1">
                <a:latin typeface="CMR10"/>
              </a:rPr>
              <a:t>takes</a:t>
            </a:r>
            <a:r>
              <a:rPr lang="es-ES" sz="2400" dirty="0">
                <a:latin typeface="CMR10"/>
              </a:rPr>
              <a:t> place in </a:t>
            </a:r>
            <a:r>
              <a:rPr lang="es-ES" sz="2400" dirty="0" err="1">
                <a:latin typeface="CMR10"/>
              </a:rPr>
              <a:t>the</a:t>
            </a:r>
            <a:r>
              <a:rPr lang="es-ES" sz="2400" dirty="0">
                <a:latin typeface="CMR10"/>
              </a:rPr>
              <a:t> </a:t>
            </a:r>
            <a:r>
              <a:rPr lang="es-ES" sz="2400" dirty="0" err="1">
                <a:latin typeface="CMR10"/>
              </a:rPr>
              <a:t>brain</a:t>
            </a:r>
            <a:r>
              <a:rPr lang="es-ES" sz="2400" dirty="0">
                <a:latin typeface="CMR10"/>
              </a:rPr>
              <a:t>, </a:t>
            </a:r>
            <a:r>
              <a:rPr lang="es-ES" sz="2400" dirty="0" err="1">
                <a:latin typeface="CMR10"/>
              </a:rPr>
              <a:t>it</a:t>
            </a:r>
            <a:r>
              <a:rPr lang="es-ES" sz="2400" dirty="0">
                <a:latin typeface="CMR10"/>
              </a:rPr>
              <a:t> </a:t>
            </a:r>
            <a:r>
              <a:rPr lang="es-ES" sz="2400" dirty="0" err="1">
                <a:latin typeface="CMR10"/>
              </a:rPr>
              <a:t>happens</a:t>
            </a:r>
            <a:r>
              <a:rPr lang="es-ES" sz="2400" dirty="0">
                <a:latin typeface="CMR10"/>
              </a:rPr>
              <a:t> in </a:t>
            </a:r>
            <a:r>
              <a:rPr lang="es-ES" sz="2400" dirty="0" err="1">
                <a:latin typeface="CMR10"/>
              </a:rPr>
              <a:t>an</a:t>
            </a:r>
            <a:r>
              <a:rPr lang="es-ES" sz="2400" dirty="0">
                <a:latin typeface="CMR10"/>
              </a:rPr>
              <a:t> </a:t>
            </a:r>
            <a:r>
              <a:rPr lang="es-ES" sz="2400" dirty="0">
                <a:latin typeface="CMTI10"/>
              </a:rPr>
              <a:t>on-line </a:t>
            </a:r>
            <a:r>
              <a:rPr lang="es-ES" sz="2400" dirty="0" err="1">
                <a:latin typeface="CMR10"/>
              </a:rPr>
              <a:t>manner</a:t>
            </a:r>
            <a:r>
              <a:rPr lang="es-ES" sz="2400" dirty="0">
                <a:latin typeface="CMR10"/>
              </a:rPr>
              <a:t>: </a:t>
            </a:r>
            <a:r>
              <a:rPr lang="es-ES" sz="2400" dirty="0" err="1">
                <a:latin typeface="CMR10"/>
              </a:rPr>
              <a:t>each</a:t>
            </a:r>
            <a:r>
              <a:rPr lang="es-ES" sz="2400" dirty="0">
                <a:latin typeface="CMR10"/>
              </a:rPr>
              <a:t> data </a:t>
            </a:r>
            <a:r>
              <a:rPr lang="es-ES" sz="2400" dirty="0" err="1">
                <a:latin typeface="CMR10"/>
              </a:rPr>
              <a:t>point</a:t>
            </a:r>
            <a:r>
              <a:rPr lang="es-ES" sz="2400" dirty="0">
                <a:latin typeface="CMR10"/>
              </a:rPr>
              <a:t> comes in, </a:t>
            </a:r>
            <a:r>
              <a:rPr lang="es-ES" sz="2400" dirty="0" err="1">
                <a:latin typeface="CMR10"/>
              </a:rPr>
              <a:t>is</a:t>
            </a:r>
            <a:r>
              <a:rPr lang="es-ES" sz="2400" dirty="0">
                <a:latin typeface="CMR10"/>
              </a:rPr>
              <a:t> </a:t>
            </a:r>
            <a:r>
              <a:rPr lang="es-ES" sz="2400" dirty="0" err="1">
                <a:latin typeface="CMR10"/>
              </a:rPr>
              <a:t>processed</a:t>
            </a:r>
            <a:r>
              <a:rPr lang="es-ES" sz="2400" dirty="0">
                <a:latin typeface="CMR10"/>
              </a:rPr>
              <a:t>, and </a:t>
            </a:r>
            <a:r>
              <a:rPr lang="es-ES" sz="2400" dirty="0" err="1">
                <a:latin typeface="CMR10"/>
              </a:rPr>
              <a:t>then</a:t>
            </a:r>
            <a:r>
              <a:rPr lang="es-ES" sz="2400" dirty="0">
                <a:latin typeface="CMR10"/>
              </a:rPr>
              <a:t> </a:t>
            </a:r>
            <a:r>
              <a:rPr lang="es-ES" sz="2400" dirty="0" err="1">
                <a:latin typeface="CMR10"/>
              </a:rPr>
              <a:t>goes</a:t>
            </a:r>
            <a:r>
              <a:rPr lang="es-ES" sz="2400" dirty="0">
                <a:latin typeface="CMR10"/>
              </a:rPr>
              <a:t> </a:t>
            </a:r>
            <a:r>
              <a:rPr lang="es-ES" sz="2400" dirty="0" err="1">
                <a:latin typeface="CMR10"/>
              </a:rPr>
              <a:t>away</a:t>
            </a:r>
            <a:r>
              <a:rPr lang="es-ES" sz="2400" dirty="0">
                <a:latin typeface="CMR10"/>
              </a:rPr>
              <a:t> </a:t>
            </a:r>
            <a:r>
              <a:rPr lang="es-ES" sz="2400" dirty="0" err="1">
                <a:latin typeface="CMR10"/>
              </a:rPr>
              <a:t>never</a:t>
            </a:r>
            <a:r>
              <a:rPr lang="es-ES" sz="2400" dirty="0">
                <a:latin typeface="CMR10"/>
              </a:rPr>
              <a:t> </a:t>
            </a:r>
            <a:r>
              <a:rPr lang="es-ES" sz="2400" dirty="0" err="1">
                <a:latin typeface="CMR10"/>
              </a:rPr>
              <a:t>to</a:t>
            </a:r>
            <a:r>
              <a:rPr lang="es-ES" sz="2400" dirty="0">
                <a:latin typeface="CMR10"/>
              </a:rPr>
              <a:t> </a:t>
            </a:r>
            <a:r>
              <a:rPr lang="es-ES" sz="2400" dirty="0" err="1">
                <a:latin typeface="CMR10"/>
              </a:rPr>
              <a:t>return</a:t>
            </a:r>
            <a:endParaRPr lang="es-ES" sz="2400" dirty="0">
              <a:latin typeface="CMR10"/>
            </a:endParaRPr>
          </a:p>
          <a:p>
            <a:pPr marL="285750" indent="-285750">
              <a:buFont typeface="Arial" panose="020B0604020202020204" pitchFamily="34" charset="0"/>
              <a:buChar char="•"/>
            </a:pPr>
            <a:endParaRPr lang="es-ES" sz="2400" dirty="0">
              <a:latin typeface="CMR10"/>
            </a:endParaRPr>
          </a:p>
          <a:p>
            <a:pPr marL="285750" indent="-285750">
              <a:buFont typeface="Arial" panose="020B0604020202020204" pitchFamily="34" charset="0"/>
              <a:buChar char="•"/>
            </a:pPr>
            <a:r>
              <a:rPr lang="es-ES" sz="2400" dirty="0" err="1">
                <a:latin typeface="CMR10"/>
              </a:rPr>
              <a:t>To</a:t>
            </a:r>
            <a:r>
              <a:rPr lang="es-ES" sz="2400" dirty="0">
                <a:latin typeface="CMR10"/>
              </a:rPr>
              <a:t> </a:t>
            </a:r>
            <a:r>
              <a:rPr lang="es-ES" sz="2400" dirty="0" err="1">
                <a:latin typeface="CMR10"/>
              </a:rPr>
              <a:t>formalize</a:t>
            </a:r>
            <a:r>
              <a:rPr lang="es-ES" sz="2400" dirty="0">
                <a:latin typeface="CMR10"/>
              </a:rPr>
              <a:t> </a:t>
            </a:r>
            <a:r>
              <a:rPr lang="es-ES" sz="2400" dirty="0" err="1">
                <a:latin typeface="CMR10"/>
              </a:rPr>
              <a:t>this</a:t>
            </a:r>
            <a:r>
              <a:rPr lang="es-ES" sz="2400" dirty="0">
                <a:latin typeface="CMR10"/>
              </a:rPr>
              <a:t>, imagine </a:t>
            </a:r>
            <a:r>
              <a:rPr lang="es-ES" sz="2400" dirty="0" err="1">
                <a:latin typeface="CMR10"/>
              </a:rPr>
              <a:t>an</a:t>
            </a:r>
            <a:r>
              <a:rPr lang="es-ES" sz="2400" dirty="0">
                <a:latin typeface="CMR10"/>
              </a:rPr>
              <a:t> </a:t>
            </a:r>
            <a:r>
              <a:rPr lang="es-ES" sz="2400" dirty="0" err="1">
                <a:latin typeface="CMR10"/>
              </a:rPr>
              <a:t>endless</a:t>
            </a:r>
            <a:r>
              <a:rPr lang="es-ES" sz="2400" dirty="0">
                <a:latin typeface="CMR10"/>
              </a:rPr>
              <a:t> </a:t>
            </a:r>
            <a:r>
              <a:rPr lang="es-ES" sz="2400" dirty="0" err="1">
                <a:latin typeface="CMR10"/>
              </a:rPr>
              <a:t>stream</a:t>
            </a:r>
            <a:r>
              <a:rPr lang="es-ES" sz="2400" dirty="0">
                <a:latin typeface="CMR10"/>
              </a:rPr>
              <a:t> </a:t>
            </a:r>
            <a:r>
              <a:rPr lang="es-ES" sz="2400" dirty="0" err="1">
                <a:latin typeface="CMR10"/>
              </a:rPr>
              <a:t>of</a:t>
            </a:r>
            <a:r>
              <a:rPr lang="es-ES" sz="2400" dirty="0">
                <a:latin typeface="CMR10"/>
              </a:rPr>
              <a:t> data </a:t>
            </a:r>
            <a:r>
              <a:rPr lang="es-ES" sz="2400" dirty="0" err="1">
                <a:latin typeface="CMR10"/>
              </a:rPr>
              <a:t>points</a:t>
            </a:r>
            <a:r>
              <a:rPr lang="es-ES" sz="2400" dirty="0">
                <a:latin typeface="CMR10"/>
              </a:rPr>
              <a:t> </a:t>
            </a:r>
            <a:r>
              <a:rPr lang="es-ES" sz="2400" dirty="0">
                <a:latin typeface="CMMI10"/>
              </a:rPr>
              <a:t>x</a:t>
            </a:r>
            <a:r>
              <a:rPr lang="es-ES" sz="1000" dirty="0">
                <a:latin typeface="CMR7"/>
              </a:rPr>
              <a:t>1</a:t>
            </a:r>
            <a:r>
              <a:rPr lang="es-ES" sz="2400" dirty="0">
                <a:latin typeface="CMMI10"/>
              </a:rPr>
              <a:t>, x</a:t>
            </a:r>
            <a:r>
              <a:rPr lang="es-ES" sz="1000" dirty="0">
                <a:latin typeface="CMR7"/>
              </a:rPr>
              <a:t>2</a:t>
            </a:r>
            <a:r>
              <a:rPr lang="es-ES" sz="2400" dirty="0">
                <a:latin typeface="CMMI10"/>
              </a:rPr>
              <a:t>, . . . </a:t>
            </a:r>
            <a:r>
              <a:rPr lang="es-ES" sz="2400" dirty="0">
                <a:latin typeface="CMR10"/>
              </a:rPr>
              <a:t>and a </a:t>
            </a:r>
            <a:r>
              <a:rPr lang="es-ES" sz="2400" dirty="0">
                <a:latin typeface="CMMI10"/>
              </a:rPr>
              <a:t>k</a:t>
            </a:r>
            <a:r>
              <a:rPr lang="es-ES" sz="2400" dirty="0">
                <a:latin typeface="CMR10"/>
              </a:rPr>
              <a:t>-</a:t>
            </a:r>
            <a:r>
              <a:rPr lang="es-ES" sz="2400" dirty="0" err="1">
                <a:latin typeface="CMR10"/>
              </a:rPr>
              <a:t>clustering</a:t>
            </a:r>
            <a:r>
              <a:rPr lang="es-ES" sz="2400" dirty="0">
                <a:latin typeface="CMR10"/>
              </a:rPr>
              <a:t> </a:t>
            </a:r>
            <a:r>
              <a:rPr lang="es-ES" sz="2400" dirty="0" err="1">
                <a:latin typeface="CMR10"/>
              </a:rPr>
              <a:t>algorithm</a:t>
            </a:r>
            <a:r>
              <a:rPr lang="es-ES" sz="2400" dirty="0">
                <a:latin typeface="CMR10"/>
              </a:rPr>
              <a:t> </a:t>
            </a:r>
            <a:r>
              <a:rPr lang="es-ES" sz="2400" dirty="0" err="1">
                <a:latin typeface="CMR10"/>
              </a:rPr>
              <a:t>that</a:t>
            </a:r>
            <a:r>
              <a:rPr lang="es-ES" sz="2400" dirty="0">
                <a:latin typeface="CMR10"/>
              </a:rPr>
              <a:t> </a:t>
            </a:r>
            <a:r>
              <a:rPr lang="es-ES" sz="2400" dirty="0" err="1">
                <a:latin typeface="CMR10"/>
              </a:rPr>
              <a:t>works</a:t>
            </a:r>
            <a:r>
              <a:rPr lang="es-ES" sz="2400" dirty="0">
                <a:latin typeface="CMR10"/>
              </a:rPr>
              <a:t> </a:t>
            </a:r>
            <a:r>
              <a:rPr lang="es-ES" sz="2400" dirty="0" err="1">
                <a:latin typeface="CMR10"/>
              </a:rPr>
              <a:t>according</a:t>
            </a:r>
            <a:r>
              <a:rPr lang="es-ES" sz="2400" dirty="0">
                <a:latin typeface="CMR10"/>
              </a:rPr>
              <a:t> </a:t>
            </a:r>
            <a:r>
              <a:rPr lang="es-ES" sz="2400" dirty="0" err="1">
                <a:latin typeface="CMR10"/>
              </a:rPr>
              <a:t>to</a:t>
            </a:r>
            <a:r>
              <a:rPr lang="es-ES" sz="2400" dirty="0">
                <a:latin typeface="CMR10"/>
              </a:rPr>
              <a:t> </a:t>
            </a:r>
            <a:r>
              <a:rPr lang="es-ES" sz="2400" dirty="0" err="1">
                <a:latin typeface="CMR10"/>
              </a:rPr>
              <a:t>the</a:t>
            </a:r>
            <a:r>
              <a:rPr lang="es-ES" sz="2400" dirty="0">
                <a:latin typeface="CMR10"/>
              </a:rPr>
              <a:t> </a:t>
            </a:r>
            <a:r>
              <a:rPr lang="es-ES" sz="2400" dirty="0" err="1">
                <a:latin typeface="CMR10"/>
              </a:rPr>
              <a:t>following</a:t>
            </a:r>
            <a:r>
              <a:rPr lang="es-ES" sz="2400" dirty="0">
                <a:latin typeface="CMR10"/>
              </a:rPr>
              <a:t> </a:t>
            </a:r>
            <a:r>
              <a:rPr lang="es-ES" sz="2400" dirty="0" err="1">
                <a:latin typeface="CMR10"/>
              </a:rPr>
              <a:t>paradigm</a:t>
            </a:r>
            <a:r>
              <a:rPr lang="es-ES" sz="2400" dirty="0">
                <a:latin typeface="CMR10"/>
              </a:rPr>
              <a:t>: </a:t>
            </a:r>
          </a:p>
          <a:p>
            <a:pPr marL="285750" indent="-285750">
              <a:buFont typeface="Arial" panose="020B0604020202020204" pitchFamily="34" charset="0"/>
              <a:buChar char="•"/>
            </a:pPr>
            <a:endParaRPr lang="es-ES" sz="2400" dirty="0"/>
          </a:p>
          <a:p>
            <a:pPr lvl="4"/>
            <a:r>
              <a:rPr lang="es-ES" sz="2400" dirty="0" err="1">
                <a:latin typeface="CMTT10"/>
              </a:rPr>
              <a:t>repeat</a:t>
            </a:r>
            <a:r>
              <a:rPr lang="es-ES" sz="2400" dirty="0">
                <a:latin typeface="CMTT10"/>
              </a:rPr>
              <a:t> </a:t>
            </a:r>
            <a:r>
              <a:rPr lang="es-ES" sz="2400" dirty="0" err="1">
                <a:latin typeface="CMTT10"/>
              </a:rPr>
              <a:t>forever</a:t>
            </a:r>
            <a:r>
              <a:rPr lang="es-ES" sz="2400" dirty="0">
                <a:latin typeface="CMTT10"/>
              </a:rPr>
              <a:t>:</a:t>
            </a:r>
            <a:br>
              <a:rPr lang="es-ES" sz="2400" dirty="0">
                <a:latin typeface="CMTT10"/>
              </a:rPr>
            </a:br>
            <a:r>
              <a:rPr lang="es-ES" sz="2400" dirty="0" err="1">
                <a:latin typeface="CMTT10"/>
              </a:rPr>
              <a:t>get</a:t>
            </a:r>
            <a:r>
              <a:rPr lang="es-ES" sz="2400" dirty="0">
                <a:latin typeface="CMTT10"/>
              </a:rPr>
              <a:t> a new data </a:t>
            </a:r>
            <a:r>
              <a:rPr lang="es-ES" sz="2400" dirty="0" err="1">
                <a:latin typeface="CMTT10"/>
              </a:rPr>
              <a:t>point</a:t>
            </a:r>
            <a:r>
              <a:rPr lang="es-ES" sz="2400" dirty="0">
                <a:latin typeface="CMTT10"/>
              </a:rPr>
              <a:t> </a:t>
            </a:r>
            <a:r>
              <a:rPr lang="es-ES" sz="2400" dirty="0">
                <a:latin typeface="CMMI10"/>
              </a:rPr>
              <a:t>x</a:t>
            </a:r>
            <a:br>
              <a:rPr lang="es-ES" sz="2400" dirty="0">
                <a:latin typeface="CMMI10"/>
              </a:rPr>
            </a:br>
            <a:r>
              <a:rPr lang="es-ES" sz="2400" dirty="0" err="1">
                <a:latin typeface="CMTT10"/>
              </a:rPr>
              <a:t>update</a:t>
            </a:r>
            <a:r>
              <a:rPr lang="es-ES" sz="2400" dirty="0">
                <a:latin typeface="CMTT10"/>
              </a:rPr>
              <a:t> </a:t>
            </a:r>
            <a:r>
              <a:rPr lang="es-ES" sz="2400" dirty="0" err="1">
                <a:latin typeface="CMTT10"/>
              </a:rPr>
              <a:t>the</a:t>
            </a:r>
            <a:r>
              <a:rPr lang="es-ES" sz="2400" dirty="0">
                <a:latin typeface="CMTT10"/>
              </a:rPr>
              <a:t> </a:t>
            </a:r>
            <a:r>
              <a:rPr lang="es-ES" sz="2400" dirty="0" err="1">
                <a:latin typeface="CMTT10"/>
              </a:rPr>
              <a:t>current</a:t>
            </a:r>
            <a:r>
              <a:rPr lang="es-ES" sz="2400" dirty="0">
                <a:latin typeface="CMTT10"/>
              </a:rPr>
              <a:t> set </a:t>
            </a:r>
            <a:r>
              <a:rPr lang="es-ES" sz="2400" dirty="0" err="1">
                <a:latin typeface="CMTT10"/>
              </a:rPr>
              <a:t>of</a:t>
            </a:r>
            <a:r>
              <a:rPr lang="es-ES" sz="2400" dirty="0">
                <a:latin typeface="CMTT10"/>
              </a:rPr>
              <a:t> </a:t>
            </a:r>
            <a:r>
              <a:rPr lang="es-ES" sz="2400" dirty="0">
                <a:latin typeface="CMMI10"/>
              </a:rPr>
              <a:t>k </a:t>
            </a:r>
            <a:r>
              <a:rPr lang="es-ES" sz="2400" dirty="0">
                <a:latin typeface="CMTT10"/>
              </a:rPr>
              <a:t>centers </a:t>
            </a:r>
            <a:endParaRPr lang="es-ES" sz="2400" dirty="0"/>
          </a:p>
          <a:p>
            <a:endParaRPr lang="es-ES" dirty="0">
              <a:latin typeface="CMR10"/>
            </a:endParaRPr>
          </a:p>
        </p:txBody>
      </p:sp>
    </p:spTree>
    <p:extLst>
      <p:ext uri="{BB962C8B-B14F-4D97-AF65-F5344CB8AC3E}">
        <p14:creationId xmlns:p14="http://schemas.microsoft.com/office/powerpoint/2010/main" val="2484295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solidFill>
                  <a:srgbClr val="0070C0"/>
                </a:solidFill>
              </a:rPr>
              <a:t>On-line </a:t>
            </a:r>
            <a:r>
              <a:rPr lang="es-ES" dirty="0" err="1">
                <a:solidFill>
                  <a:srgbClr val="0070C0"/>
                </a:solidFill>
              </a:rPr>
              <a:t>Clustering</a:t>
            </a:r>
            <a:r>
              <a:rPr lang="es-ES" dirty="0">
                <a:solidFill>
                  <a:srgbClr val="0070C0"/>
                </a:solidFill>
              </a:rPr>
              <a:t> </a:t>
            </a:r>
            <a:r>
              <a:rPr lang="es-ES" dirty="0" err="1">
                <a:solidFill>
                  <a:srgbClr val="0070C0"/>
                </a:solidFill>
              </a:rPr>
              <a:t>for</a:t>
            </a:r>
            <a:r>
              <a:rPr lang="es-ES" dirty="0">
                <a:solidFill>
                  <a:srgbClr val="0070C0"/>
                </a:solidFill>
              </a:rPr>
              <a:t> </a:t>
            </a:r>
            <a:r>
              <a:rPr lang="es-ES" dirty="0" err="1">
                <a:solidFill>
                  <a:srgbClr val="0070C0"/>
                </a:solidFill>
              </a:rPr>
              <a:t>Anomaly</a:t>
            </a:r>
            <a:r>
              <a:rPr lang="es-ES" dirty="0">
                <a:solidFill>
                  <a:srgbClr val="0070C0"/>
                </a:solidFill>
              </a:rPr>
              <a:t> </a:t>
            </a:r>
            <a:r>
              <a:rPr lang="es-ES" dirty="0" err="1">
                <a:solidFill>
                  <a:srgbClr val="0070C0"/>
                </a:solidFill>
              </a:rPr>
              <a:t>Detection</a:t>
            </a:r>
            <a:endParaRPr lang="es-ES"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22</a:t>
            </a:fld>
            <a:endParaRPr lang="es-ES"/>
          </a:p>
        </p:txBody>
      </p:sp>
      <p:sp>
        <p:nvSpPr>
          <p:cNvPr id="5" name="CuadroTexto 4">
            <a:extLst>
              <a:ext uri="{FF2B5EF4-FFF2-40B4-BE49-F238E27FC236}">
                <a16:creationId xmlns:a16="http://schemas.microsoft.com/office/drawing/2014/main" id="{986ABE38-5524-EABA-030A-9834DCCE88B8}"/>
              </a:ext>
            </a:extLst>
          </p:cNvPr>
          <p:cNvSpPr txBox="1"/>
          <p:nvPr/>
        </p:nvSpPr>
        <p:spPr>
          <a:xfrm>
            <a:off x="837281" y="1507446"/>
            <a:ext cx="10355855" cy="3323987"/>
          </a:xfrm>
          <a:prstGeom prst="rect">
            <a:avLst/>
          </a:prstGeom>
          <a:noFill/>
        </p:spPr>
        <p:txBody>
          <a:bodyPr wrap="square">
            <a:spAutoFit/>
          </a:bodyPr>
          <a:lstStyle/>
          <a:p>
            <a:pPr marL="285750" indent="-285750">
              <a:buFont typeface="Arial" panose="020B0604020202020204" pitchFamily="34" charset="0"/>
              <a:buChar char="•"/>
            </a:pPr>
            <a:r>
              <a:rPr lang="es-ES" sz="2400" dirty="0" err="1">
                <a:latin typeface="CMR10"/>
              </a:rPr>
              <a:t>This</a:t>
            </a:r>
            <a:r>
              <a:rPr lang="es-ES" sz="2400" dirty="0">
                <a:latin typeface="CMR10"/>
              </a:rPr>
              <a:t> </a:t>
            </a:r>
            <a:r>
              <a:rPr lang="es-ES" sz="2400" dirty="0" err="1">
                <a:latin typeface="CMR10"/>
              </a:rPr>
              <a:t>algorithm</a:t>
            </a:r>
            <a:r>
              <a:rPr lang="es-ES" sz="2400" dirty="0">
                <a:latin typeface="CMR10"/>
              </a:rPr>
              <a:t> </a:t>
            </a:r>
            <a:r>
              <a:rPr lang="es-ES" sz="2400" dirty="0" err="1">
                <a:latin typeface="CMR10"/>
              </a:rPr>
              <a:t>cannot</a:t>
            </a:r>
            <a:r>
              <a:rPr lang="es-ES" sz="2400" dirty="0">
                <a:latin typeface="CMR10"/>
              </a:rPr>
              <a:t> store </a:t>
            </a:r>
            <a:r>
              <a:rPr lang="es-ES" sz="2400" dirty="0" err="1">
                <a:latin typeface="CMR10"/>
              </a:rPr>
              <a:t>all</a:t>
            </a:r>
            <a:r>
              <a:rPr lang="es-ES" sz="2400" dirty="0">
                <a:latin typeface="CMR10"/>
              </a:rPr>
              <a:t> </a:t>
            </a:r>
            <a:r>
              <a:rPr lang="es-ES" sz="2400" dirty="0" err="1">
                <a:latin typeface="CMR10"/>
              </a:rPr>
              <a:t>the</a:t>
            </a:r>
            <a:r>
              <a:rPr lang="es-ES" sz="2400" dirty="0">
                <a:latin typeface="CMR10"/>
              </a:rPr>
              <a:t> data </a:t>
            </a:r>
            <a:r>
              <a:rPr lang="es-ES" sz="2400" dirty="0" err="1">
                <a:latin typeface="CMR10"/>
              </a:rPr>
              <a:t>it</a:t>
            </a:r>
            <a:r>
              <a:rPr lang="es-ES" sz="2400" dirty="0">
                <a:latin typeface="CMR10"/>
              </a:rPr>
              <a:t> </a:t>
            </a:r>
            <a:r>
              <a:rPr lang="es-ES" sz="2400" dirty="0" err="1">
                <a:latin typeface="CMR10"/>
              </a:rPr>
              <a:t>sees</a:t>
            </a:r>
            <a:r>
              <a:rPr lang="es-ES" sz="2400" dirty="0">
                <a:latin typeface="CMR10"/>
              </a:rPr>
              <a:t>, </a:t>
            </a:r>
            <a:r>
              <a:rPr lang="es-ES" sz="2400" dirty="0" err="1">
                <a:latin typeface="CMR10"/>
              </a:rPr>
              <a:t>because</a:t>
            </a:r>
            <a:r>
              <a:rPr lang="es-ES" sz="2400" dirty="0">
                <a:latin typeface="CMR10"/>
              </a:rPr>
              <a:t> </a:t>
            </a:r>
            <a:r>
              <a:rPr lang="es-ES" sz="2400" dirty="0" err="1">
                <a:latin typeface="CMR10"/>
              </a:rPr>
              <a:t>the</a:t>
            </a:r>
            <a:r>
              <a:rPr lang="es-ES" sz="2400" dirty="0">
                <a:latin typeface="CMR10"/>
              </a:rPr>
              <a:t> </a:t>
            </a:r>
            <a:r>
              <a:rPr lang="es-ES" sz="2400" dirty="0" err="1">
                <a:latin typeface="CMR10"/>
              </a:rPr>
              <a:t>process</a:t>
            </a:r>
            <a:r>
              <a:rPr lang="es-ES" sz="2400" dirty="0">
                <a:latin typeface="CMR10"/>
              </a:rPr>
              <a:t> </a:t>
            </a:r>
            <a:r>
              <a:rPr lang="es-ES" sz="2400" dirty="0" err="1">
                <a:latin typeface="CMR10"/>
              </a:rPr>
              <a:t>goes</a:t>
            </a:r>
            <a:r>
              <a:rPr lang="es-ES" sz="2400" dirty="0">
                <a:latin typeface="CMR10"/>
              </a:rPr>
              <a:t> </a:t>
            </a:r>
            <a:r>
              <a:rPr lang="es-ES" sz="2400" dirty="0" err="1">
                <a:latin typeface="CMR10"/>
              </a:rPr>
              <a:t>on</a:t>
            </a:r>
            <a:r>
              <a:rPr lang="es-ES" sz="2400" dirty="0">
                <a:latin typeface="CMR10"/>
              </a:rPr>
              <a:t> ad infinitum.</a:t>
            </a:r>
          </a:p>
          <a:p>
            <a:pPr marL="285750" indent="-285750">
              <a:buFont typeface="Arial" panose="020B0604020202020204" pitchFamily="34" charset="0"/>
              <a:buChar char="•"/>
            </a:pPr>
            <a:endParaRPr lang="es-ES" sz="2400" dirty="0">
              <a:latin typeface="CMR10"/>
            </a:endParaRPr>
          </a:p>
          <a:p>
            <a:pPr marL="285750" indent="-285750">
              <a:buFont typeface="Arial" panose="020B0604020202020204" pitchFamily="34" charset="0"/>
              <a:buChar char="•"/>
            </a:pPr>
            <a:r>
              <a:rPr lang="es-ES" sz="2400" dirty="0">
                <a:latin typeface="CMR10"/>
              </a:rPr>
              <a:t>More </a:t>
            </a:r>
            <a:r>
              <a:rPr lang="es-ES" sz="2400" dirty="0" err="1">
                <a:latin typeface="CMR10"/>
              </a:rPr>
              <a:t>precisely</a:t>
            </a:r>
            <a:r>
              <a:rPr lang="es-ES" sz="2400" dirty="0">
                <a:latin typeface="CMR10"/>
              </a:rPr>
              <a:t>, </a:t>
            </a:r>
            <a:r>
              <a:rPr lang="es-ES" sz="2400" dirty="0" err="1">
                <a:latin typeface="CMR10"/>
              </a:rPr>
              <a:t>we</a:t>
            </a:r>
            <a:r>
              <a:rPr lang="es-ES" sz="2400" dirty="0">
                <a:latin typeface="CMR10"/>
              </a:rPr>
              <a:t> </a:t>
            </a:r>
            <a:r>
              <a:rPr lang="es-ES" sz="2400" dirty="0" err="1">
                <a:latin typeface="CMR10"/>
              </a:rPr>
              <a:t>will</a:t>
            </a:r>
            <a:r>
              <a:rPr lang="es-ES" sz="2400" dirty="0">
                <a:latin typeface="CMR10"/>
              </a:rPr>
              <a:t> </a:t>
            </a:r>
            <a:r>
              <a:rPr lang="es-ES" sz="2400" dirty="0" err="1">
                <a:latin typeface="CMR10"/>
              </a:rPr>
              <a:t>allow</a:t>
            </a:r>
            <a:r>
              <a:rPr lang="es-ES" sz="2400" dirty="0">
                <a:latin typeface="CMR10"/>
              </a:rPr>
              <a:t> </a:t>
            </a:r>
            <a:r>
              <a:rPr lang="es-ES" sz="2400" dirty="0" err="1">
                <a:latin typeface="CMR10"/>
              </a:rPr>
              <a:t>it</a:t>
            </a:r>
            <a:r>
              <a:rPr lang="es-ES" sz="2400" dirty="0">
                <a:latin typeface="CMR10"/>
              </a:rPr>
              <a:t> </a:t>
            </a:r>
            <a:r>
              <a:rPr lang="es-ES" sz="2400" dirty="0" err="1">
                <a:latin typeface="CMR10"/>
              </a:rPr>
              <a:t>space</a:t>
            </a:r>
            <a:r>
              <a:rPr lang="es-ES" sz="2400" dirty="0">
                <a:latin typeface="CMR10"/>
              </a:rPr>
              <a:t> </a:t>
            </a:r>
            <a:r>
              <a:rPr lang="es-ES" sz="2400" dirty="0" err="1">
                <a:latin typeface="CMR10"/>
              </a:rPr>
              <a:t>proportional</a:t>
            </a:r>
            <a:r>
              <a:rPr lang="es-ES" sz="2400" dirty="0">
                <a:latin typeface="CMR10"/>
              </a:rPr>
              <a:t> </a:t>
            </a:r>
            <a:r>
              <a:rPr lang="es-ES" sz="2400" dirty="0" err="1">
                <a:latin typeface="CMR10"/>
              </a:rPr>
              <a:t>to</a:t>
            </a:r>
            <a:r>
              <a:rPr lang="es-ES" sz="2400" dirty="0">
                <a:latin typeface="CMR10"/>
              </a:rPr>
              <a:t> </a:t>
            </a:r>
            <a:r>
              <a:rPr lang="es-ES" sz="2400" dirty="0">
                <a:latin typeface="CMMI10"/>
              </a:rPr>
              <a:t>k</a:t>
            </a:r>
            <a:r>
              <a:rPr lang="es-ES" sz="2400" dirty="0">
                <a:latin typeface="CMR10"/>
              </a:rPr>
              <a:t>. And at </a:t>
            </a:r>
            <a:r>
              <a:rPr lang="es-ES" sz="2400" dirty="0" err="1">
                <a:latin typeface="CMR10"/>
              </a:rPr>
              <a:t>any</a:t>
            </a:r>
            <a:r>
              <a:rPr lang="es-ES" sz="2400" dirty="0">
                <a:latin typeface="CMR10"/>
              </a:rPr>
              <a:t> </a:t>
            </a:r>
            <a:r>
              <a:rPr lang="es-ES" sz="2400" dirty="0" err="1">
                <a:latin typeface="CMR10"/>
              </a:rPr>
              <a:t>given</a:t>
            </a:r>
            <a:r>
              <a:rPr lang="es-ES" sz="2400" dirty="0">
                <a:latin typeface="CMR10"/>
              </a:rPr>
              <a:t> </a:t>
            </a:r>
            <a:r>
              <a:rPr lang="es-ES" sz="2400" dirty="0" err="1">
                <a:latin typeface="CMR10"/>
              </a:rPr>
              <a:t>moment</a:t>
            </a:r>
            <a:r>
              <a:rPr lang="es-ES" sz="2400" dirty="0">
                <a:latin typeface="CMR10"/>
              </a:rPr>
              <a:t> in time, </a:t>
            </a:r>
            <a:r>
              <a:rPr lang="es-ES" sz="2400" dirty="0" err="1">
                <a:latin typeface="CMR10"/>
              </a:rPr>
              <a:t>we</a:t>
            </a:r>
            <a:r>
              <a:rPr lang="es-ES" sz="2400" dirty="0">
                <a:latin typeface="CMR10"/>
              </a:rPr>
              <a:t> </a:t>
            </a:r>
            <a:r>
              <a:rPr lang="es-ES" sz="2400" dirty="0" err="1">
                <a:latin typeface="CMR10"/>
              </a:rPr>
              <a:t>want</a:t>
            </a:r>
            <a:r>
              <a:rPr lang="es-ES" sz="2400" dirty="0">
                <a:latin typeface="CMR10"/>
              </a:rPr>
              <a:t> </a:t>
            </a:r>
            <a:r>
              <a:rPr lang="es-ES" sz="2400" dirty="0" err="1">
                <a:latin typeface="CMR10"/>
              </a:rPr>
              <a:t>the</a:t>
            </a:r>
            <a:r>
              <a:rPr lang="es-ES" sz="2400" dirty="0">
                <a:latin typeface="CMR10"/>
              </a:rPr>
              <a:t> </a:t>
            </a:r>
            <a:r>
              <a:rPr lang="es-ES" sz="2400" dirty="0" err="1">
                <a:latin typeface="CMR10"/>
              </a:rPr>
              <a:t>algorithm’s</a:t>
            </a:r>
            <a:r>
              <a:rPr lang="es-ES" sz="2400" dirty="0">
                <a:latin typeface="CMR10"/>
              </a:rPr>
              <a:t> </a:t>
            </a:r>
            <a:r>
              <a:rPr lang="es-ES" sz="2400" dirty="0">
                <a:latin typeface="CMMI10"/>
              </a:rPr>
              <a:t>k</a:t>
            </a:r>
            <a:r>
              <a:rPr lang="es-ES" sz="2400" dirty="0">
                <a:latin typeface="CMR10"/>
              </a:rPr>
              <a:t>-</a:t>
            </a:r>
            <a:r>
              <a:rPr lang="es-ES" sz="2400" dirty="0" err="1">
                <a:latin typeface="CMR10"/>
              </a:rPr>
              <a:t>clustering</a:t>
            </a:r>
            <a:r>
              <a:rPr lang="es-ES" sz="2400" dirty="0">
                <a:latin typeface="CMR10"/>
              </a:rPr>
              <a:t> </a:t>
            </a:r>
            <a:r>
              <a:rPr lang="es-ES" sz="2400" dirty="0" err="1">
                <a:latin typeface="CMR10"/>
              </a:rPr>
              <a:t>to</a:t>
            </a:r>
            <a:r>
              <a:rPr lang="es-ES" sz="2400" dirty="0">
                <a:latin typeface="CMR10"/>
              </a:rPr>
              <a:t> be </a:t>
            </a:r>
            <a:r>
              <a:rPr lang="es-ES" sz="2400" dirty="0" err="1">
                <a:latin typeface="CMR10"/>
              </a:rPr>
              <a:t>close</a:t>
            </a:r>
            <a:r>
              <a:rPr lang="es-ES" sz="2400" dirty="0">
                <a:latin typeface="CMR10"/>
              </a:rPr>
              <a:t> </a:t>
            </a:r>
            <a:r>
              <a:rPr lang="es-ES" sz="2400" dirty="0" err="1">
                <a:latin typeface="CMR10"/>
              </a:rPr>
              <a:t>to</a:t>
            </a:r>
            <a:r>
              <a:rPr lang="es-ES" sz="2400" dirty="0">
                <a:latin typeface="CMR10"/>
              </a:rPr>
              <a:t> </a:t>
            </a:r>
            <a:r>
              <a:rPr lang="es-ES" sz="2400" dirty="0" err="1">
                <a:latin typeface="CMR10"/>
              </a:rPr>
              <a:t>the</a:t>
            </a:r>
            <a:r>
              <a:rPr lang="es-ES" sz="2400" dirty="0">
                <a:latin typeface="CMR10"/>
              </a:rPr>
              <a:t> </a:t>
            </a:r>
            <a:r>
              <a:rPr lang="es-ES" sz="2400" dirty="0" err="1">
                <a:latin typeface="CMR10"/>
              </a:rPr>
              <a:t>optimal</a:t>
            </a:r>
            <a:r>
              <a:rPr lang="es-ES" sz="2400" dirty="0">
                <a:latin typeface="CMR10"/>
              </a:rPr>
              <a:t> </a:t>
            </a:r>
            <a:r>
              <a:rPr lang="es-ES" sz="2400" dirty="0" err="1">
                <a:latin typeface="CMR10"/>
              </a:rPr>
              <a:t>clustering</a:t>
            </a:r>
            <a:r>
              <a:rPr lang="es-ES" sz="2400" dirty="0">
                <a:latin typeface="CMR10"/>
              </a:rPr>
              <a:t> </a:t>
            </a:r>
            <a:r>
              <a:rPr lang="es-ES" sz="2400" dirty="0" err="1">
                <a:latin typeface="CMR10"/>
              </a:rPr>
              <a:t>of</a:t>
            </a:r>
            <a:r>
              <a:rPr lang="es-ES" sz="2400" dirty="0">
                <a:latin typeface="CMR10"/>
              </a:rPr>
              <a:t> </a:t>
            </a:r>
            <a:r>
              <a:rPr lang="es-ES" sz="2400" dirty="0" err="1">
                <a:latin typeface="CMR10"/>
              </a:rPr>
              <a:t>all</a:t>
            </a:r>
            <a:r>
              <a:rPr lang="es-ES" sz="2400" dirty="0">
                <a:latin typeface="CMR10"/>
              </a:rPr>
              <a:t> </a:t>
            </a:r>
            <a:r>
              <a:rPr lang="es-ES" sz="2400" dirty="0" err="1">
                <a:latin typeface="CMR10"/>
              </a:rPr>
              <a:t>the</a:t>
            </a:r>
            <a:r>
              <a:rPr lang="es-ES" sz="2400" dirty="0">
                <a:latin typeface="CMR10"/>
              </a:rPr>
              <a:t> data </a:t>
            </a:r>
            <a:r>
              <a:rPr lang="es-ES" sz="2400" dirty="0" err="1">
                <a:latin typeface="CMR10"/>
              </a:rPr>
              <a:t>seen</a:t>
            </a:r>
            <a:r>
              <a:rPr lang="es-ES" sz="2400" dirty="0">
                <a:latin typeface="CMR10"/>
              </a:rPr>
              <a:t> so </a:t>
            </a:r>
            <a:r>
              <a:rPr lang="es-ES" sz="2400" dirty="0" err="1">
                <a:latin typeface="CMR10"/>
              </a:rPr>
              <a:t>far</a:t>
            </a:r>
            <a:endParaRPr lang="es-ES" sz="2400" dirty="0">
              <a:latin typeface="CMR10"/>
            </a:endParaRPr>
          </a:p>
          <a:p>
            <a:pPr marL="285750" indent="-285750">
              <a:buFont typeface="Arial" panose="020B0604020202020204" pitchFamily="34" charset="0"/>
              <a:buChar char="•"/>
            </a:pPr>
            <a:endParaRPr lang="es-ES" sz="2400" dirty="0">
              <a:latin typeface="CMR10"/>
            </a:endParaRPr>
          </a:p>
          <a:p>
            <a:pPr marL="285750" indent="-285750">
              <a:buFont typeface="Arial" panose="020B0604020202020204" pitchFamily="34" charset="0"/>
              <a:buChar char="•"/>
            </a:pPr>
            <a:r>
              <a:rPr lang="es-ES" sz="2400" dirty="0" err="1">
                <a:latin typeface="CMR10"/>
              </a:rPr>
              <a:t>There</a:t>
            </a:r>
            <a:r>
              <a:rPr lang="es-ES" sz="2400" dirty="0">
                <a:latin typeface="CMR10"/>
              </a:rPr>
              <a:t> are </a:t>
            </a:r>
            <a:r>
              <a:rPr lang="es-ES" sz="2400" dirty="0" err="1">
                <a:latin typeface="CMR10"/>
              </a:rPr>
              <a:t>many</a:t>
            </a:r>
            <a:r>
              <a:rPr lang="es-ES" sz="2400" dirty="0">
                <a:latin typeface="CMR10"/>
              </a:rPr>
              <a:t> </a:t>
            </a:r>
            <a:r>
              <a:rPr lang="es-ES" sz="2400" dirty="0" err="1">
                <a:latin typeface="CMR10"/>
              </a:rPr>
              <a:t>different</a:t>
            </a:r>
            <a:r>
              <a:rPr lang="es-ES" sz="2400" dirty="0">
                <a:latin typeface="CMR10"/>
              </a:rPr>
              <a:t> </a:t>
            </a:r>
            <a:r>
              <a:rPr lang="es-ES" sz="2400" dirty="0" err="1">
                <a:latin typeface="CMR10"/>
              </a:rPr>
              <a:t>approaches</a:t>
            </a:r>
            <a:r>
              <a:rPr lang="es-ES" sz="2400" dirty="0">
                <a:latin typeface="CMR10"/>
              </a:rPr>
              <a:t>, </a:t>
            </a:r>
            <a:r>
              <a:rPr lang="es-ES" sz="2400" dirty="0" err="1">
                <a:latin typeface="CMR10"/>
              </a:rPr>
              <a:t>but</a:t>
            </a:r>
            <a:r>
              <a:rPr lang="es-ES" sz="2400" dirty="0">
                <a:latin typeface="CMR10"/>
              </a:rPr>
              <a:t> </a:t>
            </a:r>
            <a:r>
              <a:rPr lang="es-ES" sz="2400" dirty="0" err="1">
                <a:latin typeface="CMR10"/>
              </a:rPr>
              <a:t>they</a:t>
            </a:r>
            <a:r>
              <a:rPr lang="es-ES" sz="2400" dirty="0">
                <a:latin typeface="CMR10"/>
              </a:rPr>
              <a:t> are </a:t>
            </a:r>
            <a:r>
              <a:rPr lang="es-ES" sz="2400" dirty="0" err="1">
                <a:latin typeface="CMR10"/>
              </a:rPr>
              <a:t>not</a:t>
            </a:r>
            <a:r>
              <a:rPr lang="es-ES" sz="2400" dirty="0">
                <a:latin typeface="CMR10"/>
              </a:rPr>
              <a:t> </a:t>
            </a:r>
            <a:r>
              <a:rPr lang="es-ES" sz="2400" dirty="0" err="1">
                <a:latin typeface="CMR10"/>
              </a:rPr>
              <a:t>very</a:t>
            </a:r>
            <a:r>
              <a:rPr lang="es-ES" sz="2400" dirty="0">
                <a:latin typeface="CMR10"/>
              </a:rPr>
              <a:t> </a:t>
            </a:r>
            <a:r>
              <a:rPr lang="es-ES" sz="2400" dirty="0" err="1">
                <a:latin typeface="CMR10"/>
              </a:rPr>
              <a:t>used</a:t>
            </a:r>
            <a:r>
              <a:rPr lang="es-ES" sz="2400" dirty="0">
                <a:latin typeface="CMR10"/>
              </a:rPr>
              <a:t> in </a:t>
            </a:r>
            <a:r>
              <a:rPr lang="es-ES" sz="2400" dirty="0" err="1">
                <a:latin typeface="CMR10"/>
              </a:rPr>
              <a:t>this</a:t>
            </a:r>
            <a:r>
              <a:rPr lang="es-ES" sz="2400" dirty="0">
                <a:latin typeface="CMR10"/>
              </a:rPr>
              <a:t> </a:t>
            </a:r>
            <a:r>
              <a:rPr lang="es-ES" sz="2400" dirty="0" err="1">
                <a:latin typeface="CMR10"/>
              </a:rPr>
              <a:t>context</a:t>
            </a:r>
            <a:endParaRPr lang="es-ES" sz="2400" dirty="0"/>
          </a:p>
          <a:p>
            <a:endParaRPr lang="es-ES" dirty="0">
              <a:latin typeface="CMR10"/>
            </a:endParaRPr>
          </a:p>
        </p:txBody>
      </p:sp>
    </p:spTree>
    <p:extLst>
      <p:ext uri="{BB962C8B-B14F-4D97-AF65-F5344CB8AC3E}">
        <p14:creationId xmlns:p14="http://schemas.microsoft.com/office/powerpoint/2010/main" val="2017515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Isolation</a:t>
            </a:r>
            <a:r>
              <a:rPr lang="es-ES" dirty="0">
                <a:solidFill>
                  <a:srgbClr val="0070C0"/>
                </a:solidFill>
              </a:rPr>
              <a:t> </a:t>
            </a:r>
            <a:r>
              <a:rPr lang="es-ES" dirty="0" err="1">
                <a:solidFill>
                  <a:srgbClr val="0070C0"/>
                </a:solidFill>
              </a:rPr>
              <a:t>Tree</a:t>
            </a:r>
            <a:endParaRPr lang="es-ES"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23</a:t>
            </a:fld>
            <a:endParaRPr lang="es-ES"/>
          </a:p>
        </p:txBody>
      </p:sp>
      <p:sp>
        <p:nvSpPr>
          <p:cNvPr id="5" name="CuadroTexto 4">
            <a:extLst>
              <a:ext uri="{FF2B5EF4-FFF2-40B4-BE49-F238E27FC236}">
                <a16:creationId xmlns:a16="http://schemas.microsoft.com/office/drawing/2014/main" id="{986ABE38-5524-EABA-030A-9834DCCE88B8}"/>
              </a:ext>
            </a:extLst>
          </p:cNvPr>
          <p:cNvSpPr txBox="1"/>
          <p:nvPr/>
        </p:nvSpPr>
        <p:spPr>
          <a:xfrm>
            <a:off x="331218" y="1718668"/>
            <a:ext cx="3348415" cy="4955203"/>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s-ES" sz="2000" dirty="0" err="1">
                <a:latin typeface="CMR10"/>
              </a:rPr>
              <a:t>They</a:t>
            </a:r>
            <a:r>
              <a:rPr lang="es-ES" sz="2000" dirty="0">
                <a:latin typeface="CMR10"/>
              </a:rPr>
              <a:t> are </a:t>
            </a:r>
            <a:r>
              <a:rPr lang="es-ES" sz="2000" dirty="0" err="1">
                <a:latin typeface="CMR10"/>
              </a:rPr>
              <a:t>known</a:t>
            </a:r>
            <a:r>
              <a:rPr lang="es-ES" sz="2000" dirty="0">
                <a:latin typeface="CMR10"/>
              </a:rPr>
              <a:t> </a:t>
            </a:r>
            <a:r>
              <a:rPr lang="es-ES" sz="2000" dirty="0" err="1">
                <a:latin typeface="CMR10"/>
              </a:rPr>
              <a:t>to</a:t>
            </a:r>
            <a:r>
              <a:rPr lang="es-ES" sz="2000" dirty="0">
                <a:latin typeface="CMR10"/>
              </a:rPr>
              <a:t> </a:t>
            </a:r>
            <a:r>
              <a:rPr lang="es-ES" sz="2000" dirty="0" err="1">
                <a:latin typeface="CMR10"/>
              </a:rPr>
              <a:t>work</a:t>
            </a:r>
            <a:r>
              <a:rPr lang="es-ES" sz="2000" dirty="0">
                <a:latin typeface="CMR10"/>
              </a:rPr>
              <a:t> </a:t>
            </a:r>
            <a:r>
              <a:rPr lang="es-ES" sz="2000" dirty="0" err="1">
                <a:latin typeface="CMR10"/>
              </a:rPr>
              <a:t>well</a:t>
            </a:r>
            <a:r>
              <a:rPr lang="es-ES" sz="2000" dirty="0">
                <a:latin typeface="CMR10"/>
              </a:rPr>
              <a:t> </a:t>
            </a:r>
            <a:r>
              <a:rPr lang="es-ES" sz="2000" dirty="0" err="1">
                <a:latin typeface="CMR10"/>
              </a:rPr>
              <a:t>for</a:t>
            </a:r>
            <a:r>
              <a:rPr lang="es-ES" sz="2000" dirty="0">
                <a:latin typeface="CMR10"/>
              </a:rPr>
              <a:t> </a:t>
            </a:r>
            <a:r>
              <a:rPr lang="es-ES" sz="2000" dirty="0" err="1">
                <a:latin typeface="CMR10"/>
              </a:rPr>
              <a:t>high</a:t>
            </a:r>
            <a:r>
              <a:rPr lang="es-ES" sz="2000" dirty="0">
                <a:latin typeface="CMR10"/>
              </a:rPr>
              <a:t> dimensional data.</a:t>
            </a:r>
          </a:p>
          <a:p>
            <a:pPr marL="285750" indent="-285750">
              <a:spcAft>
                <a:spcPts val="1200"/>
              </a:spcAft>
              <a:buFont typeface="Arial" panose="020B0604020202020204" pitchFamily="34" charset="0"/>
              <a:buChar char="•"/>
            </a:pPr>
            <a:r>
              <a:rPr lang="es-ES" sz="2000" dirty="0" err="1">
                <a:latin typeface="CMR10"/>
              </a:rPr>
              <a:t>An</a:t>
            </a:r>
            <a:r>
              <a:rPr lang="es-ES" sz="2000" dirty="0">
                <a:latin typeface="CMR10"/>
              </a:rPr>
              <a:t> </a:t>
            </a:r>
            <a:r>
              <a:rPr lang="es-ES" sz="2000" dirty="0" err="1">
                <a:latin typeface="CMR10"/>
              </a:rPr>
              <a:t>Isolation</a:t>
            </a:r>
            <a:r>
              <a:rPr lang="es-ES" sz="2000" dirty="0">
                <a:latin typeface="CMR10"/>
              </a:rPr>
              <a:t> </a:t>
            </a:r>
            <a:r>
              <a:rPr lang="es-ES" sz="2000" dirty="0" err="1">
                <a:latin typeface="CMR10"/>
              </a:rPr>
              <a:t>forest</a:t>
            </a:r>
            <a:r>
              <a:rPr lang="es-ES" sz="2000" dirty="0">
                <a:latin typeface="CMR10"/>
              </a:rPr>
              <a:t> </a:t>
            </a:r>
            <a:r>
              <a:rPr lang="es-ES" sz="2000" dirty="0" err="1">
                <a:latin typeface="CMR10"/>
              </a:rPr>
              <a:t>is</a:t>
            </a:r>
            <a:r>
              <a:rPr lang="es-ES" sz="2000" dirty="0">
                <a:latin typeface="CMR10"/>
              </a:rPr>
              <a:t> a ensemble </a:t>
            </a:r>
            <a:r>
              <a:rPr lang="es-ES" sz="2000" dirty="0" err="1">
                <a:latin typeface="CMR10"/>
              </a:rPr>
              <a:t>of</a:t>
            </a:r>
            <a:r>
              <a:rPr lang="es-ES" sz="2000" dirty="0">
                <a:latin typeface="CMR10"/>
              </a:rPr>
              <a:t> “</a:t>
            </a:r>
            <a:r>
              <a:rPr lang="es-ES" sz="2000" dirty="0" err="1">
                <a:latin typeface="CMR10"/>
              </a:rPr>
              <a:t>Isolation</a:t>
            </a:r>
            <a:r>
              <a:rPr lang="es-ES" sz="2000" dirty="0">
                <a:latin typeface="CMR10"/>
              </a:rPr>
              <a:t> </a:t>
            </a:r>
            <a:r>
              <a:rPr lang="es-ES" sz="2000" dirty="0" err="1">
                <a:latin typeface="CMR10"/>
              </a:rPr>
              <a:t>Trees</a:t>
            </a:r>
            <a:r>
              <a:rPr lang="es-ES" sz="2000" dirty="0">
                <a:latin typeface="CMR10"/>
              </a:rPr>
              <a:t>”</a:t>
            </a:r>
          </a:p>
          <a:p>
            <a:pPr marL="285750" indent="-285750">
              <a:spcAft>
                <a:spcPts val="1200"/>
              </a:spcAft>
              <a:buFont typeface="Arial" panose="020B0604020202020204" pitchFamily="34" charset="0"/>
              <a:buChar char="•"/>
            </a:pPr>
            <a:r>
              <a:rPr lang="es-ES" sz="2000" dirty="0" err="1">
                <a:solidFill>
                  <a:srgbClr val="232323"/>
                </a:solidFill>
                <a:latin typeface="font000000002abd5f04"/>
              </a:rPr>
              <a:t>An</a:t>
            </a:r>
            <a:r>
              <a:rPr lang="es-ES" sz="2000" dirty="0">
                <a:solidFill>
                  <a:srgbClr val="232323"/>
                </a:solidFill>
                <a:latin typeface="font000000002abd5f04"/>
              </a:rPr>
              <a:t> </a:t>
            </a:r>
            <a:r>
              <a:rPr lang="es-ES" sz="2000" dirty="0" err="1">
                <a:solidFill>
                  <a:srgbClr val="232323"/>
                </a:solidFill>
                <a:latin typeface="font000000002abd5f04"/>
              </a:rPr>
              <a:t>Isolation</a:t>
            </a:r>
            <a:r>
              <a:rPr lang="es-ES" sz="2000" dirty="0">
                <a:solidFill>
                  <a:srgbClr val="232323"/>
                </a:solidFill>
                <a:latin typeface="font000000002abd5f04"/>
              </a:rPr>
              <a:t> </a:t>
            </a:r>
            <a:r>
              <a:rPr lang="es-ES" sz="2000" dirty="0" err="1">
                <a:solidFill>
                  <a:srgbClr val="232323"/>
                </a:solidFill>
                <a:latin typeface="font000000002abd5f04"/>
              </a:rPr>
              <a:t>tree</a:t>
            </a:r>
            <a:r>
              <a:rPr lang="es-ES" sz="2000" dirty="0">
                <a:solidFill>
                  <a:srgbClr val="232323"/>
                </a:solidFill>
                <a:latin typeface="font000000002abd5f04"/>
              </a:rPr>
              <a:t> </a:t>
            </a:r>
            <a:r>
              <a:rPr lang="es-ES" sz="2000" dirty="0" err="1">
                <a:solidFill>
                  <a:srgbClr val="232323"/>
                </a:solidFill>
                <a:latin typeface="font000000002abd5f04"/>
              </a:rPr>
              <a:t>is</a:t>
            </a:r>
            <a:r>
              <a:rPr lang="es-ES" sz="2000" dirty="0">
                <a:solidFill>
                  <a:srgbClr val="232323"/>
                </a:solidFill>
                <a:latin typeface="font000000002abd5f04"/>
              </a:rPr>
              <a:t> a </a:t>
            </a:r>
            <a:r>
              <a:rPr lang="es-ES" sz="2000" dirty="0" err="1">
                <a:solidFill>
                  <a:srgbClr val="232323"/>
                </a:solidFill>
                <a:latin typeface="font000000002abd5f04"/>
              </a:rPr>
              <a:t>binary</a:t>
            </a:r>
            <a:r>
              <a:rPr lang="es-ES" sz="2000" dirty="0">
                <a:solidFill>
                  <a:srgbClr val="232323"/>
                </a:solidFill>
                <a:latin typeface="font000000002abd5f04"/>
              </a:rPr>
              <a:t> </a:t>
            </a:r>
            <a:r>
              <a:rPr lang="es-ES" sz="2000" dirty="0" err="1">
                <a:solidFill>
                  <a:srgbClr val="232323"/>
                </a:solidFill>
                <a:latin typeface="font000000002abd5f04"/>
              </a:rPr>
              <a:t>tree</a:t>
            </a:r>
            <a:r>
              <a:rPr lang="es-ES" sz="2000" dirty="0">
                <a:solidFill>
                  <a:srgbClr val="232323"/>
                </a:solidFill>
                <a:latin typeface="font000000002abd5f04"/>
              </a:rPr>
              <a:t> </a:t>
            </a:r>
            <a:r>
              <a:rPr lang="es-ES" sz="2000" dirty="0" err="1">
                <a:solidFill>
                  <a:srgbClr val="232323"/>
                </a:solidFill>
                <a:latin typeface="font000000002abd5f04"/>
              </a:rPr>
              <a:t>that</a:t>
            </a:r>
            <a:r>
              <a:rPr lang="es-ES" sz="2000" dirty="0">
                <a:solidFill>
                  <a:srgbClr val="232323"/>
                </a:solidFill>
                <a:latin typeface="font000000002abd5f04"/>
              </a:rPr>
              <a:t> </a:t>
            </a:r>
            <a:r>
              <a:rPr lang="es-ES" sz="2000" dirty="0" err="1">
                <a:solidFill>
                  <a:srgbClr val="232323"/>
                </a:solidFill>
                <a:latin typeface="font000000002abd5f04"/>
              </a:rPr>
              <a:t>stores</a:t>
            </a:r>
            <a:r>
              <a:rPr lang="es-ES" sz="2000" dirty="0">
                <a:solidFill>
                  <a:srgbClr val="232323"/>
                </a:solidFill>
                <a:latin typeface="font000000002abd5f04"/>
              </a:rPr>
              <a:t> data </a:t>
            </a:r>
            <a:r>
              <a:rPr lang="es-ES" sz="2000" dirty="0" err="1">
                <a:solidFill>
                  <a:srgbClr val="232323"/>
                </a:solidFill>
                <a:latin typeface="font000000002abd5f04"/>
              </a:rPr>
              <a:t>by</a:t>
            </a:r>
            <a:r>
              <a:rPr lang="es-ES" sz="2000" dirty="0">
                <a:solidFill>
                  <a:srgbClr val="232323"/>
                </a:solidFill>
                <a:latin typeface="font000000002abd5f04"/>
              </a:rPr>
              <a:t> </a:t>
            </a:r>
            <a:r>
              <a:rPr lang="es-ES" sz="2000" dirty="0" err="1">
                <a:solidFill>
                  <a:srgbClr val="232323"/>
                </a:solidFill>
                <a:latin typeface="font000000002abd5f04"/>
              </a:rPr>
              <a:t>dividing</a:t>
            </a:r>
            <a:r>
              <a:rPr lang="es-ES" sz="2000" dirty="0">
                <a:solidFill>
                  <a:srgbClr val="232323"/>
                </a:solidFill>
                <a:latin typeface="font000000002abd5f04"/>
              </a:rPr>
              <a:t> </a:t>
            </a:r>
            <a:r>
              <a:rPr lang="es-ES" sz="2000" dirty="0" err="1">
                <a:solidFill>
                  <a:srgbClr val="232323"/>
                </a:solidFill>
                <a:latin typeface="font000000002abd5f04"/>
              </a:rPr>
              <a:t>it</a:t>
            </a:r>
            <a:r>
              <a:rPr lang="es-ES" sz="2000" dirty="0">
                <a:solidFill>
                  <a:srgbClr val="232323"/>
                </a:solidFill>
                <a:latin typeface="font000000002abd5f04"/>
              </a:rPr>
              <a:t> </a:t>
            </a:r>
            <a:r>
              <a:rPr lang="es-ES" sz="2000" dirty="0" err="1">
                <a:solidFill>
                  <a:srgbClr val="232323"/>
                </a:solidFill>
                <a:latin typeface="font000000002abd5f04"/>
              </a:rPr>
              <a:t>into</a:t>
            </a:r>
            <a:r>
              <a:rPr lang="es-ES" sz="2000" dirty="0">
                <a:solidFill>
                  <a:srgbClr val="232323"/>
                </a:solidFill>
                <a:latin typeface="font000000002abd5f04"/>
              </a:rPr>
              <a:t> boxes (</a:t>
            </a:r>
            <a:r>
              <a:rPr lang="es-ES" sz="2000" dirty="0" err="1">
                <a:solidFill>
                  <a:srgbClr val="232323"/>
                </a:solidFill>
                <a:latin typeface="font000000002abd5f04"/>
              </a:rPr>
              <a:t>called</a:t>
            </a:r>
            <a:r>
              <a:rPr lang="es-ES" sz="2000" dirty="0">
                <a:solidFill>
                  <a:srgbClr val="232323"/>
                </a:solidFill>
                <a:latin typeface="font000000002abd5f04"/>
              </a:rPr>
              <a:t> </a:t>
            </a:r>
            <a:r>
              <a:rPr lang="es-ES" sz="2000" dirty="0" err="1">
                <a:solidFill>
                  <a:srgbClr val="232323"/>
                </a:solidFill>
                <a:latin typeface="font000000002abd5f04"/>
              </a:rPr>
              <a:t>nodes</a:t>
            </a:r>
            <a:r>
              <a:rPr lang="es-ES" sz="2000" dirty="0">
                <a:solidFill>
                  <a:srgbClr val="232323"/>
                </a:solidFill>
                <a:latin typeface="font000000002abd5f04"/>
              </a:rPr>
              <a:t>) </a:t>
            </a:r>
            <a:endParaRPr lang="es-ES" sz="2000" dirty="0"/>
          </a:p>
          <a:p>
            <a:pPr>
              <a:spcAft>
                <a:spcPts val="1200"/>
              </a:spcAft>
            </a:pPr>
            <a:r>
              <a:rPr lang="es-ES" sz="2400" dirty="0">
                <a:latin typeface="CMR10"/>
              </a:rPr>
              <a:t> </a:t>
            </a:r>
          </a:p>
          <a:p>
            <a:pPr marL="285750" indent="-285750">
              <a:spcAft>
                <a:spcPts val="1200"/>
              </a:spcAft>
              <a:buFont typeface="Arial" panose="020B0604020202020204" pitchFamily="34" charset="0"/>
              <a:buChar char="•"/>
            </a:pPr>
            <a:endParaRPr lang="es-ES" sz="2400" dirty="0">
              <a:latin typeface="CMR10"/>
            </a:endParaRPr>
          </a:p>
          <a:p>
            <a:endParaRPr lang="es-ES" dirty="0">
              <a:latin typeface="CMR10"/>
            </a:endParaRPr>
          </a:p>
        </p:txBody>
      </p:sp>
      <p:grpSp>
        <p:nvGrpSpPr>
          <p:cNvPr id="3" name="Group 2">
            <a:extLst>
              <a:ext uri="{FF2B5EF4-FFF2-40B4-BE49-F238E27FC236}">
                <a16:creationId xmlns:a16="http://schemas.microsoft.com/office/drawing/2014/main" id="{77EA104D-8984-C494-0328-6DFC6E6863D5}"/>
              </a:ext>
            </a:extLst>
          </p:cNvPr>
          <p:cNvGrpSpPr/>
          <p:nvPr/>
        </p:nvGrpSpPr>
        <p:grpSpPr>
          <a:xfrm>
            <a:off x="4762564" y="1718668"/>
            <a:ext cx="6628877" cy="3183537"/>
            <a:chOff x="3385455" y="3211286"/>
            <a:chExt cx="6628877" cy="3183537"/>
          </a:xfrm>
        </p:grpSpPr>
        <p:sp>
          <p:nvSpPr>
            <p:cNvPr id="6" name="CuadroTexto 5">
              <a:extLst>
                <a:ext uri="{FF2B5EF4-FFF2-40B4-BE49-F238E27FC236}">
                  <a16:creationId xmlns:a16="http://schemas.microsoft.com/office/drawing/2014/main" id="{B81E932E-EECA-EEC8-E988-BC759AEC1BDD}"/>
                </a:ext>
              </a:extLst>
            </p:cNvPr>
            <p:cNvSpPr txBox="1"/>
            <p:nvPr/>
          </p:nvSpPr>
          <p:spPr>
            <a:xfrm>
              <a:off x="3385455" y="3617140"/>
              <a:ext cx="6628877" cy="2777683"/>
            </a:xfrm>
            <a:prstGeom prst="rect">
              <a:avLst/>
            </a:prstGeom>
            <a:noFill/>
          </p:spPr>
          <p:txBody>
            <a:bodyPr wrap="square">
              <a:spAutoFit/>
            </a:bodyPr>
            <a:lstStyle/>
            <a:p>
              <a:pPr>
                <a:spcAft>
                  <a:spcPts val="300"/>
                </a:spcAft>
                <a:buFont typeface="+mj-lt"/>
                <a:buAutoNum type="arabicPeriod"/>
              </a:pPr>
              <a:r>
                <a:rPr lang="es-ES" dirty="0" err="1">
                  <a:solidFill>
                    <a:srgbClr val="232323"/>
                  </a:solidFill>
                  <a:latin typeface="font000000002abd5f04"/>
                </a:rPr>
                <a:t>Select</a:t>
              </a:r>
              <a:r>
                <a:rPr lang="es-ES" dirty="0">
                  <a:solidFill>
                    <a:srgbClr val="232323"/>
                  </a:solidFill>
                  <a:latin typeface="font000000002abd5f04"/>
                </a:rPr>
                <a:t> a </a:t>
              </a:r>
              <a:r>
                <a:rPr lang="es-ES" dirty="0" err="1">
                  <a:solidFill>
                    <a:srgbClr val="232323"/>
                  </a:solidFill>
                  <a:latin typeface="font000000002abd5f04"/>
                </a:rPr>
                <a:t>feature</a:t>
              </a:r>
              <a:r>
                <a:rPr lang="es-ES" dirty="0">
                  <a:solidFill>
                    <a:srgbClr val="232323"/>
                  </a:solidFill>
                  <a:latin typeface="font000000002abd5f04"/>
                </a:rPr>
                <a:t> at </a:t>
              </a:r>
              <a:r>
                <a:rPr lang="es-ES" dirty="0" err="1">
                  <a:solidFill>
                    <a:srgbClr val="232323"/>
                  </a:solidFill>
                  <a:latin typeface="font000000002abd5f04"/>
                </a:rPr>
                <a:t>random</a:t>
              </a:r>
              <a:r>
                <a:rPr lang="es-ES" dirty="0">
                  <a:solidFill>
                    <a:srgbClr val="232323"/>
                  </a:solidFill>
                  <a:latin typeface="font000000002abd5f04"/>
                </a:rPr>
                <a:t> </a:t>
              </a:r>
              <a:r>
                <a:rPr lang="es-ES" dirty="0" err="1">
                  <a:solidFill>
                    <a:srgbClr val="232323"/>
                  </a:solidFill>
                  <a:latin typeface="font000000002abd5f04"/>
                </a:rPr>
                <a:t>from</a:t>
              </a:r>
              <a:r>
                <a:rPr lang="es-ES" dirty="0">
                  <a:solidFill>
                    <a:srgbClr val="232323"/>
                  </a:solidFill>
                  <a:latin typeface="font000000002abd5f04"/>
                </a:rPr>
                <a:t> data. </a:t>
              </a:r>
              <a:r>
                <a:rPr lang="es-ES" dirty="0" err="1">
                  <a:solidFill>
                    <a:srgbClr val="232323"/>
                  </a:solidFill>
                  <a:latin typeface="font000000002abd5f04"/>
                </a:rPr>
                <a:t>Let</a:t>
              </a:r>
              <a:r>
                <a:rPr lang="es-ES" dirty="0">
                  <a:solidFill>
                    <a:srgbClr val="232323"/>
                  </a:solidFill>
                  <a:latin typeface="font000000002abd5f04"/>
                </a:rPr>
                <a:t> </a:t>
              </a:r>
              <a:r>
                <a:rPr lang="es-ES" dirty="0" err="1">
                  <a:solidFill>
                    <a:srgbClr val="232323"/>
                  </a:solidFill>
                  <a:latin typeface="font000000002abd5f04"/>
                </a:rPr>
                <a:t>us</a:t>
              </a:r>
              <a:r>
                <a:rPr lang="es-ES" dirty="0">
                  <a:solidFill>
                    <a:srgbClr val="232323"/>
                  </a:solidFill>
                  <a:latin typeface="font000000002abd5f04"/>
                </a:rPr>
                <a:t> </a:t>
              </a:r>
              <a:r>
                <a:rPr lang="es-ES" dirty="0" err="1">
                  <a:solidFill>
                    <a:srgbClr val="232323"/>
                  </a:solidFill>
                  <a:latin typeface="font000000002abd5f04"/>
                </a:rPr>
                <a:t>call</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random</a:t>
              </a:r>
              <a:r>
                <a:rPr lang="es-ES" dirty="0">
                  <a:solidFill>
                    <a:srgbClr val="232323"/>
                  </a:solidFill>
                  <a:latin typeface="font000000002abd5f04"/>
                </a:rPr>
                <a:t> </a:t>
              </a:r>
              <a:r>
                <a:rPr lang="es-ES" dirty="0" err="1">
                  <a:solidFill>
                    <a:srgbClr val="232323"/>
                  </a:solidFill>
                  <a:latin typeface="font000000002abd5f04"/>
                </a:rPr>
                <a:t>feature</a:t>
              </a:r>
              <a:r>
                <a:rPr lang="es-ES" dirty="0">
                  <a:solidFill>
                    <a:srgbClr val="232323"/>
                  </a:solidFill>
                  <a:latin typeface="font000000002abd5f04"/>
                </a:rPr>
                <a:t> f. </a:t>
              </a:r>
            </a:p>
            <a:p>
              <a:pPr>
                <a:spcAft>
                  <a:spcPts val="300"/>
                </a:spcAft>
                <a:buFont typeface="+mj-lt"/>
                <a:buAutoNum type="arabicPeriod"/>
              </a:pPr>
              <a:r>
                <a:rPr lang="es-ES" dirty="0" err="1">
                  <a:solidFill>
                    <a:srgbClr val="232323"/>
                  </a:solidFill>
                  <a:latin typeface="font000000002abd5f04"/>
                </a:rPr>
                <a:t>Select</a:t>
              </a:r>
              <a:r>
                <a:rPr lang="es-ES" dirty="0">
                  <a:solidFill>
                    <a:srgbClr val="232323"/>
                  </a:solidFill>
                  <a:latin typeface="font000000002abd5f04"/>
                </a:rPr>
                <a:t> a </a:t>
              </a:r>
              <a:r>
                <a:rPr lang="es-ES" dirty="0" err="1">
                  <a:solidFill>
                    <a:srgbClr val="232323"/>
                  </a:solidFill>
                  <a:latin typeface="font000000002abd5f04"/>
                </a:rPr>
                <a:t>random</a:t>
              </a:r>
              <a:r>
                <a:rPr lang="es-ES" dirty="0">
                  <a:solidFill>
                    <a:srgbClr val="232323"/>
                  </a:solidFill>
                  <a:latin typeface="font000000002abd5f04"/>
                </a:rPr>
                <a:t> </a:t>
              </a:r>
              <a:r>
                <a:rPr lang="es-ES" dirty="0" err="1">
                  <a:solidFill>
                    <a:srgbClr val="232323"/>
                  </a:solidFill>
                  <a:latin typeface="font000000002abd5f04"/>
                </a:rPr>
                <a:t>value</a:t>
              </a:r>
              <a:r>
                <a:rPr lang="es-ES" dirty="0">
                  <a:solidFill>
                    <a:srgbClr val="232323"/>
                  </a:solidFill>
                  <a:latin typeface="font000000002abd5f04"/>
                </a:rPr>
                <a:t> </a:t>
              </a:r>
              <a:r>
                <a:rPr lang="es-ES" dirty="0" err="1">
                  <a:solidFill>
                    <a:srgbClr val="232323"/>
                  </a:solidFill>
                  <a:latin typeface="font000000002abd5f04"/>
                </a:rPr>
                <a:t>from</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feature</a:t>
              </a:r>
              <a:r>
                <a:rPr lang="es-ES" dirty="0">
                  <a:solidFill>
                    <a:srgbClr val="232323"/>
                  </a:solidFill>
                  <a:latin typeface="font000000002abd5f04"/>
                </a:rPr>
                <a:t> f. </a:t>
              </a:r>
              <a:r>
                <a:rPr lang="es-ES" dirty="0" err="1">
                  <a:solidFill>
                    <a:srgbClr val="232323"/>
                  </a:solidFill>
                  <a:latin typeface="font000000002abd5f04"/>
                </a:rPr>
                <a:t>We</a:t>
              </a:r>
              <a:r>
                <a:rPr lang="es-ES" dirty="0">
                  <a:solidFill>
                    <a:srgbClr val="232323"/>
                  </a:solidFill>
                  <a:latin typeface="font000000002abd5f04"/>
                </a:rPr>
                <a:t> </a:t>
              </a:r>
              <a:r>
                <a:rPr lang="es-ES" dirty="0" err="1">
                  <a:solidFill>
                    <a:srgbClr val="232323"/>
                  </a:solidFill>
                  <a:latin typeface="font000000002abd5f04"/>
                </a:rPr>
                <a:t>will</a:t>
              </a:r>
              <a:r>
                <a:rPr lang="es-ES" dirty="0">
                  <a:solidFill>
                    <a:srgbClr val="232323"/>
                  </a:solidFill>
                  <a:latin typeface="font000000002abd5f04"/>
                </a:rPr>
                <a:t> use </a:t>
              </a:r>
              <a:r>
                <a:rPr lang="es-ES" dirty="0" err="1">
                  <a:solidFill>
                    <a:srgbClr val="232323"/>
                  </a:solidFill>
                  <a:latin typeface="font000000002abd5f04"/>
                </a:rPr>
                <a:t>this</a:t>
              </a:r>
              <a:r>
                <a:rPr lang="es-ES" dirty="0">
                  <a:solidFill>
                    <a:srgbClr val="232323"/>
                  </a:solidFill>
                  <a:latin typeface="font000000002abd5f04"/>
                </a:rPr>
                <a:t> </a:t>
              </a:r>
              <a:r>
                <a:rPr lang="es-ES" dirty="0" err="1">
                  <a:solidFill>
                    <a:srgbClr val="232323"/>
                  </a:solidFill>
                  <a:latin typeface="font000000002abd5f04"/>
                </a:rPr>
                <a:t>random</a:t>
              </a:r>
              <a:r>
                <a:rPr lang="es-ES" dirty="0">
                  <a:solidFill>
                    <a:srgbClr val="232323"/>
                  </a:solidFill>
                  <a:latin typeface="font000000002abd5f04"/>
                </a:rPr>
                <a:t> </a:t>
              </a:r>
              <a:r>
                <a:rPr lang="es-ES" dirty="0" err="1">
                  <a:solidFill>
                    <a:srgbClr val="232323"/>
                  </a:solidFill>
                  <a:latin typeface="font000000002abd5f04"/>
                </a:rPr>
                <a:t>value</a:t>
              </a:r>
              <a:r>
                <a:rPr lang="es-ES" dirty="0">
                  <a:solidFill>
                    <a:srgbClr val="232323"/>
                  </a:solidFill>
                  <a:latin typeface="font000000002abd5f04"/>
                </a:rPr>
                <a:t> as a </a:t>
              </a:r>
              <a:r>
                <a:rPr lang="es-ES" dirty="0" err="1">
                  <a:solidFill>
                    <a:srgbClr val="232323"/>
                  </a:solidFill>
                  <a:latin typeface="font000000002abd5f04"/>
                </a:rPr>
                <a:t>threshold</a:t>
              </a:r>
              <a:r>
                <a:rPr lang="es-ES" dirty="0">
                  <a:solidFill>
                    <a:srgbClr val="232323"/>
                  </a:solidFill>
                  <a:latin typeface="font000000002abd5f04"/>
                </a:rPr>
                <a:t>. </a:t>
              </a:r>
              <a:r>
                <a:rPr lang="es-ES" dirty="0" err="1">
                  <a:solidFill>
                    <a:srgbClr val="232323"/>
                  </a:solidFill>
                  <a:latin typeface="font000000002abd5f04"/>
                </a:rPr>
                <a:t>Let</a:t>
              </a:r>
              <a:r>
                <a:rPr lang="es-ES" dirty="0">
                  <a:solidFill>
                    <a:srgbClr val="232323"/>
                  </a:solidFill>
                  <a:latin typeface="font000000002abd5f04"/>
                </a:rPr>
                <a:t> </a:t>
              </a:r>
              <a:r>
                <a:rPr lang="es-ES" dirty="0" err="1">
                  <a:solidFill>
                    <a:srgbClr val="232323"/>
                  </a:solidFill>
                  <a:latin typeface="font000000002abd5f04"/>
                </a:rPr>
                <a:t>us</a:t>
              </a:r>
              <a:r>
                <a:rPr lang="es-ES" dirty="0">
                  <a:solidFill>
                    <a:srgbClr val="232323"/>
                  </a:solidFill>
                  <a:latin typeface="font000000002abd5f04"/>
                </a:rPr>
                <a:t> </a:t>
              </a:r>
              <a:r>
                <a:rPr lang="es-ES" dirty="0" err="1">
                  <a:solidFill>
                    <a:srgbClr val="232323"/>
                  </a:solidFill>
                  <a:latin typeface="font000000002abd5f04"/>
                </a:rPr>
                <a:t>call</a:t>
              </a:r>
              <a:r>
                <a:rPr lang="es-ES" dirty="0">
                  <a:solidFill>
                    <a:srgbClr val="232323"/>
                  </a:solidFill>
                  <a:latin typeface="font000000002abd5f04"/>
                </a:rPr>
                <a:t> </a:t>
              </a:r>
              <a:r>
                <a:rPr lang="es-ES" dirty="0" err="1">
                  <a:solidFill>
                    <a:srgbClr val="232323"/>
                  </a:solidFill>
                  <a:latin typeface="font000000002abd5f04"/>
                </a:rPr>
                <a:t>it</a:t>
              </a:r>
              <a:r>
                <a:rPr lang="es-ES" dirty="0">
                  <a:solidFill>
                    <a:srgbClr val="232323"/>
                  </a:solidFill>
                  <a:latin typeface="font000000002abd5f04"/>
                </a:rPr>
                <a:t> t. </a:t>
              </a:r>
            </a:p>
            <a:p>
              <a:pPr>
                <a:spcAft>
                  <a:spcPts val="300"/>
                </a:spcAft>
                <a:buFont typeface="+mj-lt"/>
                <a:buAutoNum type="arabicPeriod"/>
              </a:pPr>
              <a:r>
                <a:rPr lang="es-ES" dirty="0" err="1">
                  <a:solidFill>
                    <a:srgbClr val="232323"/>
                  </a:solidFill>
                  <a:latin typeface="font000000002abd5f04"/>
                </a:rPr>
                <a:t>Datapoints</a:t>
              </a:r>
              <a:r>
                <a:rPr lang="es-ES" dirty="0">
                  <a:solidFill>
                    <a:srgbClr val="232323"/>
                  </a:solidFill>
                  <a:latin typeface="font000000002abd5f04"/>
                </a:rPr>
                <a:t> </a:t>
              </a:r>
              <a:r>
                <a:rPr lang="es-ES" dirty="0" err="1">
                  <a:solidFill>
                    <a:srgbClr val="232323"/>
                  </a:solidFill>
                  <a:latin typeface="font000000002abd5f04"/>
                </a:rPr>
                <a:t>where</a:t>
              </a:r>
              <a:r>
                <a:rPr lang="es-ES" dirty="0">
                  <a:solidFill>
                    <a:srgbClr val="232323"/>
                  </a:solidFill>
                  <a:latin typeface="font000000002abd5f04"/>
                </a:rPr>
                <a:t> f &lt;t are </a:t>
              </a:r>
              <a:r>
                <a:rPr lang="es-ES" dirty="0" err="1">
                  <a:solidFill>
                    <a:srgbClr val="232323"/>
                  </a:solidFill>
                  <a:latin typeface="font000000002abd5f04"/>
                </a:rPr>
                <a:t>stored</a:t>
              </a:r>
              <a:r>
                <a:rPr lang="es-ES" dirty="0">
                  <a:solidFill>
                    <a:srgbClr val="232323"/>
                  </a:solidFill>
                  <a:latin typeface="font000000002abd5f04"/>
                </a:rPr>
                <a:t> in Node1</a:t>
              </a:r>
            </a:p>
            <a:p>
              <a:pPr>
                <a:spcAft>
                  <a:spcPts val="300"/>
                </a:spcAft>
              </a:pPr>
              <a:r>
                <a:rPr lang="es-ES" dirty="0">
                  <a:solidFill>
                    <a:srgbClr val="232323"/>
                  </a:solidFill>
                  <a:latin typeface="font000000002abd5f04"/>
                </a:rPr>
                <a:t>                       </a:t>
              </a:r>
              <a:r>
                <a:rPr lang="es-ES" dirty="0" err="1">
                  <a:solidFill>
                    <a:srgbClr val="232323"/>
                  </a:solidFill>
                  <a:latin typeface="font000000002abd5f04"/>
                </a:rPr>
                <a:t>wheref</a:t>
              </a:r>
              <a:r>
                <a:rPr lang="es-ES" dirty="0">
                  <a:solidFill>
                    <a:srgbClr val="232323"/>
                  </a:solidFill>
                  <a:latin typeface="font000000002abd5f04"/>
                </a:rPr>
                <a:t>  ≥t </a:t>
              </a:r>
              <a:r>
                <a:rPr lang="es-ES" dirty="0" err="1">
                  <a:solidFill>
                    <a:srgbClr val="232323"/>
                  </a:solidFill>
                  <a:latin typeface="font000000002abd5f04"/>
                </a:rPr>
                <a:t>go</a:t>
              </a:r>
              <a:r>
                <a:rPr lang="es-ES" dirty="0">
                  <a:solidFill>
                    <a:srgbClr val="232323"/>
                  </a:solidFill>
                  <a:latin typeface="font000000002abd5f04"/>
                </a:rPr>
                <a:t> in Node2. </a:t>
              </a:r>
            </a:p>
            <a:p>
              <a:pPr>
                <a:spcAft>
                  <a:spcPts val="300"/>
                </a:spcAft>
                <a:buFont typeface="+mj-lt"/>
                <a:buAutoNum type="arabicPeriod"/>
              </a:pPr>
              <a:r>
                <a:rPr lang="es-ES" dirty="0">
                  <a:solidFill>
                    <a:srgbClr val="232323"/>
                  </a:solidFill>
                  <a:latin typeface="font000000002abd5f04"/>
                </a:rPr>
                <a:t> </a:t>
              </a:r>
              <a:r>
                <a:rPr lang="es-ES" dirty="0" err="1">
                  <a:solidFill>
                    <a:srgbClr val="232323"/>
                  </a:solidFill>
                  <a:latin typeface="font000000002abd5f04"/>
                </a:rPr>
                <a:t>Repeat</a:t>
              </a:r>
              <a:r>
                <a:rPr lang="es-ES" dirty="0">
                  <a:solidFill>
                    <a:srgbClr val="232323"/>
                  </a:solidFill>
                  <a:latin typeface="font000000002abd5f04"/>
                </a:rPr>
                <a:t> </a:t>
              </a:r>
              <a:r>
                <a:rPr lang="es-ES" dirty="0" err="1">
                  <a:solidFill>
                    <a:srgbClr val="232323"/>
                  </a:solidFill>
                  <a:latin typeface="font000000002abd5f04"/>
                </a:rPr>
                <a:t>Steps</a:t>
              </a:r>
              <a:r>
                <a:rPr lang="es-ES" dirty="0">
                  <a:solidFill>
                    <a:srgbClr val="232323"/>
                  </a:solidFill>
                  <a:latin typeface="font000000002abd5f04"/>
                </a:rPr>
                <a:t> 1–3 </a:t>
              </a:r>
              <a:r>
                <a:rPr lang="es-ES" dirty="0" err="1">
                  <a:solidFill>
                    <a:srgbClr val="232323"/>
                  </a:solidFill>
                  <a:latin typeface="font000000002abd5f04"/>
                </a:rPr>
                <a:t>for</a:t>
              </a:r>
              <a:r>
                <a:rPr lang="es-ES" dirty="0">
                  <a:solidFill>
                    <a:srgbClr val="232323"/>
                  </a:solidFill>
                  <a:latin typeface="font000000002abd5f04"/>
                </a:rPr>
                <a:t> </a:t>
              </a:r>
              <a:r>
                <a:rPr lang="es-ES" dirty="0" err="1">
                  <a:solidFill>
                    <a:srgbClr val="232323"/>
                  </a:solidFill>
                  <a:latin typeface="font000000002abd5f04"/>
                </a:rPr>
                <a:t>Node</a:t>
              </a:r>
              <a:r>
                <a:rPr lang="es-ES" dirty="0">
                  <a:solidFill>
                    <a:srgbClr val="232323"/>
                  </a:solidFill>
                  <a:latin typeface="font000000002abd5f04"/>
                </a:rPr>
                <a:t> 1 and </a:t>
              </a:r>
              <a:r>
                <a:rPr lang="es-ES" dirty="0" err="1">
                  <a:solidFill>
                    <a:srgbClr val="232323"/>
                  </a:solidFill>
                  <a:latin typeface="font000000002abd5f04"/>
                </a:rPr>
                <a:t>Node</a:t>
              </a:r>
              <a:r>
                <a:rPr lang="es-ES" dirty="0">
                  <a:solidFill>
                    <a:srgbClr val="232323"/>
                  </a:solidFill>
                  <a:latin typeface="font000000002abd5f04"/>
                </a:rPr>
                <a:t> 2. </a:t>
              </a:r>
            </a:p>
            <a:p>
              <a:pPr>
                <a:spcAft>
                  <a:spcPts val="300"/>
                </a:spcAft>
                <a:buFont typeface="+mj-lt"/>
                <a:buAutoNum type="arabicPeriod"/>
              </a:pPr>
              <a:r>
                <a:rPr lang="es-ES" dirty="0" err="1">
                  <a:solidFill>
                    <a:srgbClr val="232323"/>
                  </a:solidFill>
                  <a:latin typeface="font000000002abd5f04"/>
                </a:rPr>
                <a:t>Terminate</a:t>
              </a:r>
              <a:r>
                <a:rPr lang="es-ES" dirty="0">
                  <a:solidFill>
                    <a:srgbClr val="232323"/>
                  </a:solidFill>
                  <a:latin typeface="font000000002abd5f04"/>
                </a:rPr>
                <a:t> </a:t>
              </a:r>
              <a:r>
                <a:rPr lang="es-ES" dirty="0" err="1">
                  <a:solidFill>
                    <a:srgbClr val="232323"/>
                  </a:solidFill>
                  <a:latin typeface="font000000002abd5f04"/>
                </a:rPr>
                <a:t>either</a:t>
              </a:r>
              <a:r>
                <a:rPr lang="es-ES" dirty="0">
                  <a:solidFill>
                    <a:srgbClr val="232323"/>
                  </a:solidFill>
                  <a:latin typeface="font000000002abd5f04"/>
                </a:rPr>
                <a:t> </a:t>
              </a:r>
              <a:r>
                <a:rPr lang="es-ES" dirty="0" err="1">
                  <a:solidFill>
                    <a:srgbClr val="232323"/>
                  </a:solidFill>
                  <a:latin typeface="font000000002abd5f04"/>
                </a:rPr>
                <a:t>when</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tree</a:t>
              </a:r>
              <a:r>
                <a:rPr lang="es-ES" dirty="0">
                  <a:solidFill>
                    <a:srgbClr val="232323"/>
                  </a:solidFill>
                  <a:latin typeface="font000000002abd5f04"/>
                </a:rPr>
                <a:t> </a:t>
              </a:r>
              <a:r>
                <a:rPr lang="es-ES" dirty="0" err="1">
                  <a:solidFill>
                    <a:srgbClr val="232323"/>
                  </a:solidFill>
                  <a:latin typeface="font000000002abd5f04"/>
                </a:rPr>
                <a:t>is</a:t>
              </a:r>
              <a:r>
                <a:rPr lang="es-ES" dirty="0">
                  <a:solidFill>
                    <a:srgbClr val="232323"/>
                  </a:solidFill>
                  <a:latin typeface="font000000002abd5f04"/>
                </a:rPr>
                <a:t> </a:t>
              </a:r>
              <a:r>
                <a:rPr lang="es-ES" dirty="0" err="1">
                  <a:solidFill>
                    <a:srgbClr val="232323"/>
                  </a:solidFill>
                  <a:latin typeface="font000000002abd5f04"/>
                </a:rPr>
                <a:t>fully</a:t>
              </a:r>
              <a:r>
                <a:rPr lang="es-ES" dirty="0">
                  <a:solidFill>
                    <a:srgbClr val="232323"/>
                  </a:solidFill>
                  <a:latin typeface="font000000002abd5f04"/>
                </a:rPr>
                <a:t> </a:t>
              </a:r>
              <a:r>
                <a:rPr lang="es-ES" dirty="0" err="1">
                  <a:solidFill>
                    <a:srgbClr val="232323"/>
                  </a:solidFill>
                  <a:latin typeface="font000000002abd5f04"/>
                </a:rPr>
                <a:t>grown</a:t>
              </a:r>
              <a:r>
                <a:rPr lang="es-ES" dirty="0">
                  <a:solidFill>
                    <a:srgbClr val="232323"/>
                  </a:solidFill>
                  <a:latin typeface="font000000002abd5f04"/>
                </a:rPr>
                <a:t> </a:t>
              </a:r>
              <a:r>
                <a:rPr lang="es-ES" dirty="0" err="1">
                  <a:solidFill>
                    <a:srgbClr val="232323"/>
                  </a:solidFill>
                  <a:latin typeface="font000000002abd5f04"/>
                </a:rPr>
                <a:t>or</a:t>
              </a:r>
              <a:r>
                <a:rPr lang="es-ES" dirty="0">
                  <a:solidFill>
                    <a:srgbClr val="232323"/>
                  </a:solidFill>
                  <a:latin typeface="font000000002abd5f04"/>
                </a:rPr>
                <a:t> a </a:t>
              </a:r>
              <a:r>
                <a:rPr lang="es-ES" dirty="0" err="1">
                  <a:solidFill>
                    <a:srgbClr val="232323"/>
                  </a:solidFill>
                  <a:latin typeface="font000000002abd5f04"/>
                </a:rPr>
                <a:t>termination</a:t>
              </a:r>
              <a:r>
                <a:rPr lang="es-ES" dirty="0">
                  <a:solidFill>
                    <a:srgbClr val="232323"/>
                  </a:solidFill>
                  <a:latin typeface="font000000002abd5f04"/>
                </a:rPr>
                <a:t> </a:t>
              </a:r>
              <a:r>
                <a:rPr lang="es-ES" dirty="0" err="1">
                  <a:solidFill>
                    <a:srgbClr val="232323"/>
                  </a:solidFill>
                  <a:latin typeface="font000000002abd5f04"/>
                </a:rPr>
                <a:t>criterion</a:t>
              </a:r>
              <a:r>
                <a:rPr lang="es-ES" dirty="0">
                  <a:solidFill>
                    <a:srgbClr val="232323"/>
                  </a:solidFill>
                  <a:latin typeface="font000000002abd5f04"/>
                </a:rPr>
                <a:t> </a:t>
              </a:r>
              <a:r>
                <a:rPr lang="es-ES" dirty="0" err="1">
                  <a:solidFill>
                    <a:srgbClr val="232323"/>
                  </a:solidFill>
                  <a:latin typeface="font000000002abd5f04"/>
                </a:rPr>
                <a:t>is</a:t>
              </a:r>
              <a:r>
                <a:rPr lang="es-ES" dirty="0">
                  <a:solidFill>
                    <a:srgbClr val="232323"/>
                  </a:solidFill>
                  <a:latin typeface="font000000002abd5f04"/>
                </a:rPr>
                <a:t> </a:t>
              </a:r>
              <a:r>
                <a:rPr lang="es-ES" dirty="0" err="1">
                  <a:solidFill>
                    <a:srgbClr val="232323"/>
                  </a:solidFill>
                  <a:latin typeface="font000000002abd5f04"/>
                </a:rPr>
                <a:t>met</a:t>
              </a:r>
              <a:r>
                <a:rPr lang="es-ES" dirty="0">
                  <a:solidFill>
                    <a:srgbClr val="232323"/>
                  </a:solidFill>
                  <a:latin typeface="font000000002abd5f04"/>
                </a:rPr>
                <a:t>. </a:t>
              </a:r>
            </a:p>
          </p:txBody>
        </p:sp>
        <p:sp>
          <p:nvSpPr>
            <p:cNvPr id="7" name="CuadroTexto 6">
              <a:extLst>
                <a:ext uri="{FF2B5EF4-FFF2-40B4-BE49-F238E27FC236}">
                  <a16:creationId xmlns:a16="http://schemas.microsoft.com/office/drawing/2014/main" id="{021185C8-5EF7-C5E1-B9E5-0467F90F947A}"/>
                </a:ext>
              </a:extLst>
            </p:cNvPr>
            <p:cNvSpPr txBox="1"/>
            <p:nvPr/>
          </p:nvSpPr>
          <p:spPr>
            <a:xfrm>
              <a:off x="3385457" y="3211286"/>
              <a:ext cx="4158343" cy="369332"/>
            </a:xfrm>
            <a:prstGeom prst="rect">
              <a:avLst/>
            </a:prstGeom>
            <a:noFill/>
          </p:spPr>
          <p:txBody>
            <a:bodyPr wrap="square" rtlCol="0">
              <a:spAutoFit/>
            </a:bodyPr>
            <a:lstStyle/>
            <a:p>
              <a:r>
                <a:rPr lang="es-ES" b="1" dirty="0" err="1"/>
                <a:t>Algorithm</a:t>
              </a:r>
              <a:r>
                <a:rPr lang="es-ES" dirty="0"/>
                <a:t> </a:t>
              </a:r>
              <a:r>
                <a:rPr lang="es-ES" dirty="0" err="1"/>
                <a:t>Isolation</a:t>
              </a:r>
              <a:r>
                <a:rPr lang="es-ES" dirty="0"/>
                <a:t> </a:t>
              </a:r>
              <a:r>
                <a:rPr lang="es-ES" dirty="0" err="1"/>
                <a:t>Tree</a:t>
              </a:r>
              <a:endParaRPr lang="es-ES" dirty="0"/>
            </a:p>
          </p:txBody>
        </p:sp>
      </p:grpSp>
    </p:spTree>
    <p:extLst>
      <p:ext uri="{BB962C8B-B14F-4D97-AF65-F5344CB8AC3E}">
        <p14:creationId xmlns:p14="http://schemas.microsoft.com/office/powerpoint/2010/main" val="3379279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Isolation</a:t>
            </a:r>
            <a:r>
              <a:rPr lang="es-ES" dirty="0">
                <a:solidFill>
                  <a:srgbClr val="0070C0"/>
                </a:solidFill>
              </a:rPr>
              <a:t> </a:t>
            </a:r>
            <a:r>
              <a:rPr lang="es-ES" dirty="0" err="1">
                <a:solidFill>
                  <a:srgbClr val="0070C0"/>
                </a:solidFill>
              </a:rPr>
              <a:t>Tree</a:t>
            </a:r>
            <a:r>
              <a:rPr lang="es-ES" dirty="0">
                <a:solidFill>
                  <a:srgbClr val="0070C0"/>
                </a:solidFill>
              </a:rPr>
              <a:t> – No </a:t>
            </a:r>
            <a:r>
              <a:rPr lang="es-ES" dirty="0" err="1">
                <a:solidFill>
                  <a:srgbClr val="0070C0"/>
                </a:solidFill>
              </a:rPr>
              <a:t>anomaly</a:t>
            </a:r>
            <a:endParaRPr lang="es-ES"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24</a:t>
            </a:fld>
            <a:endParaRPr lang="es-ES"/>
          </a:p>
        </p:txBody>
      </p:sp>
      <p:pic>
        <p:nvPicPr>
          <p:cNvPr id="3" name="Imagen 2">
            <a:extLst>
              <a:ext uri="{FF2B5EF4-FFF2-40B4-BE49-F238E27FC236}">
                <a16:creationId xmlns:a16="http://schemas.microsoft.com/office/drawing/2014/main" id="{B9EDBD29-1DCC-CF5B-0474-D5528B41BE9E}"/>
              </a:ext>
            </a:extLst>
          </p:cNvPr>
          <p:cNvPicPr>
            <a:picLocks noChangeAspect="1"/>
          </p:cNvPicPr>
          <p:nvPr/>
        </p:nvPicPr>
        <p:blipFill>
          <a:blip r:embed="rId2"/>
          <a:stretch>
            <a:fillRect/>
          </a:stretch>
        </p:blipFill>
        <p:spPr>
          <a:xfrm>
            <a:off x="1597620" y="1477055"/>
            <a:ext cx="9041156" cy="4510089"/>
          </a:xfrm>
          <a:prstGeom prst="rect">
            <a:avLst/>
          </a:prstGeom>
        </p:spPr>
      </p:pic>
    </p:spTree>
    <p:extLst>
      <p:ext uri="{BB962C8B-B14F-4D97-AF65-F5344CB8AC3E}">
        <p14:creationId xmlns:p14="http://schemas.microsoft.com/office/powerpoint/2010/main" val="1656950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Isolation</a:t>
            </a:r>
            <a:r>
              <a:rPr lang="es-ES" dirty="0">
                <a:solidFill>
                  <a:srgbClr val="0070C0"/>
                </a:solidFill>
              </a:rPr>
              <a:t> </a:t>
            </a:r>
            <a:r>
              <a:rPr lang="es-ES" dirty="0" err="1">
                <a:solidFill>
                  <a:srgbClr val="0070C0"/>
                </a:solidFill>
              </a:rPr>
              <a:t>Tree</a:t>
            </a:r>
            <a:endParaRPr lang="es-ES"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25</a:t>
            </a:fld>
            <a:endParaRPr lang="es-ES"/>
          </a:p>
        </p:txBody>
      </p:sp>
      <p:sp>
        <p:nvSpPr>
          <p:cNvPr id="5" name="CuadroTexto 4">
            <a:extLst>
              <a:ext uri="{FF2B5EF4-FFF2-40B4-BE49-F238E27FC236}">
                <a16:creationId xmlns:a16="http://schemas.microsoft.com/office/drawing/2014/main" id="{986ABE38-5524-EABA-030A-9834DCCE88B8}"/>
              </a:ext>
            </a:extLst>
          </p:cNvPr>
          <p:cNvSpPr txBox="1"/>
          <p:nvPr/>
        </p:nvSpPr>
        <p:spPr>
          <a:xfrm>
            <a:off x="495759" y="1496428"/>
            <a:ext cx="11226188" cy="2831544"/>
          </a:xfrm>
          <a:prstGeom prst="rect">
            <a:avLst/>
          </a:prstGeom>
          <a:noFill/>
        </p:spPr>
        <p:txBody>
          <a:bodyPr wrap="square">
            <a:spAutoFit/>
          </a:bodyPr>
          <a:lstStyle/>
          <a:p>
            <a:pPr marL="285750" indent="-285750">
              <a:buFont typeface="Arial" panose="020B0604020202020204" pitchFamily="34" charset="0"/>
              <a:buChar char="•"/>
            </a:pPr>
            <a:r>
              <a:rPr lang="es-ES" sz="2000" dirty="0" err="1">
                <a:latin typeface="CMR10"/>
              </a:rPr>
              <a:t>Now</a:t>
            </a:r>
            <a:r>
              <a:rPr lang="es-ES" sz="2000" dirty="0">
                <a:latin typeface="CMR10"/>
              </a:rPr>
              <a:t>, </a:t>
            </a:r>
            <a:r>
              <a:rPr lang="es-ES" sz="2000" dirty="0" err="1">
                <a:latin typeface="CMR10"/>
              </a:rPr>
              <a:t>assume</a:t>
            </a:r>
            <a:r>
              <a:rPr lang="es-ES" sz="2000" dirty="0">
                <a:latin typeface="CMR10"/>
              </a:rPr>
              <a:t> </a:t>
            </a:r>
            <a:r>
              <a:rPr lang="es-ES" sz="2000" dirty="0" err="1">
                <a:latin typeface="CMR10"/>
              </a:rPr>
              <a:t>the</a:t>
            </a:r>
            <a:r>
              <a:rPr lang="es-ES" sz="2000" dirty="0">
                <a:latin typeface="CMR10"/>
              </a:rPr>
              <a:t> </a:t>
            </a:r>
            <a:r>
              <a:rPr lang="es-ES" sz="2000" dirty="0" err="1">
                <a:latin typeface="CMR10"/>
              </a:rPr>
              <a:t>univariate</a:t>
            </a:r>
            <a:r>
              <a:rPr lang="es-ES" sz="2000" dirty="0">
                <a:latin typeface="CMR10"/>
              </a:rPr>
              <a:t> data </a:t>
            </a:r>
            <a:r>
              <a:rPr lang="es-ES" sz="2000" dirty="0" err="1">
                <a:latin typeface="CMR10"/>
              </a:rPr>
              <a:t>above</a:t>
            </a:r>
            <a:r>
              <a:rPr lang="es-ES" sz="2000" dirty="0">
                <a:latin typeface="CMR10"/>
              </a:rPr>
              <a:t> has </a:t>
            </a:r>
            <a:r>
              <a:rPr lang="es-ES" sz="2000" dirty="0" err="1">
                <a:latin typeface="CMR10"/>
              </a:rPr>
              <a:t>an</a:t>
            </a:r>
            <a:r>
              <a:rPr lang="es-ES" sz="2000" dirty="0">
                <a:latin typeface="CMR10"/>
              </a:rPr>
              <a:t> </a:t>
            </a:r>
            <a:r>
              <a:rPr lang="es-ES" sz="2000" dirty="0" err="1">
                <a:latin typeface="CMR10"/>
              </a:rPr>
              <a:t>anomaly</a:t>
            </a:r>
            <a:r>
              <a:rPr lang="es-ES" sz="2000" dirty="0">
                <a:latin typeface="CMR10"/>
              </a:rPr>
              <a:t>. In </a:t>
            </a:r>
            <a:r>
              <a:rPr lang="es-ES" sz="2000" dirty="0" err="1">
                <a:latin typeface="CMR10"/>
              </a:rPr>
              <a:t>that</a:t>
            </a:r>
            <a:r>
              <a:rPr lang="es-ES" sz="2000" dirty="0">
                <a:latin typeface="CMR10"/>
              </a:rPr>
              <a:t> case, </a:t>
            </a:r>
            <a:r>
              <a:rPr lang="es-ES" sz="2000" dirty="0" err="1">
                <a:latin typeface="CMR10"/>
              </a:rPr>
              <a:t>the</a:t>
            </a:r>
            <a:r>
              <a:rPr lang="es-ES" sz="2000" dirty="0">
                <a:latin typeface="CMR10"/>
              </a:rPr>
              <a:t> </a:t>
            </a:r>
            <a:r>
              <a:rPr lang="es-ES" sz="2000" dirty="0" err="1">
                <a:latin typeface="CMR10"/>
              </a:rPr>
              <a:t>anomalous</a:t>
            </a:r>
            <a:r>
              <a:rPr lang="es-ES" sz="2000" dirty="0">
                <a:latin typeface="CMR10"/>
              </a:rPr>
              <a:t> </a:t>
            </a:r>
            <a:r>
              <a:rPr lang="es-ES" sz="2000" dirty="0" err="1">
                <a:latin typeface="CMR10"/>
              </a:rPr>
              <a:t>point</a:t>
            </a:r>
            <a:r>
              <a:rPr lang="es-ES" sz="2000" dirty="0">
                <a:latin typeface="CMR10"/>
              </a:rPr>
              <a:t> </a:t>
            </a:r>
            <a:r>
              <a:rPr lang="es-ES" sz="2000" dirty="0" err="1">
                <a:latin typeface="CMR10"/>
              </a:rPr>
              <a:t>will</a:t>
            </a:r>
            <a:r>
              <a:rPr lang="es-ES" sz="2000" dirty="0">
                <a:latin typeface="CMR10"/>
              </a:rPr>
              <a:t> be </a:t>
            </a:r>
            <a:r>
              <a:rPr lang="es-ES" sz="2000" dirty="0" err="1">
                <a:latin typeface="CMR10"/>
              </a:rPr>
              <a:t>far</a:t>
            </a:r>
            <a:r>
              <a:rPr lang="es-ES" sz="2000" dirty="0">
                <a:latin typeface="CMR10"/>
              </a:rPr>
              <a:t> </a:t>
            </a:r>
            <a:r>
              <a:rPr lang="es-ES" sz="2000" dirty="0" err="1">
                <a:latin typeface="CMR10"/>
              </a:rPr>
              <a:t>away</a:t>
            </a:r>
            <a:r>
              <a:rPr lang="es-ES" sz="2000" dirty="0">
                <a:latin typeface="CMR10"/>
              </a:rPr>
              <a:t> </a:t>
            </a:r>
            <a:r>
              <a:rPr lang="es-ES" sz="2000" dirty="0" err="1">
                <a:latin typeface="CMR10"/>
              </a:rPr>
              <a:t>from</a:t>
            </a:r>
            <a:r>
              <a:rPr lang="es-ES" sz="2000" dirty="0">
                <a:latin typeface="CMR10"/>
              </a:rPr>
              <a:t> </a:t>
            </a:r>
            <a:r>
              <a:rPr lang="es-ES" sz="2000" dirty="0" err="1">
                <a:latin typeface="CMR10"/>
              </a:rPr>
              <a:t>the</a:t>
            </a:r>
            <a:r>
              <a:rPr lang="es-ES" sz="2000" dirty="0">
                <a:latin typeface="CMR10"/>
              </a:rPr>
              <a:t> </a:t>
            </a:r>
            <a:r>
              <a:rPr lang="es-ES" sz="2000" dirty="0" err="1">
                <a:latin typeface="CMR10"/>
              </a:rPr>
              <a:t>other</a:t>
            </a:r>
            <a:r>
              <a:rPr lang="es-ES" sz="2000" dirty="0">
                <a:latin typeface="CMR10"/>
              </a:rPr>
              <a:t> data </a:t>
            </a:r>
            <a:r>
              <a:rPr lang="es-ES" sz="2000" dirty="0" err="1">
                <a:latin typeface="CMR10"/>
              </a:rPr>
              <a:t>points</a:t>
            </a:r>
            <a:endParaRPr lang="es-ES" sz="2000" dirty="0">
              <a:latin typeface="CMR10"/>
            </a:endParaRPr>
          </a:p>
          <a:p>
            <a:pPr marL="285750" indent="-285750">
              <a:buFont typeface="Arial" panose="020B0604020202020204" pitchFamily="34" charset="0"/>
              <a:buChar char="•"/>
            </a:pPr>
            <a:r>
              <a:rPr lang="es-ES" sz="2000" dirty="0" err="1">
                <a:latin typeface="CMR10"/>
              </a:rPr>
              <a:t>Isolation</a:t>
            </a:r>
            <a:r>
              <a:rPr lang="es-ES" sz="2000" dirty="0">
                <a:latin typeface="CMR10"/>
              </a:rPr>
              <a:t> </a:t>
            </a:r>
            <a:r>
              <a:rPr lang="es-ES" sz="2000" dirty="0" err="1">
                <a:latin typeface="CMR10"/>
              </a:rPr>
              <a:t>forests</a:t>
            </a:r>
            <a:r>
              <a:rPr lang="es-ES" sz="2000" dirty="0">
                <a:latin typeface="CMR10"/>
              </a:rPr>
              <a:t> are </a:t>
            </a:r>
            <a:r>
              <a:rPr lang="es-ES" sz="2000" dirty="0" err="1">
                <a:latin typeface="CMR10"/>
              </a:rPr>
              <a:t>able</a:t>
            </a:r>
            <a:r>
              <a:rPr lang="es-ES" sz="2000" dirty="0">
                <a:latin typeface="CMR10"/>
              </a:rPr>
              <a:t> </a:t>
            </a:r>
            <a:r>
              <a:rPr lang="es-ES" sz="2000" dirty="0" err="1">
                <a:latin typeface="CMR10"/>
              </a:rPr>
              <a:t>to</a:t>
            </a:r>
            <a:r>
              <a:rPr lang="es-ES" sz="2000" dirty="0">
                <a:latin typeface="CMR10"/>
              </a:rPr>
              <a:t> </a:t>
            </a:r>
            <a:r>
              <a:rPr lang="es-ES" sz="2000" dirty="0" err="1">
                <a:latin typeface="CMR10"/>
              </a:rPr>
              <a:t>isolate</a:t>
            </a:r>
            <a:r>
              <a:rPr lang="es-ES" sz="2000" dirty="0">
                <a:latin typeface="CMR10"/>
              </a:rPr>
              <a:t> </a:t>
            </a:r>
            <a:r>
              <a:rPr lang="es-ES" sz="2000" dirty="0" err="1">
                <a:latin typeface="CMR10"/>
              </a:rPr>
              <a:t>out</a:t>
            </a:r>
            <a:r>
              <a:rPr lang="es-ES" sz="2000" dirty="0">
                <a:latin typeface="CMR10"/>
              </a:rPr>
              <a:t> </a:t>
            </a:r>
            <a:r>
              <a:rPr lang="es-ES" sz="2000" dirty="0" err="1">
                <a:latin typeface="CMR10"/>
              </a:rPr>
              <a:t>anomalies</a:t>
            </a:r>
            <a:r>
              <a:rPr lang="es-ES" sz="2000" dirty="0">
                <a:latin typeface="CMR10"/>
              </a:rPr>
              <a:t> </a:t>
            </a:r>
            <a:r>
              <a:rPr lang="es-ES" sz="2000" dirty="0" err="1">
                <a:latin typeface="CMR10"/>
              </a:rPr>
              <a:t>very</a:t>
            </a:r>
            <a:r>
              <a:rPr lang="es-ES" sz="2000" dirty="0">
                <a:latin typeface="CMR10"/>
              </a:rPr>
              <a:t> </a:t>
            </a:r>
            <a:r>
              <a:rPr lang="es-ES" sz="2000" dirty="0" err="1">
                <a:latin typeface="CMR10"/>
              </a:rPr>
              <a:t>early</a:t>
            </a:r>
            <a:r>
              <a:rPr lang="es-ES" sz="2000" dirty="0">
                <a:latin typeface="CMR10"/>
              </a:rPr>
              <a:t> </a:t>
            </a:r>
            <a:r>
              <a:rPr lang="es-ES" sz="2000" dirty="0" err="1">
                <a:latin typeface="CMR10"/>
              </a:rPr>
              <a:t>on</a:t>
            </a:r>
            <a:r>
              <a:rPr lang="es-ES" sz="2000" dirty="0">
                <a:latin typeface="CMR10"/>
              </a:rPr>
              <a:t> in </a:t>
            </a:r>
            <a:r>
              <a:rPr lang="es-ES" sz="2000" dirty="0" err="1">
                <a:latin typeface="CMR10"/>
              </a:rPr>
              <a:t>the</a:t>
            </a:r>
            <a:r>
              <a:rPr lang="es-ES" sz="2000" dirty="0">
                <a:latin typeface="CMR10"/>
              </a:rPr>
              <a:t> </a:t>
            </a:r>
            <a:r>
              <a:rPr lang="es-ES" sz="2000" dirty="0" err="1">
                <a:latin typeface="CMR10"/>
              </a:rPr>
              <a:t>splitting</a:t>
            </a:r>
            <a:r>
              <a:rPr lang="es-ES" sz="2000" dirty="0">
                <a:latin typeface="CMR10"/>
              </a:rPr>
              <a:t> </a:t>
            </a:r>
            <a:r>
              <a:rPr lang="es-ES" sz="2000" dirty="0" err="1">
                <a:latin typeface="CMR10"/>
              </a:rPr>
              <a:t>process</a:t>
            </a:r>
            <a:r>
              <a:rPr lang="es-ES" sz="2000" dirty="0">
                <a:latin typeface="CMR10"/>
              </a:rPr>
              <a:t> </a:t>
            </a:r>
            <a:r>
              <a:rPr lang="es-ES" sz="2000" dirty="0" err="1">
                <a:latin typeface="CMR10"/>
              </a:rPr>
              <a:t>because</a:t>
            </a:r>
            <a:r>
              <a:rPr lang="es-ES" sz="2000" dirty="0">
                <a:latin typeface="CMR10"/>
              </a:rPr>
              <a:t> </a:t>
            </a:r>
            <a:r>
              <a:rPr lang="es-ES" sz="2000" dirty="0" err="1">
                <a:latin typeface="CMR10"/>
              </a:rPr>
              <a:t>the</a:t>
            </a:r>
            <a:r>
              <a:rPr lang="es-ES" sz="2000" dirty="0">
                <a:latin typeface="CMR10"/>
              </a:rPr>
              <a:t> </a:t>
            </a:r>
            <a:r>
              <a:rPr lang="es-ES" sz="2000" dirty="0" err="1">
                <a:latin typeface="CMR10"/>
              </a:rPr>
              <a:t>Random</a:t>
            </a:r>
            <a:r>
              <a:rPr lang="es-ES" sz="2000" dirty="0">
                <a:latin typeface="CMR10"/>
              </a:rPr>
              <a:t> </a:t>
            </a:r>
            <a:r>
              <a:rPr lang="es-ES" sz="2000" dirty="0" err="1">
                <a:latin typeface="CMR10"/>
              </a:rPr>
              <a:t>Threshold</a:t>
            </a:r>
            <a:r>
              <a:rPr lang="es-ES" sz="2000" dirty="0">
                <a:latin typeface="CMR10"/>
              </a:rPr>
              <a:t> </a:t>
            </a:r>
            <a:r>
              <a:rPr lang="es-ES" sz="2000" dirty="0" err="1">
                <a:latin typeface="CMR10"/>
              </a:rPr>
              <a:t>used</a:t>
            </a:r>
            <a:r>
              <a:rPr lang="es-ES" sz="2000" dirty="0">
                <a:latin typeface="CMR10"/>
              </a:rPr>
              <a:t> </a:t>
            </a:r>
            <a:r>
              <a:rPr lang="es-ES" sz="2000" dirty="0" err="1">
                <a:latin typeface="CMR10"/>
              </a:rPr>
              <a:t>for</a:t>
            </a:r>
            <a:r>
              <a:rPr lang="es-ES" sz="2000" dirty="0">
                <a:latin typeface="CMR10"/>
              </a:rPr>
              <a:t> </a:t>
            </a:r>
            <a:r>
              <a:rPr lang="es-ES" sz="2000" dirty="0" err="1">
                <a:latin typeface="CMR10"/>
              </a:rPr>
              <a:t>splitting</a:t>
            </a:r>
            <a:r>
              <a:rPr lang="es-ES" sz="2000" dirty="0">
                <a:latin typeface="CMR10"/>
              </a:rPr>
              <a:t> has a </a:t>
            </a:r>
            <a:r>
              <a:rPr lang="es-ES" sz="2000" dirty="0" err="1">
                <a:latin typeface="CMR10"/>
              </a:rPr>
              <a:t>large</a:t>
            </a:r>
            <a:r>
              <a:rPr lang="es-ES" sz="2000" dirty="0">
                <a:latin typeface="CMR10"/>
              </a:rPr>
              <a:t> </a:t>
            </a:r>
            <a:r>
              <a:rPr lang="es-ES" sz="2000" dirty="0" err="1">
                <a:latin typeface="CMR10"/>
              </a:rPr>
              <a:t>probability</a:t>
            </a:r>
            <a:r>
              <a:rPr lang="es-ES" sz="2000" dirty="0">
                <a:latin typeface="CMR10"/>
              </a:rPr>
              <a:t> </a:t>
            </a:r>
            <a:r>
              <a:rPr lang="es-ES" sz="2000" dirty="0" err="1">
                <a:latin typeface="CMR10"/>
              </a:rPr>
              <a:t>of</a:t>
            </a:r>
            <a:r>
              <a:rPr lang="es-ES" sz="2000" dirty="0">
                <a:latin typeface="CMR10"/>
              </a:rPr>
              <a:t> </a:t>
            </a:r>
            <a:r>
              <a:rPr lang="es-ES" sz="2000" dirty="0" err="1">
                <a:latin typeface="CMR10"/>
              </a:rPr>
              <a:t>lying</a:t>
            </a:r>
            <a:r>
              <a:rPr lang="es-ES" sz="2000" dirty="0">
                <a:latin typeface="CMR10"/>
              </a:rPr>
              <a:t> in </a:t>
            </a:r>
            <a:r>
              <a:rPr lang="es-ES" sz="2000" dirty="0" err="1">
                <a:latin typeface="CMR10"/>
              </a:rPr>
              <a:t>the</a:t>
            </a:r>
            <a:r>
              <a:rPr lang="es-ES" sz="2000" dirty="0">
                <a:latin typeface="CMR10"/>
              </a:rPr>
              <a:t> </a:t>
            </a:r>
            <a:r>
              <a:rPr lang="es-ES" sz="2000" dirty="0" err="1">
                <a:latin typeface="CMR10"/>
              </a:rPr>
              <a:t>empty</a:t>
            </a:r>
            <a:r>
              <a:rPr lang="es-ES" sz="2000" dirty="0">
                <a:latin typeface="CMR10"/>
              </a:rPr>
              <a:t> </a:t>
            </a:r>
            <a:r>
              <a:rPr lang="es-ES" sz="2000" dirty="0" err="1">
                <a:latin typeface="CMR10"/>
              </a:rPr>
              <a:t>space</a:t>
            </a:r>
            <a:r>
              <a:rPr lang="es-ES" sz="2000" dirty="0">
                <a:latin typeface="CMR10"/>
              </a:rPr>
              <a:t> </a:t>
            </a:r>
            <a:r>
              <a:rPr lang="es-ES" sz="2000" dirty="0" err="1">
                <a:latin typeface="CMR10"/>
              </a:rPr>
              <a:t>between</a:t>
            </a:r>
            <a:r>
              <a:rPr lang="es-ES" sz="2000" dirty="0">
                <a:latin typeface="CMR10"/>
              </a:rPr>
              <a:t> </a:t>
            </a:r>
            <a:r>
              <a:rPr lang="es-ES" sz="2000" dirty="0" err="1">
                <a:latin typeface="CMR10"/>
              </a:rPr>
              <a:t>the</a:t>
            </a:r>
            <a:r>
              <a:rPr lang="es-ES" sz="2000" dirty="0">
                <a:latin typeface="CMR10"/>
              </a:rPr>
              <a:t> </a:t>
            </a:r>
            <a:r>
              <a:rPr lang="es-ES" sz="2000" dirty="0" err="1">
                <a:latin typeface="CMR10"/>
              </a:rPr>
              <a:t>outlier</a:t>
            </a:r>
            <a:r>
              <a:rPr lang="es-ES" sz="2000" dirty="0">
                <a:latin typeface="CMR10"/>
              </a:rPr>
              <a:t> and </a:t>
            </a:r>
            <a:r>
              <a:rPr lang="es-ES" sz="2000" dirty="0" err="1">
                <a:latin typeface="CMR10"/>
              </a:rPr>
              <a:t>the</a:t>
            </a:r>
            <a:r>
              <a:rPr lang="es-ES" sz="2000" dirty="0">
                <a:latin typeface="CMR10"/>
              </a:rPr>
              <a:t> data </a:t>
            </a:r>
            <a:r>
              <a:rPr lang="es-ES" sz="2000" dirty="0" err="1">
                <a:latin typeface="CMR10"/>
              </a:rPr>
              <a:t>if</a:t>
            </a:r>
            <a:r>
              <a:rPr lang="es-ES" sz="2000" dirty="0">
                <a:latin typeface="CMR10"/>
              </a:rPr>
              <a:t> </a:t>
            </a:r>
            <a:r>
              <a:rPr lang="es-ES" sz="2000" dirty="0" err="1">
                <a:latin typeface="CMR10"/>
              </a:rPr>
              <a:t>the</a:t>
            </a:r>
            <a:r>
              <a:rPr lang="es-ES" sz="2000" dirty="0">
                <a:latin typeface="CMR10"/>
              </a:rPr>
              <a:t> </a:t>
            </a:r>
            <a:r>
              <a:rPr lang="es-ES" sz="2000" dirty="0" err="1">
                <a:latin typeface="CMR10"/>
              </a:rPr>
              <a:t>empty</a:t>
            </a:r>
            <a:r>
              <a:rPr lang="es-ES" sz="2000" dirty="0">
                <a:latin typeface="CMR10"/>
              </a:rPr>
              <a:t> </a:t>
            </a:r>
            <a:r>
              <a:rPr lang="es-ES" sz="2000" dirty="0" err="1">
                <a:latin typeface="CMR10"/>
              </a:rPr>
              <a:t>space</a:t>
            </a:r>
            <a:r>
              <a:rPr lang="es-ES" sz="2000" dirty="0">
                <a:latin typeface="CMR10"/>
              </a:rPr>
              <a:t> </a:t>
            </a:r>
            <a:r>
              <a:rPr lang="es-ES" sz="2000" dirty="0" err="1">
                <a:latin typeface="CMR10"/>
              </a:rPr>
              <a:t>is</a:t>
            </a:r>
            <a:r>
              <a:rPr lang="es-ES" sz="2000" dirty="0">
                <a:latin typeface="CMR10"/>
              </a:rPr>
              <a:t> </a:t>
            </a:r>
            <a:r>
              <a:rPr lang="es-ES" sz="2000" dirty="0" err="1">
                <a:latin typeface="CMR10"/>
              </a:rPr>
              <a:t>large</a:t>
            </a:r>
            <a:r>
              <a:rPr lang="es-ES" sz="2000" dirty="0">
                <a:latin typeface="CMR10"/>
              </a:rPr>
              <a:t> </a:t>
            </a:r>
            <a:r>
              <a:rPr lang="es-ES" sz="2000" dirty="0" err="1">
                <a:latin typeface="CMR10"/>
              </a:rPr>
              <a:t>enough</a:t>
            </a:r>
            <a:r>
              <a:rPr lang="es-ES" sz="2000" dirty="0">
                <a:latin typeface="CMR10"/>
              </a:rPr>
              <a:t>.</a:t>
            </a:r>
          </a:p>
          <a:p>
            <a:pPr marL="285750" indent="-285750">
              <a:buFont typeface="Arial" panose="020B0604020202020204" pitchFamily="34" charset="0"/>
              <a:buChar char="•"/>
            </a:pPr>
            <a:r>
              <a:rPr lang="es-ES" sz="2000" dirty="0">
                <a:latin typeface="CMR10"/>
              </a:rPr>
              <a:t>As a </a:t>
            </a:r>
            <a:r>
              <a:rPr lang="es-ES" sz="2000" dirty="0" err="1">
                <a:latin typeface="CMR10"/>
              </a:rPr>
              <a:t>result</a:t>
            </a:r>
            <a:r>
              <a:rPr lang="es-ES" sz="2000" dirty="0">
                <a:latin typeface="CMR10"/>
              </a:rPr>
              <a:t>, </a:t>
            </a:r>
            <a:r>
              <a:rPr lang="es-ES" sz="2000" dirty="0" err="1">
                <a:latin typeface="CMR10"/>
              </a:rPr>
              <a:t>anomalies</a:t>
            </a:r>
            <a:r>
              <a:rPr lang="es-ES" sz="2000" dirty="0">
                <a:latin typeface="CMR10"/>
              </a:rPr>
              <a:t> </a:t>
            </a:r>
            <a:r>
              <a:rPr lang="es-ES" sz="2000" dirty="0" err="1">
                <a:latin typeface="CMR10"/>
              </a:rPr>
              <a:t>have</a:t>
            </a:r>
            <a:r>
              <a:rPr lang="es-ES" sz="2000" dirty="0">
                <a:latin typeface="CMR10"/>
              </a:rPr>
              <a:t> </a:t>
            </a:r>
            <a:r>
              <a:rPr lang="es-ES" sz="2000" dirty="0" err="1">
                <a:latin typeface="CMR10"/>
              </a:rPr>
              <a:t>shorter</a:t>
            </a:r>
            <a:r>
              <a:rPr lang="es-ES" sz="2000" dirty="0">
                <a:latin typeface="CMR10"/>
              </a:rPr>
              <a:t> </a:t>
            </a:r>
            <a:r>
              <a:rPr lang="es-ES" sz="2000" dirty="0" err="1">
                <a:latin typeface="CMR10"/>
              </a:rPr>
              <a:t>path</a:t>
            </a:r>
            <a:r>
              <a:rPr lang="es-ES" sz="2000" dirty="0">
                <a:latin typeface="CMR10"/>
              </a:rPr>
              <a:t> </a:t>
            </a:r>
            <a:r>
              <a:rPr lang="es-ES" sz="2000" dirty="0" err="1">
                <a:latin typeface="CMR10"/>
              </a:rPr>
              <a:t>lengths</a:t>
            </a:r>
            <a:r>
              <a:rPr lang="es-ES" sz="2000" dirty="0">
                <a:latin typeface="CMR10"/>
              </a:rPr>
              <a:t>. After </a:t>
            </a:r>
            <a:r>
              <a:rPr lang="es-ES" sz="2000" dirty="0" err="1">
                <a:latin typeface="CMR10"/>
              </a:rPr>
              <a:t>all</a:t>
            </a:r>
            <a:r>
              <a:rPr lang="es-ES" sz="2000" dirty="0">
                <a:latin typeface="CMR10"/>
              </a:rPr>
              <a:t>, </a:t>
            </a:r>
            <a:r>
              <a:rPr lang="es-ES" sz="2000" dirty="0" err="1">
                <a:latin typeface="CMR10"/>
              </a:rPr>
              <a:t>the</a:t>
            </a:r>
            <a:r>
              <a:rPr lang="es-ES" sz="2000" dirty="0">
                <a:latin typeface="CMR10"/>
              </a:rPr>
              <a:t> </a:t>
            </a:r>
            <a:r>
              <a:rPr lang="es-ES" sz="2000" dirty="0" err="1">
                <a:latin typeface="CMR10"/>
              </a:rPr>
              <a:t>split</a:t>
            </a:r>
            <a:r>
              <a:rPr lang="es-ES" sz="2000" dirty="0">
                <a:latin typeface="CMR10"/>
              </a:rPr>
              <a:t> </a:t>
            </a:r>
            <a:r>
              <a:rPr lang="es-ES" sz="2000" dirty="0" err="1">
                <a:latin typeface="CMR10"/>
              </a:rPr>
              <a:t>point</a:t>
            </a:r>
            <a:r>
              <a:rPr lang="es-ES" sz="2000" dirty="0">
                <a:latin typeface="CMR10"/>
              </a:rPr>
              <a:t>(</a:t>
            </a:r>
            <a:r>
              <a:rPr lang="es-ES" sz="2000" dirty="0" err="1">
                <a:latin typeface="CMR10"/>
              </a:rPr>
              <a:t>the</a:t>
            </a:r>
            <a:r>
              <a:rPr lang="es-ES" sz="2000" dirty="0">
                <a:latin typeface="CMR10"/>
              </a:rPr>
              <a:t> </a:t>
            </a:r>
            <a:r>
              <a:rPr lang="es-ES" sz="2000" dirty="0" err="1">
                <a:latin typeface="CMR10"/>
              </a:rPr>
              <a:t>threshold</a:t>
            </a:r>
            <a:r>
              <a:rPr lang="es-ES" sz="2000" dirty="0">
                <a:latin typeface="CMR10"/>
              </a:rPr>
              <a:t> </a:t>
            </a:r>
            <a:r>
              <a:rPr lang="es-ES" sz="2000" dirty="0" err="1">
                <a:latin typeface="CMR10"/>
              </a:rPr>
              <a:t>is</a:t>
            </a:r>
            <a:r>
              <a:rPr lang="es-ES" sz="2000" dirty="0">
                <a:latin typeface="CMR10"/>
              </a:rPr>
              <a:t> </a:t>
            </a:r>
            <a:r>
              <a:rPr lang="es-ES" sz="2000" dirty="0" err="1">
                <a:latin typeface="CMR10"/>
              </a:rPr>
              <a:t>chosen</a:t>
            </a:r>
            <a:r>
              <a:rPr lang="es-ES" sz="2000" dirty="0">
                <a:latin typeface="CMR10"/>
              </a:rPr>
              <a:t> at </a:t>
            </a:r>
            <a:r>
              <a:rPr lang="es-ES" sz="2000" dirty="0" err="1">
                <a:latin typeface="CMR10"/>
              </a:rPr>
              <a:t>random</a:t>
            </a:r>
            <a:r>
              <a:rPr lang="es-ES" sz="2000" dirty="0">
                <a:latin typeface="CMR10"/>
              </a:rPr>
              <a:t>. So, </a:t>
            </a:r>
            <a:r>
              <a:rPr lang="es-ES" sz="2000" dirty="0" err="1">
                <a:latin typeface="CMR10"/>
              </a:rPr>
              <a:t>the</a:t>
            </a:r>
            <a:r>
              <a:rPr lang="es-ES" sz="2000" dirty="0">
                <a:latin typeface="CMR10"/>
              </a:rPr>
              <a:t> </a:t>
            </a:r>
            <a:r>
              <a:rPr lang="es-ES" sz="2000" dirty="0" err="1">
                <a:latin typeface="CMR10"/>
              </a:rPr>
              <a:t>larger</a:t>
            </a:r>
            <a:r>
              <a:rPr lang="es-ES" sz="2000" dirty="0">
                <a:latin typeface="CMR10"/>
              </a:rPr>
              <a:t> </a:t>
            </a:r>
            <a:r>
              <a:rPr lang="es-ES" sz="2000" dirty="0" err="1">
                <a:latin typeface="CMR10"/>
              </a:rPr>
              <a:t>the</a:t>
            </a:r>
            <a:r>
              <a:rPr lang="es-ES" sz="2000" dirty="0">
                <a:latin typeface="CMR10"/>
              </a:rPr>
              <a:t> </a:t>
            </a:r>
            <a:r>
              <a:rPr lang="es-ES" sz="2000" dirty="0" err="1">
                <a:latin typeface="CMR10"/>
              </a:rPr>
              <a:t>empty</a:t>
            </a:r>
            <a:r>
              <a:rPr lang="es-ES" sz="2000" dirty="0">
                <a:latin typeface="CMR10"/>
              </a:rPr>
              <a:t> </a:t>
            </a:r>
            <a:r>
              <a:rPr lang="es-ES" sz="2000" dirty="0" err="1">
                <a:latin typeface="CMR10"/>
              </a:rPr>
              <a:t>space</a:t>
            </a:r>
            <a:r>
              <a:rPr lang="es-ES" sz="2000" dirty="0">
                <a:latin typeface="CMR10"/>
              </a:rPr>
              <a:t>, </a:t>
            </a:r>
            <a:r>
              <a:rPr lang="es-ES" sz="2000" dirty="0" err="1">
                <a:latin typeface="CMR10"/>
              </a:rPr>
              <a:t>the</a:t>
            </a:r>
            <a:r>
              <a:rPr lang="es-ES" sz="2000" dirty="0">
                <a:latin typeface="CMR10"/>
              </a:rPr>
              <a:t> more </a:t>
            </a:r>
            <a:r>
              <a:rPr lang="es-ES" sz="2000" dirty="0" err="1">
                <a:latin typeface="CMR10"/>
              </a:rPr>
              <a:t>likely</a:t>
            </a:r>
            <a:r>
              <a:rPr lang="es-ES" sz="2000" dirty="0">
                <a:latin typeface="CMR10"/>
              </a:rPr>
              <a:t> </a:t>
            </a:r>
            <a:r>
              <a:rPr lang="es-ES" sz="2000" dirty="0" err="1">
                <a:latin typeface="CMR10"/>
              </a:rPr>
              <a:t>it</a:t>
            </a:r>
            <a:r>
              <a:rPr lang="es-ES" sz="2000" dirty="0">
                <a:latin typeface="CMR10"/>
              </a:rPr>
              <a:t> </a:t>
            </a:r>
            <a:r>
              <a:rPr lang="es-ES" sz="2000" dirty="0" err="1">
                <a:latin typeface="CMR10"/>
              </a:rPr>
              <a:t>is</a:t>
            </a:r>
            <a:r>
              <a:rPr lang="es-ES" sz="2000" dirty="0">
                <a:latin typeface="CMR10"/>
              </a:rPr>
              <a:t> </a:t>
            </a:r>
            <a:r>
              <a:rPr lang="es-ES" sz="2000" dirty="0" err="1">
                <a:latin typeface="CMR10"/>
              </a:rPr>
              <a:t>for</a:t>
            </a:r>
            <a:r>
              <a:rPr lang="es-ES" sz="2000" dirty="0">
                <a:latin typeface="CMR10"/>
              </a:rPr>
              <a:t> a </a:t>
            </a:r>
            <a:r>
              <a:rPr lang="es-ES" sz="2000" dirty="0" err="1">
                <a:latin typeface="CMR10"/>
              </a:rPr>
              <a:t>randomly</a:t>
            </a:r>
            <a:r>
              <a:rPr lang="es-ES" sz="2000" dirty="0">
                <a:latin typeface="CMR10"/>
              </a:rPr>
              <a:t> </a:t>
            </a:r>
            <a:r>
              <a:rPr lang="es-ES" sz="2000" dirty="0" err="1">
                <a:latin typeface="CMR10"/>
              </a:rPr>
              <a:t>chosen</a:t>
            </a:r>
            <a:r>
              <a:rPr lang="es-ES" sz="2000" dirty="0">
                <a:latin typeface="CMR10"/>
              </a:rPr>
              <a:t> </a:t>
            </a:r>
            <a:r>
              <a:rPr lang="es-ES" sz="2000" dirty="0" err="1">
                <a:latin typeface="CMR10"/>
              </a:rPr>
              <a:t>split</a:t>
            </a:r>
            <a:r>
              <a:rPr lang="es-ES" sz="2000" dirty="0">
                <a:latin typeface="CMR10"/>
              </a:rPr>
              <a:t> </a:t>
            </a:r>
            <a:r>
              <a:rPr lang="es-ES" sz="2000" dirty="0" err="1">
                <a:latin typeface="CMR10"/>
              </a:rPr>
              <a:t>point</a:t>
            </a:r>
            <a:r>
              <a:rPr lang="es-ES" sz="2000" dirty="0">
                <a:latin typeface="CMR10"/>
              </a:rPr>
              <a:t> </a:t>
            </a:r>
            <a:r>
              <a:rPr lang="es-ES" sz="2000" dirty="0" err="1">
                <a:latin typeface="CMR10"/>
              </a:rPr>
              <a:t>to</a:t>
            </a:r>
            <a:r>
              <a:rPr lang="es-ES" sz="2000" dirty="0">
                <a:latin typeface="CMR10"/>
              </a:rPr>
              <a:t> lie in </a:t>
            </a:r>
            <a:r>
              <a:rPr lang="es-ES" sz="2000" dirty="0" err="1">
                <a:latin typeface="CMR10"/>
              </a:rPr>
              <a:t>that</a:t>
            </a:r>
            <a:r>
              <a:rPr lang="es-ES" sz="2000" dirty="0">
                <a:latin typeface="CMR10"/>
              </a:rPr>
              <a:t> </a:t>
            </a:r>
            <a:r>
              <a:rPr lang="es-ES" sz="2000" dirty="0" err="1">
                <a:latin typeface="CMR10"/>
              </a:rPr>
              <a:t>empty</a:t>
            </a:r>
            <a:r>
              <a:rPr lang="es-ES" sz="2000" dirty="0">
                <a:latin typeface="CMR10"/>
              </a:rPr>
              <a:t> </a:t>
            </a:r>
            <a:r>
              <a:rPr lang="es-ES" sz="2000" dirty="0" err="1">
                <a:latin typeface="CMR10"/>
              </a:rPr>
              <a:t>region</a:t>
            </a:r>
            <a:r>
              <a:rPr lang="es-ES" sz="2000" dirty="0">
                <a:latin typeface="CMR10"/>
              </a:rPr>
              <a:t>. </a:t>
            </a:r>
          </a:p>
          <a:p>
            <a:endParaRPr lang="es-ES" dirty="0">
              <a:latin typeface="CMR10"/>
            </a:endParaRPr>
          </a:p>
        </p:txBody>
      </p:sp>
      <p:pic>
        <p:nvPicPr>
          <p:cNvPr id="3" name="Imagen 2">
            <a:extLst>
              <a:ext uri="{FF2B5EF4-FFF2-40B4-BE49-F238E27FC236}">
                <a16:creationId xmlns:a16="http://schemas.microsoft.com/office/drawing/2014/main" id="{66F3DAA7-9E12-005C-FDAE-A459BF9987A8}"/>
              </a:ext>
            </a:extLst>
          </p:cNvPr>
          <p:cNvPicPr>
            <a:picLocks noChangeAspect="1"/>
          </p:cNvPicPr>
          <p:nvPr/>
        </p:nvPicPr>
        <p:blipFill>
          <a:blip r:embed="rId2"/>
          <a:stretch>
            <a:fillRect/>
          </a:stretch>
        </p:blipFill>
        <p:spPr>
          <a:xfrm>
            <a:off x="630264" y="4406763"/>
            <a:ext cx="10957178" cy="1949588"/>
          </a:xfrm>
          <a:prstGeom prst="rect">
            <a:avLst/>
          </a:prstGeom>
        </p:spPr>
      </p:pic>
    </p:spTree>
    <p:extLst>
      <p:ext uri="{BB962C8B-B14F-4D97-AF65-F5344CB8AC3E}">
        <p14:creationId xmlns:p14="http://schemas.microsoft.com/office/powerpoint/2010/main" val="663719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Isolation</a:t>
            </a:r>
            <a:r>
              <a:rPr lang="es-ES" dirty="0">
                <a:solidFill>
                  <a:srgbClr val="0070C0"/>
                </a:solidFill>
              </a:rPr>
              <a:t> </a:t>
            </a:r>
            <a:r>
              <a:rPr lang="es-ES" dirty="0" err="1">
                <a:solidFill>
                  <a:srgbClr val="0070C0"/>
                </a:solidFill>
              </a:rPr>
              <a:t>Tree</a:t>
            </a:r>
            <a:endParaRPr lang="es-ES"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26</a:t>
            </a:fld>
            <a:endParaRPr lang="es-ES"/>
          </a:p>
        </p:txBody>
      </p:sp>
      <p:pic>
        <p:nvPicPr>
          <p:cNvPr id="5" name="Imagen 4">
            <a:extLst>
              <a:ext uri="{FF2B5EF4-FFF2-40B4-BE49-F238E27FC236}">
                <a16:creationId xmlns:a16="http://schemas.microsoft.com/office/drawing/2014/main" id="{A9E6606F-CBF6-D1F6-D4F1-904FB742F57D}"/>
              </a:ext>
            </a:extLst>
          </p:cNvPr>
          <p:cNvPicPr>
            <a:picLocks noChangeAspect="1"/>
          </p:cNvPicPr>
          <p:nvPr/>
        </p:nvPicPr>
        <p:blipFill>
          <a:blip r:embed="rId2"/>
          <a:stretch>
            <a:fillRect/>
          </a:stretch>
        </p:blipFill>
        <p:spPr>
          <a:xfrm>
            <a:off x="1524000" y="2510344"/>
            <a:ext cx="9144000" cy="3751384"/>
          </a:xfrm>
          <a:prstGeom prst="rect">
            <a:avLst/>
          </a:prstGeom>
        </p:spPr>
      </p:pic>
      <p:pic>
        <p:nvPicPr>
          <p:cNvPr id="6" name="Imagen 5">
            <a:extLst>
              <a:ext uri="{FF2B5EF4-FFF2-40B4-BE49-F238E27FC236}">
                <a16:creationId xmlns:a16="http://schemas.microsoft.com/office/drawing/2014/main" id="{8B712F27-38BE-CBA8-10F1-140368C16995}"/>
              </a:ext>
            </a:extLst>
          </p:cNvPr>
          <p:cNvPicPr>
            <a:picLocks noChangeAspect="1"/>
          </p:cNvPicPr>
          <p:nvPr/>
        </p:nvPicPr>
        <p:blipFill>
          <a:blip r:embed="rId3"/>
          <a:stretch>
            <a:fillRect/>
          </a:stretch>
        </p:blipFill>
        <p:spPr>
          <a:xfrm>
            <a:off x="6923314" y="1455806"/>
            <a:ext cx="3744686" cy="1054538"/>
          </a:xfrm>
          <a:prstGeom prst="rect">
            <a:avLst/>
          </a:prstGeom>
        </p:spPr>
      </p:pic>
    </p:spTree>
    <p:extLst>
      <p:ext uri="{BB962C8B-B14F-4D97-AF65-F5344CB8AC3E}">
        <p14:creationId xmlns:p14="http://schemas.microsoft.com/office/powerpoint/2010/main" val="3624442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Isolation</a:t>
            </a:r>
            <a:r>
              <a:rPr lang="es-ES" dirty="0">
                <a:solidFill>
                  <a:srgbClr val="0070C0"/>
                </a:solidFill>
              </a:rPr>
              <a:t> </a:t>
            </a:r>
            <a:r>
              <a:rPr lang="es-ES" dirty="0" err="1">
                <a:solidFill>
                  <a:srgbClr val="0070C0"/>
                </a:solidFill>
              </a:rPr>
              <a:t>Tree</a:t>
            </a:r>
            <a:r>
              <a:rPr lang="es-ES" dirty="0">
                <a:solidFill>
                  <a:srgbClr val="0070C0"/>
                </a:solidFill>
              </a:rPr>
              <a:t> - </a:t>
            </a:r>
            <a:r>
              <a:rPr lang="es-ES" dirty="0" err="1">
                <a:solidFill>
                  <a:srgbClr val="0070C0"/>
                </a:solidFill>
              </a:rPr>
              <a:t>Multivariate</a:t>
            </a:r>
            <a:endParaRPr lang="es-ES"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27</a:t>
            </a:fld>
            <a:endParaRPr lang="es-ES"/>
          </a:p>
        </p:txBody>
      </p:sp>
      <p:pic>
        <p:nvPicPr>
          <p:cNvPr id="3" name="Imagen 2">
            <a:extLst>
              <a:ext uri="{FF2B5EF4-FFF2-40B4-BE49-F238E27FC236}">
                <a16:creationId xmlns:a16="http://schemas.microsoft.com/office/drawing/2014/main" id="{B6C00BC1-141B-5A89-5802-AA67A9FAE2AB}"/>
              </a:ext>
            </a:extLst>
          </p:cNvPr>
          <p:cNvPicPr>
            <a:picLocks noChangeAspect="1"/>
          </p:cNvPicPr>
          <p:nvPr/>
        </p:nvPicPr>
        <p:blipFill>
          <a:blip r:embed="rId2"/>
          <a:stretch>
            <a:fillRect/>
          </a:stretch>
        </p:blipFill>
        <p:spPr>
          <a:xfrm>
            <a:off x="1575336" y="1653433"/>
            <a:ext cx="9092664" cy="5068042"/>
          </a:xfrm>
          <a:prstGeom prst="rect">
            <a:avLst/>
          </a:prstGeom>
        </p:spPr>
      </p:pic>
    </p:spTree>
    <p:extLst>
      <p:ext uri="{BB962C8B-B14F-4D97-AF65-F5344CB8AC3E}">
        <p14:creationId xmlns:p14="http://schemas.microsoft.com/office/powerpoint/2010/main" val="3500794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err="1">
                <a:solidFill>
                  <a:srgbClr val="0070C0"/>
                </a:solidFill>
              </a:rPr>
              <a:t>Isolation</a:t>
            </a:r>
            <a:r>
              <a:rPr lang="es-ES" dirty="0">
                <a:solidFill>
                  <a:srgbClr val="0070C0"/>
                </a:solidFill>
              </a:rPr>
              <a:t> Forest</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28</a:t>
            </a:fld>
            <a:endParaRPr lang="es-ES"/>
          </a:p>
        </p:txBody>
      </p:sp>
      <p:sp>
        <p:nvSpPr>
          <p:cNvPr id="5" name="CuadroTexto 4">
            <a:extLst>
              <a:ext uri="{FF2B5EF4-FFF2-40B4-BE49-F238E27FC236}">
                <a16:creationId xmlns:a16="http://schemas.microsoft.com/office/drawing/2014/main" id="{986ABE38-5524-EABA-030A-9834DCCE88B8}"/>
              </a:ext>
            </a:extLst>
          </p:cNvPr>
          <p:cNvSpPr txBox="1"/>
          <p:nvPr/>
        </p:nvSpPr>
        <p:spPr>
          <a:xfrm>
            <a:off x="528809" y="1496429"/>
            <a:ext cx="10972799" cy="6524863"/>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s-ES" sz="2000" dirty="0" err="1">
                <a:latin typeface="CMR10"/>
              </a:rPr>
              <a:t>We</a:t>
            </a:r>
            <a:r>
              <a:rPr lang="es-ES" sz="2000" dirty="0">
                <a:latin typeface="CMR10"/>
              </a:rPr>
              <a:t> can </a:t>
            </a:r>
            <a:r>
              <a:rPr lang="es-ES" sz="2000" dirty="0" err="1">
                <a:latin typeface="CMR10"/>
              </a:rPr>
              <a:t>extend</a:t>
            </a:r>
            <a:r>
              <a:rPr lang="es-ES" sz="2000" dirty="0">
                <a:latin typeface="CMR10"/>
              </a:rPr>
              <a:t> </a:t>
            </a:r>
            <a:r>
              <a:rPr lang="es-ES" sz="2000" dirty="0" err="1">
                <a:latin typeface="CMR10"/>
              </a:rPr>
              <a:t>the</a:t>
            </a:r>
            <a:r>
              <a:rPr lang="es-ES" sz="2000" dirty="0">
                <a:latin typeface="CMR10"/>
              </a:rPr>
              <a:t> idea </a:t>
            </a:r>
            <a:r>
              <a:rPr lang="es-ES" sz="2000" dirty="0" err="1">
                <a:latin typeface="CMR10"/>
              </a:rPr>
              <a:t>of</a:t>
            </a:r>
            <a:r>
              <a:rPr lang="es-ES" sz="2000" dirty="0">
                <a:latin typeface="CMR10"/>
              </a:rPr>
              <a:t> </a:t>
            </a:r>
            <a:r>
              <a:rPr lang="es-ES" sz="2000" dirty="0" err="1">
                <a:latin typeface="CMR10"/>
              </a:rPr>
              <a:t>an</a:t>
            </a:r>
            <a:r>
              <a:rPr lang="es-ES" sz="2000" dirty="0">
                <a:latin typeface="CMR10"/>
              </a:rPr>
              <a:t> </a:t>
            </a:r>
            <a:r>
              <a:rPr lang="es-ES" sz="2000" dirty="0" err="1">
                <a:latin typeface="CMR10"/>
              </a:rPr>
              <a:t>Isolation</a:t>
            </a:r>
            <a:r>
              <a:rPr lang="es-ES" sz="2000" dirty="0">
                <a:latin typeface="CMR10"/>
              </a:rPr>
              <a:t> </a:t>
            </a:r>
            <a:r>
              <a:rPr lang="es-ES" sz="2000" dirty="0" err="1">
                <a:latin typeface="CMR10"/>
              </a:rPr>
              <a:t>tree</a:t>
            </a:r>
            <a:r>
              <a:rPr lang="es-ES" sz="2000" dirty="0">
                <a:latin typeface="CMR10"/>
              </a:rPr>
              <a:t> </a:t>
            </a:r>
            <a:r>
              <a:rPr lang="es-ES" sz="2000" dirty="0" err="1">
                <a:latin typeface="CMR10"/>
              </a:rPr>
              <a:t>to</a:t>
            </a:r>
            <a:r>
              <a:rPr lang="es-ES" sz="2000" dirty="0">
                <a:latin typeface="CMR10"/>
              </a:rPr>
              <a:t> </a:t>
            </a:r>
            <a:r>
              <a:rPr lang="es-ES" sz="2000" dirty="0" err="1">
                <a:latin typeface="CMR10"/>
              </a:rPr>
              <a:t>an</a:t>
            </a:r>
            <a:r>
              <a:rPr lang="es-ES" sz="2000" dirty="0">
                <a:latin typeface="CMR10"/>
              </a:rPr>
              <a:t> </a:t>
            </a:r>
            <a:r>
              <a:rPr lang="es-ES" sz="2000" dirty="0" err="1">
                <a:latin typeface="CMR10"/>
              </a:rPr>
              <a:t>isolation</a:t>
            </a:r>
            <a:r>
              <a:rPr lang="es-ES" sz="2000" dirty="0">
                <a:latin typeface="CMR10"/>
              </a:rPr>
              <a:t> </a:t>
            </a:r>
            <a:r>
              <a:rPr lang="es-ES" sz="2000" dirty="0" err="1">
                <a:latin typeface="CMR10"/>
              </a:rPr>
              <a:t>forest</a:t>
            </a:r>
            <a:r>
              <a:rPr lang="es-ES" sz="2000" dirty="0">
                <a:latin typeface="CMR10"/>
              </a:rPr>
              <a:t> </a:t>
            </a:r>
            <a:r>
              <a:rPr lang="es-ES" sz="2000" dirty="0" err="1">
                <a:latin typeface="CMR10"/>
              </a:rPr>
              <a:t>which</a:t>
            </a:r>
            <a:r>
              <a:rPr lang="es-ES" sz="2000" dirty="0">
                <a:latin typeface="CMR10"/>
              </a:rPr>
              <a:t> </a:t>
            </a:r>
            <a:r>
              <a:rPr lang="es-ES" sz="2000" dirty="0" err="1">
                <a:latin typeface="CMR10"/>
              </a:rPr>
              <a:t>is</a:t>
            </a:r>
            <a:r>
              <a:rPr lang="es-ES" sz="2000" dirty="0">
                <a:latin typeface="CMR10"/>
              </a:rPr>
              <a:t> </a:t>
            </a:r>
            <a:r>
              <a:rPr lang="es-ES" sz="2000" dirty="0" err="1">
                <a:latin typeface="CMR10"/>
              </a:rPr>
              <a:t>an</a:t>
            </a:r>
            <a:r>
              <a:rPr lang="es-ES" sz="2000" dirty="0">
                <a:latin typeface="CMR10"/>
              </a:rPr>
              <a:t> ensemble </a:t>
            </a:r>
            <a:r>
              <a:rPr lang="es-ES" sz="2000" dirty="0" err="1">
                <a:latin typeface="CMR10"/>
              </a:rPr>
              <a:t>of</a:t>
            </a:r>
            <a:r>
              <a:rPr lang="es-ES" sz="2000" dirty="0">
                <a:latin typeface="CMR10"/>
              </a:rPr>
              <a:t> </a:t>
            </a:r>
            <a:r>
              <a:rPr lang="es-ES" sz="2000" dirty="0" err="1">
                <a:latin typeface="CMR10"/>
              </a:rPr>
              <a:t>multiple</a:t>
            </a:r>
            <a:r>
              <a:rPr lang="es-ES" sz="2000" dirty="0">
                <a:latin typeface="CMR10"/>
              </a:rPr>
              <a:t> </a:t>
            </a:r>
            <a:r>
              <a:rPr lang="es-ES" sz="2000" dirty="0" err="1">
                <a:latin typeface="CMR10"/>
              </a:rPr>
              <a:t>Isolation</a:t>
            </a:r>
            <a:r>
              <a:rPr lang="es-ES" sz="2000" dirty="0">
                <a:latin typeface="CMR10"/>
              </a:rPr>
              <a:t> </a:t>
            </a:r>
            <a:r>
              <a:rPr lang="es-ES" sz="2000" dirty="0" err="1">
                <a:latin typeface="CMR10"/>
              </a:rPr>
              <a:t>trees</a:t>
            </a:r>
            <a:r>
              <a:rPr lang="es-ES" sz="2000" dirty="0">
                <a:latin typeface="CMR10"/>
              </a:rPr>
              <a:t> </a:t>
            </a:r>
          </a:p>
          <a:p>
            <a:pPr marL="285750" indent="-285750">
              <a:spcAft>
                <a:spcPts val="1200"/>
              </a:spcAft>
              <a:buFont typeface="Arial" panose="020B0604020202020204" pitchFamily="34" charset="0"/>
              <a:buChar char="•"/>
            </a:pPr>
            <a:endParaRPr lang="es-ES" sz="2000" dirty="0">
              <a:latin typeface="CMR10"/>
            </a:endParaRPr>
          </a:p>
          <a:p>
            <a:pPr marL="285750" indent="-285750">
              <a:spcAft>
                <a:spcPts val="1200"/>
              </a:spcAft>
              <a:buFont typeface="Arial" panose="020B0604020202020204" pitchFamily="34" charset="0"/>
              <a:buChar char="•"/>
            </a:pPr>
            <a:endParaRPr lang="es-ES" sz="2000" dirty="0">
              <a:latin typeface="CMR10"/>
            </a:endParaRPr>
          </a:p>
          <a:p>
            <a:pPr marL="285750" indent="-285750">
              <a:spcAft>
                <a:spcPts val="1200"/>
              </a:spcAft>
              <a:buFont typeface="Arial" panose="020B0604020202020204" pitchFamily="34" charset="0"/>
              <a:buChar char="•"/>
            </a:pPr>
            <a:endParaRPr lang="es-ES" sz="2000" dirty="0">
              <a:latin typeface="CMR10"/>
            </a:endParaRPr>
          </a:p>
          <a:p>
            <a:pPr marL="285750" indent="-285750">
              <a:spcAft>
                <a:spcPts val="1200"/>
              </a:spcAft>
              <a:buFont typeface="Arial" panose="020B0604020202020204" pitchFamily="34" charset="0"/>
              <a:buChar char="•"/>
            </a:pPr>
            <a:endParaRPr lang="es-ES" sz="2000" dirty="0">
              <a:latin typeface="CMR10"/>
            </a:endParaRPr>
          </a:p>
          <a:p>
            <a:pPr>
              <a:spcAft>
                <a:spcPts val="1200"/>
              </a:spcAft>
            </a:pPr>
            <a:endParaRPr lang="es-ES" sz="2000" dirty="0">
              <a:latin typeface="CMR10"/>
            </a:endParaRPr>
          </a:p>
          <a:p>
            <a:pPr marL="285750" indent="-285750">
              <a:spcAft>
                <a:spcPts val="1200"/>
              </a:spcAft>
              <a:buFont typeface="Arial" panose="020B0604020202020204" pitchFamily="34" charset="0"/>
              <a:buChar char="•"/>
            </a:pPr>
            <a:r>
              <a:rPr lang="es-ES" dirty="0" err="1">
                <a:solidFill>
                  <a:srgbClr val="232323"/>
                </a:solidFill>
                <a:latin typeface="font000000002abd5f04"/>
              </a:rPr>
              <a:t>The</a:t>
            </a:r>
            <a:r>
              <a:rPr lang="es-ES" dirty="0">
                <a:solidFill>
                  <a:srgbClr val="232323"/>
                </a:solidFill>
                <a:latin typeface="font000000002abd5f04"/>
              </a:rPr>
              <a:t> </a:t>
            </a:r>
            <a:r>
              <a:rPr lang="es-ES" b="1" dirty="0" err="1">
                <a:solidFill>
                  <a:srgbClr val="232323"/>
                </a:solidFill>
                <a:latin typeface="font000000002abd5f04"/>
              </a:rPr>
              <a:t>Anomaly</a:t>
            </a:r>
            <a:r>
              <a:rPr lang="es-ES" b="1" dirty="0">
                <a:solidFill>
                  <a:srgbClr val="232323"/>
                </a:solidFill>
                <a:latin typeface="font000000002abd5f04"/>
              </a:rPr>
              <a:t> score </a:t>
            </a:r>
            <a:r>
              <a:rPr lang="es-ES" dirty="0" err="1">
                <a:solidFill>
                  <a:srgbClr val="232323"/>
                </a:solidFill>
                <a:latin typeface="font000000002abd5f04"/>
              </a:rPr>
              <a:t>is</a:t>
            </a:r>
            <a:r>
              <a:rPr lang="es-ES" dirty="0">
                <a:solidFill>
                  <a:srgbClr val="232323"/>
                </a:solidFill>
                <a:latin typeface="font000000002abd5f04"/>
              </a:rPr>
              <a:t> a non-linear </a:t>
            </a:r>
            <a:r>
              <a:rPr lang="es-ES" dirty="0" err="1">
                <a:solidFill>
                  <a:srgbClr val="232323"/>
                </a:solidFill>
                <a:latin typeface="font000000002abd5f04"/>
              </a:rPr>
              <a:t>function</a:t>
            </a:r>
            <a:r>
              <a:rPr lang="es-ES" dirty="0">
                <a:solidFill>
                  <a:srgbClr val="232323"/>
                </a:solidFill>
                <a:latin typeface="font000000002abd5f04"/>
              </a:rPr>
              <a:t> </a:t>
            </a:r>
            <a:r>
              <a:rPr lang="es-ES" dirty="0" err="1">
                <a:solidFill>
                  <a:srgbClr val="232323"/>
                </a:solidFill>
                <a:latin typeface="font000000002abd5f04"/>
              </a:rPr>
              <a:t>of</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Average</a:t>
            </a:r>
            <a:r>
              <a:rPr lang="es-ES" dirty="0">
                <a:solidFill>
                  <a:srgbClr val="232323"/>
                </a:solidFill>
                <a:latin typeface="font000000002abd5f04"/>
              </a:rPr>
              <a:t> </a:t>
            </a:r>
            <a:r>
              <a:rPr lang="es-ES" dirty="0" err="1">
                <a:solidFill>
                  <a:srgbClr val="232323"/>
                </a:solidFill>
                <a:latin typeface="font000000002abd5f04"/>
              </a:rPr>
              <a:t>path</a:t>
            </a:r>
            <a:r>
              <a:rPr lang="es-ES" dirty="0">
                <a:solidFill>
                  <a:srgbClr val="232323"/>
                </a:solidFill>
                <a:latin typeface="font000000002abd5f04"/>
              </a:rPr>
              <a:t> </a:t>
            </a:r>
            <a:r>
              <a:rPr lang="es-ES" dirty="0" err="1">
                <a:solidFill>
                  <a:srgbClr val="232323"/>
                </a:solidFill>
                <a:latin typeface="font000000002abd5f04"/>
              </a:rPr>
              <a:t>length</a:t>
            </a:r>
            <a:r>
              <a:rPr lang="es-ES" dirty="0">
                <a:solidFill>
                  <a:srgbClr val="232323"/>
                </a:solidFill>
                <a:latin typeface="font000000002abd5f04"/>
              </a:rPr>
              <a:t> </a:t>
            </a:r>
            <a:r>
              <a:rPr lang="es-ES" dirty="0" err="1">
                <a:solidFill>
                  <a:srgbClr val="232323"/>
                </a:solidFill>
                <a:latin typeface="font000000002abd5f04"/>
              </a:rPr>
              <a:t>over</a:t>
            </a:r>
            <a:r>
              <a:rPr lang="es-ES" dirty="0">
                <a:solidFill>
                  <a:srgbClr val="232323"/>
                </a:solidFill>
                <a:latin typeface="font000000002abd5f04"/>
              </a:rPr>
              <a:t> </a:t>
            </a:r>
            <a:r>
              <a:rPr lang="es-ES" dirty="0" err="1">
                <a:solidFill>
                  <a:srgbClr val="232323"/>
                </a:solidFill>
                <a:latin typeface="font000000002abd5f04"/>
              </a:rPr>
              <a:t>all</a:t>
            </a:r>
            <a:r>
              <a:rPr lang="es-ES" dirty="0">
                <a:solidFill>
                  <a:srgbClr val="232323"/>
                </a:solidFill>
                <a:latin typeface="font000000002abd5f04"/>
              </a:rPr>
              <a:t> </a:t>
            </a:r>
            <a:r>
              <a:rPr lang="es-ES" dirty="0" err="1">
                <a:solidFill>
                  <a:srgbClr val="232323"/>
                </a:solidFill>
                <a:latin typeface="font000000002abd5f04"/>
              </a:rPr>
              <a:t>Isolation</a:t>
            </a:r>
            <a:r>
              <a:rPr lang="es-ES" dirty="0">
                <a:solidFill>
                  <a:srgbClr val="232323"/>
                </a:solidFill>
                <a:latin typeface="font000000002abd5f04"/>
              </a:rPr>
              <a:t> </a:t>
            </a:r>
            <a:r>
              <a:rPr lang="es-ES" dirty="0" err="1">
                <a:solidFill>
                  <a:srgbClr val="232323"/>
                </a:solidFill>
                <a:latin typeface="font000000002abd5f04"/>
              </a:rPr>
              <a:t>trees</a:t>
            </a:r>
            <a:r>
              <a:rPr lang="es-ES" dirty="0">
                <a:solidFill>
                  <a:srgbClr val="232323"/>
                </a:solidFill>
                <a:latin typeface="font000000002abd5f04"/>
              </a:rPr>
              <a:t>.</a:t>
            </a:r>
          </a:p>
          <a:p>
            <a:pPr marL="285750" indent="-285750">
              <a:spcAft>
                <a:spcPts val="1200"/>
              </a:spcAft>
              <a:buFont typeface="Arial" panose="020B0604020202020204" pitchFamily="34" charset="0"/>
              <a:buChar char="•"/>
            </a:pP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path</a:t>
            </a:r>
            <a:r>
              <a:rPr lang="es-ES" dirty="0">
                <a:solidFill>
                  <a:srgbClr val="232323"/>
                </a:solidFill>
                <a:latin typeface="font000000002abd5f04"/>
              </a:rPr>
              <a:t> </a:t>
            </a:r>
            <a:r>
              <a:rPr lang="es-ES" dirty="0" err="1">
                <a:solidFill>
                  <a:srgbClr val="232323"/>
                </a:solidFill>
                <a:latin typeface="font000000002abd5f04"/>
              </a:rPr>
              <a:t>length</a:t>
            </a:r>
            <a:r>
              <a:rPr lang="es-ES" dirty="0">
                <a:solidFill>
                  <a:srgbClr val="232323"/>
                </a:solidFill>
                <a:latin typeface="font000000002abd5f04"/>
              </a:rPr>
              <a:t> </a:t>
            </a:r>
            <a:r>
              <a:rPr lang="es-ES" dirty="0" err="1">
                <a:solidFill>
                  <a:srgbClr val="232323"/>
                </a:solidFill>
                <a:latin typeface="font000000002abd5f04"/>
              </a:rPr>
              <a:t>is</a:t>
            </a:r>
            <a:r>
              <a:rPr lang="es-ES" dirty="0">
                <a:solidFill>
                  <a:srgbClr val="232323"/>
                </a:solidFill>
                <a:latin typeface="font000000002abd5f04"/>
              </a:rPr>
              <a:t> </a:t>
            </a:r>
            <a:r>
              <a:rPr lang="es-ES" dirty="0" err="1">
                <a:solidFill>
                  <a:srgbClr val="232323"/>
                </a:solidFill>
                <a:latin typeface="font000000002abd5f04"/>
              </a:rPr>
              <a:t>equivalent</a:t>
            </a:r>
            <a:r>
              <a:rPr lang="es-ES" dirty="0">
                <a:solidFill>
                  <a:srgbClr val="232323"/>
                </a:solidFill>
                <a:latin typeface="font000000002abd5f04"/>
              </a:rPr>
              <a:t> </a:t>
            </a:r>
            <a:r>
              <a:rPr lang="es-ES" dirty="0" err="1">
                <a:solidFill>
                  <a:srgbClr val="232323"/>
                </a:solidFill>
                <a:latin typeface="font000000002abd5f04"/>
              </a:rPr>
              <a:t>to</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number</a:t>
            </a:r>
            <a:r>
              <a:rPr lang="es-ES" dirty="0">
                <a:solidFill>
                  <a:srgbClr val="232323"/>
                </a:solidFill>
                <a:latin typeface="font000000002abd5f04"/>
              </a:rPr>
              <a:t> </a:t>
            </a:r>
            <a:r>
              <a:rPr lang="es-ES" dirty="0" err="1">
                <a:solidFill>
                  <a:srgbClr val="232323"/>
                </a:solidFill>
                <a:latin typeface="font000000002abd5f04"/>
              </a:rPr>
              <a:t>of</a:t>
            </a:r>
            <a:r>
              <a:rPr lang="es-ES" dirty="0">
                <a:solidFill>
                  <a:srgbClr val="232323"/>
                </a:solidFill>
                <a:latin typeface="font000000002abd5f04"/>
              </a:rPr>
              <a:t> </a:t>
            </a:r>
            <a:r>
              <a:rPr lang="es-ES" dirty="0" err="1">
                <a:solidFill>
                  <a:srgbClr val="232323"/>
                </a:solidFill>
                <a:latin typeface="font000000002abd5f04"/>
              </a:rPr>
              <a:t>splits</a:t>
            </a:r>
            <a:r>
              <a:rPr lang="es-ES" dirty="0">
                <a:solidFill>
                  <a:srgbClr val="232323"/>
                </a:solidFill>
                <a:latin typeface="font000000002abd5f04"/>
              </a:rPr>
              <a:t> </a:t>
            </a:r>
            <a:r>
              <a:rPr lang="es-ES" dirty="0" err="1">
                <a:solidFill>
                  <a:srgbClr val="232323"/>
                </a:solidFill>
                <a:latin typeface="font000000002abd5f04"/>
              </a:rPr>
              <a:t>made</a:t>
            </a:r>
            <a:r>
              <a:rPr lang="es-ES" dirty="0">
                <a:solidFill>
                  <a:srgbClr val="232323"/>
                </a:solidFill>
                <a:latin typeface="font000000002abd5f04"/>
              </a:rPr>
              <a:t> </a:t>
            </a:r>
            <a:r>
              <a:rPr lang="es-ES" dirty="0" err="1">
                <a:solidFill>
                  <a:srgbClr val="232323"/>
                </a:solidFill>
                <a:latin typeface="font000000002abd5f04"/>
              </a:rPr>
              <a:t>by</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Isolation</a:t>
            </a:r>
            <a:r>
              <a:rPr lang="es-ES" dirty="0">
                <a:solidFill>
                  <a:srgbClr val="232323"/>
                </a:solidFill>
                <a:latin typeface="font000000002abd5f04"/>
              </a:rPr>
              <a:t> </a:t>
            </a:r>
            <a:r>
              <a:rPr lang="es-ES" dirty="0" err="1">
                <a:solidFill>
                  <a:srgbClr val="232323"/>
                </a:solidFill>
                <a:latin typeface="font000000002abd5f04"/>
              </a:rPr>
              <a:t>tree</a:t>
            </a:r>
            <a:r>
              <a:rPr lang="es-ES" dirty="0">
                <a:solidFill>
                  <a:srgbClr val="232323"/>
                </a:solidFill>
                <a:latin typeface="font000000002abd5f04"/>
              </a:rPr>
              <a:t> </a:t>
            </a:r>
            <a:r>
              <a:rPr lang="es-ES" dirty="0" err="1">
                <a:solidFill>
                  <a:srgbClr val="232323"/>
                </a:solidFill>
                <a:latin typeface="font000000002abd5f04"/>
              </a:rPr>
              <a:t>to</a:t>
            </a:r>
            <a:r>
              <a:rPr lang="es-ES" dirty="0">
                <a:solidFill>
                  <a:srgbClr val="232323"/>
                </a:solidFill>
                <a:latin typeface="font000000002abd5f04"/>
              </a:rPr>
              <a:t> </a:t>
            </a:r>
            <a:r>
              <a:rPr lang="es-ES" dirty="0" err="1">
                <a:solidFill>
                  <a:srgbClr val="232323"/>
                </a:solidFill>
                <a:latin typeface="font000000002abd5f04"/>
              </a:rPr>
              <a:t>isolate</a:t>
            </a:r>
            <a:r>
              <a:rPr lang="es-ES" dirty="0">
                <a:solidFill>
                  <a:srgbClr val="232323"/>
                </a:solidFill>
                <a:latin typeface="font000000002abd5f04"/>
              </a:rPr>
              <a:t> a </a:t>
            </a:r>
            <a:r>
              <a:rPr lang="es-ES" dirty="0" err="1">
                <a:solidFill>
                  <a:srgbClr val="232323"/>
                </a:solidFill>
                <a:latin typeface="font000000002abd5f04"/>
              </a:rPr>
              <a:t>point</a:t>
            </a:r>
            <a:r>
              <a:rPr lang="es-ES" dirty="0">
                <a:solidFill>
                  <a:srgbClr val="232323"/>
                </a:solidFill>
                <a:latin typeface="font000000002abd5f04"/>
              </a:rPr>
              <a:t>.</a:t>
            </a:r>
          </a:p>
          <a:p>
            <a:pPr marL="285750" indent="-285750">
              <a:spcAft>
                <a:spcPts val="1200"/>
              </a:spcAft>
              <a:buFont typeface="Arial" panose="020B0604020202020204" pitchFamily="34" charset="0"/>
              <a:buChar char="•"/>
            </a:pP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shorter</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Average</a:t>
            </a:r>
            <a:r>
              <a:rPr lang="es-ES" dirty="0">
                <a:solidFill>
                  <a:srgbClr val="232323"/>
                </a:solidFill>
                <a:latin typeface="font000000002abd5f04"/>
              </a:rPr>
              <a:t> </a:t>
            </a:r>
            <a:r>
              <a:rPr lang="es-ES" dirty="0" err="1">
                <a:solidFill>
                  <a:srgbClr val="232323"/>
                </a:solidFill>
                <a:latin typeface="font000000002abd5f04"/>
              </a:rPr>
              <a:t>path</a:t>
            </a:r>
            <a:r>
              <a:rPr lang="es-ES" dirty="0">
                <a:solidFill>
                  <a:srgbClr val="232323"/>
                </a:solidFill>
                <a:latin typeface="font000000002abd5f04"/>
              </a:rPr>
              <a:t> </a:t>
            </a:r>
            <a:r>
              <a:rPr lang="es-ES" dirty="0" err="1">
                <a:solidFill>
                  <a:srgbClr val="232323"/>
                </a:solidFill>
                <a:latin typeface="font000000002abd5f04"/>
              </a:rPr>
              <a:t>length</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larger</a:t>
            </a:r>
            <a:r>
              <a:rPr lang="es-ES" dirty="0">
                <a:solidFill>
                  <a:srgbClr val="232323"/>
                </a:solidFill>
                <a:latin typeface="font000000002abd5f04"/>
              </a:rPr>
              <a:t> are </a:t>
            </a:r>
            <a:r>
              <a:rPr lang="es-ES" dirty="0" err="1">
                <a:solidFill>
                  <a:srgbClr val="232323"/>
                </a:solidFill>
                <a:latin typeface="font000000002abd5f04"/>
              </a:rPr>
              <a:t>the</a:t>
            </a:r>
            <a:r>
              <a:rPr lang="es-ES" dirty="0">
                <a:solidFill>
                  <a:srgbClr val="232323"/>
                </a:solidFill>
                <a:latin typeface="font000000002abd5f04"/>
              </a:rPr>
              <a:t> chances </a:t>
            </a:r>
            <a:r>
              <a:rPr lang="es-ES" dirty="0" err="1">
                <a:solidFill>
                  <a:srgbClr val="232323"/>
                </a:solidFill>
                <a:latin typeface="font000000002abd5f04"/>
              </a:rPr>
              <a:t>of</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point</a:t>
            </a:r>
            <a:r>
              <a:rPr lang="es-ES" dirty="0">
                <a:solidFill>
                  <a:srgbClr val="232323"/>
                </a:solidFill>
                <a:latin typeface="font000000002abd5f04"/>
              </a:rPr>
              <a:t> </a:t>
            </a:r>
            <a:r>
              <a:rPr lang="es-ES" dirty="0" err="1">
                <a:solidFill>
                  <a:srgbClr val="232323"/>
                </a:solidFill>
                <a:latin typeface="font000000002abd5f04"/>
              </a:rPr>
              <a:t>being</a:t>
            </a:r>
            <a:r>
              <a:rPr lang="es-ES" dirty="0">
                <a:solidFill>
                  <a:srgbClr val="232323"/>
                </a:solidFill>
                <a:latin typeface="font000000002abd5f04"/>
              </a:rPr>
              <a:t> </a:t>
            </a:r>
            <a:r>
              <a:rPr lang="es-ES" dirty="0" err="1">
                <a:solidFill>
                  <a:srgbClr val="232323"/>
                </a:solidFill>
                <a:latin typeface="font000000002abd5f04"/>
              </a:rPr>
              <a:t>an</a:t>
            </a:r>
            <a:r>
              <a:rPr lang="es-ES" dirty="0">
                <a:solidFill>
                  <a:srgbClr val="232323"/>
                </a:solidFill>
                <a:latin typeface="font000000002abd5f04"/>
              </a:rPr>
              <a:t> </a:t>
            </a:r>
            <a:r>
              <a:rPr lang="es-ES" dirty="0" err="1">
                <a:solidFill>
                  <a:srgbClr val="232323"/>
                </a:solidFill>
                <a:latin typeface="font000000002abd5f04"/>
              </a:rPr>
              <a:t>anomaly</a:t>
            </a:r>
            <a:r>
              <a:rPr lang="es-ES" dirty="0">
                <a:solidFill>
                  <a:srgbClr val="232323"/>
                </a:solidFill>
                <a:latin typeface="font000000002abd5f04"/>
              </a:rPr>
              <a:t>(as </a:t>
            </a:r>
            <a:r>
              <a:rPr lang="es-ES" dirty="0" err="1">
                <a:solidFill>
                  <a:srgbClr val="232323"/>
                </a:solidFill>
                <a:latin typeface="font000000002abd5f04"/>
              </a:rPr>
              <a:t>we</a:t>
            </a:r>
            <a:r>
              <a:rPr lang="es-ES" dirty="0">
                <a:solidFill>
                  <a:srgbClr val="232323"/>
                </a:solidFill>
                <a:latin typeface="font000000002abd5f04"/>
              </a:rPr>
              <a:t> </a:t>
            </a:r>
            <a:r>
              <a:rPr lang="es-ES" dirty="0" err="1">
                <a:solidFill>
                  <a:srgbClr val="232323"/>
                </a:solidFill>
                <a:latin typeface="font000000002abd5f04"/>
              </a:rPr>
              <a:t>saw</a:t>
            </a:r>
            <a:r>
              <a:rPr lang="es-ES" dirty="0">
                <a:solidFill>
                  <a:srgbClr val="232323"/>
                </a:solidFill>
                <a:latin typeface="font000000002abd5f04"/>
              </a:rPr>
              <a:t> </a:t>
            </a:r>
            <a:r>
              <a:rPr lang="es-ES" dirty="0" err="1">
                <a:solidFill>
                  <a:srgbClr val="232323"/>
                </a:solidFill>
                <a:latin typeface="font000000002abd5f04"/>
              </a:rPr>
              <a:t>earlier</a:t>
            </a:r>
            <a:r>
              <a:rPr lang="es-ES" dirty="0">
                <a:solidFill>
                  <a:srgbClr val="232323"/>
                </a:solidFill>
                <a:latin typeface="font000000002abd5f04"/>
              </a:rPr>
              <a:t> in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diagram</a:t>
            </a:r>
            <a:r>
              <a:rPr lang="es-ES" dirty="0">
                <a:solidFill>
                  <a:srgbClr val="232323"/>
                </a:solidFill>
                <a:latin typeface="font000000002abd5f04"/>
              </a:rPr>
              <a:t>). </a:t>
            </a:r>
          </a:p>
          <a:p>
            <a:pPr marL="285750" indent="-285750">
              <a:spcAft>
                <a:spcPts val="1200"/>
              </a:spcAft>
              <a:buFont typeface="Arial" panose="020B0604020202020204" pitchFamily="34" charset="0"/>
              <a:buChar char="•"/>
            </a:pPr>
            <a:endParaRPr lang="es-ES" sz="2000" dirty="0">
              <a:latin typeface="CMR10"/>
            </a:endParaRPr>
          </a:p>
          <a:p>
            <a:pPr>
              <a:spcAft>
                <a:spcPts val="1200"/>
              </a:spcAft>
            </a:pPr>
            <a:r>
              <a:rPr lang="es-ES" sz="2400" dirty="0">
                <a:latin typeface="CMR10"/>
              </a:rPr>
              <a:t> </a:t>
            </a:r>
          </a:p>
          <a:p>
            <a:pPr marL="285750" indent="-285750">
              <a:spcAft>
                <a:spcPts val="1200"/>
              </a:spcAft>
              <a:buFont typeface="Arial" panose="020B0604020202020204" pitchFamily="34" charset="0"/>
              <a:buChar char="•"/>
            </a:pPr>
            <a:endParaRPr lang="es-ES" sz="2400" dirty="0">
              <a:latin typeface="CMR10"/>
            </a:endParaRPr>
          </a:p>
          <a:p>
            <a:endParaRPr lang="es-ES" dirty="0">
              <a:latin typeface="CMR10"/>
            </a:endParaRPr>
          </a:p>
        </p:txBody>
      </p:sp>
      <p:sp>
        <p:nvSpPr>
          <p:cNvPr id="6" name="CuadroTexto 5">
            <a:extLst>
              <a:ext uri="{FF2B5EF4-FFF2-40B4-BE49-F238E27FC236}">
                <a16:creationId xmlns:a16="http://schemas.microsoft.com/office/drawing/2014/main" id="{B81E932E-EECA-EEC8-E988-BC759AEC1BDD}"/>
              </a:ext>
            </a:extLst>
          </p:cNvPr>
          <p:cNvSpPr txBox="1"/>
          <p:nvPr/>
        </p:nvSpPr>
        <p:spPr>
          <a:xfrm>
            <a:off x="3385456" y="2876497"/>
            <a:ext cx="5649686" cy="1938992"/>
          </a:xfrm>
          <a:prstGeom prst="rect">
            <a:avLst/>
          </a:prstGeom>
          <a:noFill/>
        </p:spPr>
        <p:txBody>
          <a:bodyPr wrap="square">
            <a:spAutoFit/>
          </a:bodyPr>
          <a:lstStyle/>
          <a:p>
            <a:pPr>
              <a:spcAft>
                <a:spcPts val="1200"/>
              </a:spcAft>
              <a:buFont typeface="+mj-lt"/>
              <a:buAutoNum type="arabicPeriod"/>
            </a:pPr>
            <a:r>
              <a:rPr lang="es-ES" dirty="0" err="1">
                <a:solidFill>
                  <a:srgbClr val="232323"/>
                </a:solidFill>
                <a:latin typeface="font000000002abd5f04"/>
              </a:rPr>
              <a:t>Construct</a:t>
            </a:r>
            <a:r>
              <a:rPr lang="es-ES" dirty="0">
                <a:solidFill>
                  <a:srgbClr val="232323"/>
                </a:solidFill>
                <a:latin typeface="font000000002abd5f04"/>
              </a:rPr>
              <a:t> </a:t>
            </a:r>
            <a:r>
              <a:rPr lang="es-ES" dirty="0" err="1">
                <a:solidFill>
                  <a:srgbClr val="232323"/>
                </a:solidFill>
                <a:latin typeface="font000000002abd5f04"/>
              </a:rPr>
              <a:t>an</a:t>
            </a:r>
            <a:r>
              <a:rPr lang="es-ES" dirty="0">
                <a:solidFill>
                  <a:srgbClr val="232323"/>
                </a:solidFill>
                <a:latin typeface="font000000002abd5f04"/>
              </a:rPr>
              <a:t> </a:t>
            </a:r>
            <a:r>
              <a:rPr lang="es-ES" dirty="0" err="1">
                <a:solidFill>
                  <a:srgbClr val="232323"/>
                </a:solidFill>
                <a:latin typeface="font000000002abd5f04"/>
              </a:rPr>
              <a:t>Isolation</a:t>
            </a:r>
            <a:r>
              <a:rPr lang="es-ES" dirty="0">
                <a:solidFill>
                  <a:srgbClr val="232323"/>
                </a:solidFill>
                <a:latin typeface="font000000002abd5f04"/>
              </a:rPr>
              <a:t> </a:t>
            </a:r>
            <a:r>
              <a:rPr lang="es-ES" dirty="0" err="1">
                <a:solidFill>
                  <a:srgbClr val="232323"/>
                </a:solidFill>
                <a:latin typeface="font000000002abd5f04"/>
              </a:rPr>
              <a:t>Tree</a:t>
            </a:r>
            <a:r>
              <a:rPr lang="es-ES" dirty="0">
                <a:solidFill>
                  <a:srgbClr val="232323"/>
                </a:solidFill>
                <a:latin typeface="font000000002abd5f04"/>
              </a:rPr>
              <a:t> </a:t>
            </a:r>
            <a:r>
              <a:rPr lang="es-ES" dirty="0" err="1">
                <a:solidFill>
                  <a:srgbClr val="232323"/>
                </a:solidFill>
                <a:latin typeface="font000000002abd5f04"/>
              </a:rPr>
              <a:t>either</a:t>
            </a:r>
            <a:r>
              <a:rPr lang="es-ES" dirty="0">
                <a:solidFill>
                  <a:srgbClr val="232323"/>
                </a:solidFill>
                <a:latin typeface="font000000002abd5f04"/>
              </a:rPr>
              <a:t> </a:t>
            </a:r>
            <a:r>
              <a:rPr lang="es-ES" dirty="0" err="1">
                <a:solidFill>
                  <a:srgbClr val="232323"/>
                </a:solidFill>
                <a:latin typeface="font000000002abd5f04"/>
              </a:rPr>
              <a:t>from</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entire</a:t>
            </a:r>
            <a:r>
              <a:rPr lang="es-ES" dirty="0">
                <a:solidFill>
                  <a:srgbClr val="232323"/>
                </a:solidFill>
                <a:latin typeface="font000000002abd5f04"/>
              </a:rPr>
              <a:t> </a:t>
            </a:r>
            <a:r>
              <a:rPr lang="es-ES" dirty="0" err="1">
                <a:solidFill>
                  <a:srgbClr val="232323"/>
                </a:solidFill>
                <a:latin typeface="font000000002abd5f04"/>
              </a:rPr>
              <a:t>feature</a:t>
            </a:r>
            <a:r>
              <a:rPr lang="es-ES" dirty="0">
                <a:solidFill>
                  <a:srgbClr val="232323"/>
                </a:solidFill>
                <a:latin typeface="font000000002abd5f04"/>
              </a:rPr>
              <a:t> set </a:t>
            </a:r>
            <a:r>
              <a:rPr lang="es-ES" dirty="0" err="1">
                <a:solidFill>
                  <a:srgbClr val="232323"/>
                </a:solidFill>
                <a:latin typeface="font000000002abd5f04"/>
              </a:rPr>
              <a:t>or</a:t>
            </a:r>
            <a:r>
              <a:rPr lang="es-ES" dirty="0">
                <a:solidFill>
                  <a:srgbClr val="232323"/>
                </a:solidFill>
                <a:latin typeface="font000000002abd5f04"/>
              </a:rPr>
              <a:t> a </a:t>
            </a:r>
            <a:r>
              <a:rPr lang="es-ES" dirty="0" err="1">
                <a:solidFill>
                  <a:srgbClr val="232323"/>
                </a:solidFill>
                <a:latin typeface="font000000002abd5f04"/>
              </a:rPr>
              <a:t>randomly</a:t>
            </a:r>
            <a:r>
              <a:rPr lang="es-ES" dirty="0">
                <a:solidFill>
                  <a:srgbClr val="232323"/>
                </a:solidFill>
                <a:latin typeface="font000000002abd5f04"/>
              </a:rPr>
              <a:t> </a:t>
            </a:r>
            <a:r>
              <a:rPr lang="es-ES" dirty="0" err="1">
                <a:solidFill>
                  <a:srgbClr val="232323"/>
                </a:solidFill>
                <a:latin typeface="font000000002abd5f04"/>
              </a:rPr>
              <a:t>chosen</a:t>
            </a:r>
            <a:r>
              <a:rPr lang="es-ES" dirty="0">
                <a:solidFill>
                  <a:srgbClr val="232323"/>
                </a:solidFill>
                <a:latin typeface="font000000002abd5f04"/>
              </a:rPr>
              <a:t> </a:t>
            </a:r>
            <a:r>
              <a:rPr lang="es-ES" dirty="0" err="1">
                <a:solidFill>
                  <a:srgbClr val="232323"/>
                </a:solidFill>
                <a:latin typeface="font000000002abd5f04"/>
              </a:rPr>
              <a:t>subset</a:t>
            </a:r>
            <a:r>
              <a:rPr lang="es-ES" dirty="0">
                <a:solidFill>
                  <a:srgbClr val="232323"/>
                </a:solidFill>
                <a:latin typeface="font000000002abd5f04"/>
              </a:rPr>
              <a:t> </a:t>
            </a:r>
            <a:r>
              <a:rPr lang="es-ES" dirty="0" err="1">
                <a:solidFill>
                  <a:srgbClr val="232323"/>
                </a:solidFill>
                <a:latin typeface="font000000002abd5f04"/>
              </a:rPr>
              <a:t>of</a:t>
            </a:r>
            <a:r>
              <a:rPr lang="es-ES" dirty="0">
                <a:solidFill>
                  <a:srgbClr val="232323"/>
                </a:solidFill>
                <a:latin typeface="font000000002abd5f04"/>
              </a:rPr>
              <a:t> </a:t>
            </a:r>
            <a:r>
              <a:rPr lang="es-ES" dirty="0" err="1">
                <a:solidFill>
                  <a:srgbClr val="232323"/>
                </a:solidFill>
                <a:latin typeface="font000000002abd5f04"/>
              </a:rPr>
              <a:t>the</a:t>
            </a:r>
            <a:r>
              <a:rPr lang="es-ES" dirty="0">
                <a:solidFill>
                  <a:srgbClr val="232323"/>
                </a:solidFill>
                <a:latin typeface="font000000002abd5f04"/>
              </a:rPr>
              <a:t> </a:t>
            </a:r>
            <a:r>
              <a:rPr lang="es-ES" dirty="0" err="1">
                <a:solidFill>
                  <a:srgbClr val="232323"/>
                </a:solidFill>
                <a:latin typeface="font000000002abd5f04"/>
              </a:rPr>
              <a:t>feature</a:t>
            </a:r>
            <a:r>
              <a:rPr lang="es-ES" dirty="0">
                <a:solidFill>
                  <a:srgbClr val="232323"/>
                </a:solidFill>
                <a:latin typeface="font000000002abd5f04"/>
              </a:rPr>
              <a:t> set. </a:t>
            </a:r>
          </a:p>
          <a:p>
            <a:pPr>
              <a:spcAft>
                <a:spcPts val="1200"/>
              </a:spcAft>
              <a:buFont typeface="+mj-lt"/>
              <a:buAutoNum type="arabicPeriod"/>
            </a:pPr>
            <a:r>
              <a:rPr lang="es-ES" dirty="0" err="1">
                <a:solidFill>
                  <a:srgbClr val="232323"/>
                </a:solidFill>
                <a:latin typeface="font000000002abd5f04"/>
              </a:rPr>
              <a:t>Construct</a:t>
            </a:r>
            <a:r>
              <a:rPr lang="es-ES" dirty="0">
                <a:solidFill>
                  <a:srgbClr val="232323"/>
                </a:solidFill>
                <a:latin typeface="font000000002abd5f04"/>
              </a:rPr>
              <a:t> n </a:t>
            </a:r>
            <a:r>
              <a:rPr lang="es-ES" dirty="0" err="1">
                <a:solidFill>
                  <a:srgbClr val="232323"/>
                </a:solidFill>
                <a:latin typeface="font000000002abd5f04"/>
              </a:rPr>
              <a:t>such</a:t>
            </a:r>
            <a:r>
              <a:rPr lang="es-ES" dirty="0">
                <a:solidFill>
                  <a:srgbClr val="232323"/>
                </a:solidFill>
                <a:latin typeface="font000000002abd5f04"/>
              </a:rPr>
              <a:t> </a:t>
            </a:r>
            <a:r>
              <a:rPr lang="es-ES" dirty="0" err="1">
                <a:solidFill>
                  <a:srgbClr val="232323"/>
                </a:solidFill>
                <a:latin typeface="font000000002abd5f04"/>
              </a:rPr>
              <a:t>Isolation</a:t>
            </a:r>
            <a:r>
              <a:rPr lang="es-ES" dirty="0">
                <a:solidFill>
                  <a:srgbClr val="232323"/>
                </a:solidFill>
                <a:latin typeface="font000000002abd5f04"/>
              </a:rPr>
              <a:t> </a:t>
            </a:r>
            <a:r>
              <a:rPr lang="es-ES" dirty="0" err="1">
                <a:solidFill>
                  <a:srgbClr val="232323"/>
                </a:solidFill>
                <a:latin typeface="font000000002abd5f04"/>
              </a:rPr>
              <a:t>trees</a:t>
            </a:r>
            <a:r>
              <a:rPr lang="es-ES" dirty="0">
                <a:solidFill>
                  <a:srgbClr val="232323"/>
                </a:solidFill>
                <a:latin typeface="font000000002abd5f04"/>
              </a:rPr>
              <a:t>. </a:t>
            </a:r>
          </a:p>
          <a:p>
            <a:pPr>
              <a:spcAft>
                <a:spcPts val="1200"/>
              </a:spcAft>
              <a:buFont typeface="+mj-lt"/>
              <a:buAutoNum type="arabicPeriod"/>
            </a:pPr>
            <a:r>
              <a:rPr lang="es-ES" dirty="0" err="1">
                <a:solidFill>
                  <a:srgbClr val="232323"/>
                </a:solidFill>
                <a:latin typeface="font000000002abd5f04"/>
              </a:rPr>
              <a:t>Calculate</a:t>
            </a:r>
            <a:r>
              <a:rPr lang="es-ES" dirty="0">
                <a:solidFill>
                  <a:srgbClr val="232323"/>
                </a:solidFill>
                <a:latin typeface="font000000002abd5f04"/>
              </a:rPr>
              <a:t> </a:t>
            </a:r>
            <a:r>
              <a:rPr lang="es-ES" dirty="0" err="1">
                <a:solidFill>
                  <a:srgbClr val="232323"/>
                </a:solidFill>
                <a:latin typeface="font000000002abd5f04"/>
              </a:rPr>
              <a:t>an</a:t>
            </a:r>
            <a:r>
              <a:rPr lang="es-ES" dirty="0">
                <a:solidFill>
                  <a:srgbClr val="232323"/>
                </a:solidFill>
                <a:latin typeface="font000000002abd5f04"/>
              </a:rPr>
              <a:t> </a:t>
            </a:r>
            <a:r>
              <a:rPr lang="es-ES" b="1" dirty="0" err="1">
                <a:solidFill>
                  <a:srgbClr val="232323"/>
                </a:solidFill>
                <a:latin typeface="font000000002abd5f04"/>
              </a:rPr>
              <a:t>Anomaly</a:t>
            </a:r>
            <a:r>
              <a:rPr lang="es-ES" b="1" dirty="0">
                <a:solidFill>
                  <a:srgbClr val="232323"/>
                </a:solidFill>
                <a:latin typeface="font000000002abd5f04"/>
              </a:rPr>
              <a:t> score</a:t>
            </a:r>
            <a:r>
              <a:rPr lang="es-ES" dirty="0">
                <a:solidFill>
                  <a:srgbClr val="232323"/>
                </a:solidFill>
                <a:latin typeface="font000000002abd5f04"/>
              </a:rPr>
              <a:t> </a:t>
            </a:r>
            <a:r>
              <a:rPr lang="es-ES" dirty="0" err="1">
                <a:solidFill>
                  <a:srgbClr val="232323"/>
                </a:solidFill>
                <a:latin typeface="font000000002abd5f04"/>
              </a:rPr>
              <a:t>for</a:t>
            </a:r>
            <a:r>
              <a:rPr lang="es-ES" dirty="0">
                <a:solidFill>
                  <a:srgbClr val="232323"/>
                </a:solidFill>
                <a:latin typeface="font000000002abd5f04"/>
              </a:rPr>
              <a:t> </a:t>
            </a:r>
            <a:r>
              <a:rPr lang="es-ES" dirty="0" err="1">
                <a:solidFill>
                  <a:srgbClr val="232323"/>
                </a:solidFill>
                <a:latin typeface="font000000002abd5f04"/>
              </a:rPr>
              <a:t>each</a:t>
            </a:r>
            <a:r>
              <a:rPr lang="es-ES" dirty="0">
                <a:solidFill>
                  <a:srgbClr val="232323"/>
                </a:solidFill>
                <a:latin typeface="font000000002abd5f04"/>
              </a:rPr>
              <a:t> </a:t>
            </a:r>
            <a:r>
              <a:rPr lang="es-ES" dirty="0" err="1">
                <a:solidFill>
                  <a:srgbClr val="232323"/>
                </a:solidFill>
                <a:latin typeface="font000000002abd5f04"/>
              </a:rPr>
              <a:t>datapoint</a:t>
            </a:r>
            <a:r>
              <a:rPr lang="es-ES" dirty="0">
                <a:solidFill>
                  <a:srgbClr val="232323"/>
                </a:solidFill>
                <a:latin typeface="font000000002abd5f04"/>
              </a:rPr>
              <a:t>. </a:t>
            </a:r>
          </a:p>
          <a:p>
            <a:pPr>
              <a:spcAft>
                <a:spcPts val="1200"/>
              </a:spcAft>
              <a:buFont typeface="+mj-lt"/>
              <a:buAutoNum type="arabicPeriod"/>
            </a:pPr>
            <a:endParaRPr lang="es-ES" dirty="0">
              <a:solidFill>
                <a:srgbClr val="232323"/>
              </a:solidFill>
              <a:latin typeface="font000000002abd5f04"/>
            </a:endParaRPr>
          </a:p>
        </p:txBody>
      </p:sp>
      <p:sp>
        <p:nvSpPr>
          <p:cNvPr id="7" name="CuadroTexto 6">
            <a:extLst>
              <a:ext uri="{FF2B5EF4-FFF2-40B4-BE49-F238E27FC236}">
                <a16:creationId xmlns:a16="http://schemas.microsoft.com/office/drawing/2014/main" id="{021185C8-5EF7-C5E1-B9E5-0467F90F947A}"/>
              </a:ext>
            </a:extLst>
          </p:cNvPr>
          <p:cNvSpPr txBox="1"/>
          <p:nvPr/>
        </p:nvSpPr>
        <p:spPr>
          <a:xfrm>
            <a:off x="3385457" y="2428375"/>
            <a:ext cx="4158343" cy="369332"/>
          </a:xfrm>
          <a:prstGeom prst="rect">
            <a:avLst/>
          </a:prstGeom>
          <a:noFill/>
        </p:spPr>
        <p:txBody>
          <a:bodyPr wrap="square" rtlCol="0">
            <a:spAutoFit/>
          </a:bodyPr>
          <a:lstStyle/>
          <a:p>
            <a:r>
              <a:rPr lang="es-ES" b="1" dirty="0" err="1"/>
              <a:t>Algorithm</a:t>
            </a:r>
            <a:r>
              <a:rPr lang="es-ES" dirty="0"/>
              <a:t> </a:t>
            </a:r>
            <a:r>
              <a:rPr lang="es-ES" dirty="0" err="1"/>
              <a:t>Isolation</a:t>
            </a:r>
            <a:r>
              <a:rPr lang="es-ES" dirty="0"/>
              <a:t> Forest</a:t>
            </a:r>
          </a:p>
        </p:txBody>
      </p:sp>
    </p:spTree>
    <p:extLst>
      <p:ext uri="{BB962C8B-B14F-4D97-AF65-F5344CB8AC3E}">
        <p14:creationId xmlns:p14="http://schemas.microsoft.com/office/powerpoint/2010/main" val="877059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274638"/>
            <a:ext cx="8484919" cy="677340"/>
          </a:xfrm>
        </p:spPr>
        <p:txBody>
          <a:bodyPr>
            <a:normAutofit fontScale="90000"/>
          </a:bodyPr>
          <a:lstStyle/>
          <a:p>
            <a:r>
              <a:rPr lang="es-ES" dirty="0">
                <a:solidFill>
                  <a:srgbClr val="0070C0"/>
                </a:solidFill>
              </a:rPr>
              <a:t>Machine </a:t>
            </a:r>
            <a:r>
              <a:rPr lang="es-ES" dirty="0" err="1">
                <a:solidFill>
                  <a:srgbClr val="0070C0"/>
                </a:solidFill>
              </a:rPr>
              <a:t>Learning</a:t>
            </a:r>
            <a:r>
              <a:rPr lang="es-ES" dirty="0">
                <a:solidFill>
                  <a:srgbClr val="0070C0"/>
                </a:solidFill>
              </a:rPr>
              <a:t> in </a:t>
            </a:r>
            <a:r>
              <a:rPr lang="es-ES" dirty="0" err="1">
                <a:solidFill>
                  <a:srgbClr val="0070C0"/>
                </a:solidFill>
              </a:rPr>
              <a:t>Anomaly</a:t>
            </a:r>
            <a:r>
              <a:rPr lang="es-ES" dirty="0">
                <a:solidFill>
                  <a:srgbClr val="0070C0"/>
                </a:solidFill>
              </a:rPr>
              <a:t> </a:t>
            </a:r>
            <a:r>
              <a:rPr lang="es-ES" dirty="0" err="1">
                <a:solidFill>
                  <a:srgbClr val="0070C0"/>
                </a:solidFill>
              </a:rPr>
              <a:t>Detection</a:t>
            </a:r>
            <a:r>
              <a:rPr lang="es-ES" dirty="0">
                <a:solidFill>
                  <a:srgbClr val="0070C0"/>
                </a:solidFill>
              </a:rPr>
              <a:t> </a:t>
            </a:r>
          </a:p>
        </p:txBody>
      </p:sp>
      <p:sp>
        <p:nvSpPr>
          <p:cNvPr id="3" name="2 Marcador de contenido"/>
          <p:cNvSpPr>
            <a:spLocks noGrp="1"/>
          </p:cNvSpPr>
          <p:nvPr>
            <p:ph idx="1"/>
          </p:nvPr>
        </p:nvSpPr>
        <p:spPr>
          <a:xfrm>
            <a:off x="6915396" y="1512682"/>
            <a:ext cx="3752604" cy="5173127"/>
          </a:xfrm>
        </p:spPr>
        <p:txBody>
          <a:bodyPr>
            <a:normAutofit fontScale="92500" lnSpcReduction="10000"/>
          </a:bodyPr>
          <a:lstStyle/>
          <a:p>
            <a:pPr marL="0" indent="0">
              <a:buNone/>
            </a:pPr>
            <a:r>
              <a:rPr lang="es-ES" sz="2400" dirty="0"/>
              <a:t>Machine </a:t>
            </a:r>
            <a:r>
              <a:rPr lang="es-ES" sz="2400" dirty="0" err="1"/>
              <a:t>learning</a:t>
            </a:r>
            <a:r>
              <a:rPr lang="es-ES" sz="2400" dirty="0"/>
              <a:t> </a:t>
            </a:r>
            <a:r>
              <a:rPr lang="es-ES" sz="2400" dirty="0" err="1"/>
              <a:t>methods</a:t>
            </a:r>
            <a:r>
              <a:rPr lang="es-ES" sz="2400" dirty="0"/>
              <a:t> are </a:t>
            </a:r>
            <a:r>
              <a:rPr lang="es-ES" sz="2400" dirty="0" err="1"/>
              <a:t>among</a:t>
            </a:r>
            <a:r>
              <a:rPr lang="es-ES" sz="2400" dirty="0"/>
              <a:t> </a:t>
            </a:r>
            <a:r>
              <a:rPr lang="es-ES" sz="2400" dirty="0" err="1"/>
              <a:t>the</a:t>
            </a:r>
            <a:r>
              <a:rPr lang="es-ES" sz="2400" dirty="0"/>
              <a:t> </a:t>
            </a:r>
            <a:r>
              <a:rPr lang="es-ES" sz="2400" dirty="0" err="1"/>
              <a:t>most</a:t>
            </a:r>
            <a:r>
              <a:rPr lang="es-ES" sz="2400" dirty="0"/>
              <a:t> </a:t>
            </a:r>
            <a:r>
              <a:rPr lang="es-ES" sz="2400" dirty="0" err="1"/>
              <a:t>used</a:t>
            </a:r>
            <a:r>
              <a:rPr lang="es-ES" sz="2400" dirty="0"/>
              <a:t>  </a:t>
            </a:r>
            <a:r>
              <a:rPr lang="es-ES" sz="2400" dirty="0" err="1"/>
              <a:t>for</a:t>
            </a:r>
            <a:r>
              <a:rPr lang="es-ES" sz="2400" dirty="0"/>
              <a:t> </a:t>
            </a:r>
            <a:r>
              <a:rPr lang="es-ES" sz="2400" dirty="0" err="1"/>
              <a:t>Anomaly</a:t>
            </a:r>
            <a:r>
              <a:rPr lang="es-ES" sz="2400" dirty="0"/>
              <a:t> </a:t>
            </a:r>
            <a:r>
              <a:rPr lang="es-ES" sz="2400" dirty="0" err="1"/>
              <a:t>Detection</a:t>
            </a:r>
            <a:endParaRPr lang="es-ES" sz="2400" dirty="0"/>
          </a:p>
          <a:p>
            <a:pPr marL="0" indent="0">
              <a:buNone/>
            </a:pPr>
            <a:endParaRPr lang="es-ES" sz="2400" dirty="0"/>
          </a:p>
          <a:p>
            <a:pPr marL="0" indent="0">
              <a:buNone/>
            </a:pPr>
            <a:r>
              <a:rPr lang="es-ES" sz="2400" dirty="0" err="1"/>
              <a:t>The</a:t>
            </a:r>
            <a:r>
              <a:rPr lang="es-ES" sz="2400" dirty="0"/>
              <a:t> </a:t>
            </a:r>
            <a:r>
              <a:rPr lang="es-ES" sz="2400" dirty="0" err="1"/>
              <a:t>first</a:t>
            </a:r>
            <a:r>
              <a:rPr lang="es-ES" sz="2400" dirty="0"/>
              <a:t> step, </a:t>
            </a:r>
            <a:r>
              <a:rPr lang="es-ES" sz="2400" dirty="0" err="1"/>
              <a:t>referred</a:t>
            </a:r>
            <a:r>
              <a:rPr lang="es-ES" sz="2400" dirty="0"/>
              <a:t> </a:t>
            </a:r>
            <a:r>
              <a:rPr lang="es-ES" sz="2400" dirty="0" err="1"/>
              <a:t>to</a:t>
            </a:r>
            <a:r>
              <a:rPr lang="es-ES" sz="2400" dirty="0"/>
              <a:t> as </a:t>
            </a:r>
            <a:r>
              <a:rPr lang="es-ES" sz="2400" dirty="0" err="1"/>
              <a:t>the</a:t>
            </a:r>
            <a:r>
              <a:rPr lang="es-ES" sz="2400" dirty="0"/>
              <a:t> training step, </a:t>
            </a:r>
            <a:r>
              <a:rPr lang="es-ES" sz="2400" dirty="0" err="1"/>
              <a:t>involves</a:t>
            </a:r>
            <a:r>
              <a:rPr lang="es-ES" sz="2400" dirty="0"/>
              <a:t> </a:t>
            </a:r>
            <a:r>
              <a:rPr lang="es-ES" sz="2400" dirty="0" err="1"/>
              <a:t>building</a:t>
            </a:r>
            <a:r>
              <a:rPr lang="es-ES" sz="2400" dirty="0"/>
              <a:t> a </a:t>
            </a:r>
            <a:r>
              <a:rPr lang="es-ES" sz="2400" dirty="0" err="1"/>
              <a:t>model</a:t>
            </a:r>
            <a:r>
              <a:rPr lang="es-ES" sz="2400" dirty="0"/>
              <a:t> </a:t>
            </a:r>
            <a:r>
              <a:rPr lang="es-ES" sz="2400" dirty="0" err="1"/>
              <a:t>of</a:t>
            </a:r>
            <a:r>
              <a:rPr lang="es-ES" sz="2400" dirty="0"/>
              <a:t> normal </a:t>
            </a:r>
            <a:r>
              <a:rPr lang="es-ES" sz="2400" dirty="0" err="1"/>
              <a:t>behavior</a:t>
            </a:r>
            <a:r>
              <a:rPr lang="es-ES" sz="2400" dirty="0"/>
              <a:t> </a:t>
            </a:r>
            <a:r>
              <a:rPr lang="es-ES" sz="2400" dirty="0" err="1"/>
              <a:t>using</a:t>
            </a:r>
            <a:r>
              <a:rPr lang="es-ES" sz="2400" dirty="0"/>
              <a:t> </a:t>
            </a:r>
            <a:r>
              <a:rPr lang="es-ES" sz="2400" dirty="0" err="1"/>
              <a:t>available</a:t>
            </a:r>
            <a:r>
              <a:rPr lang="es-ES" sz="2400" dirty="0"/>
              <a:t> data</a:t>
            </a:r>
          </a:p>
          <a:p>
            <a:pPr marL="0" indent="0">
              <a:buNone/>
            </a:pPr>
            <a:endParaRPr lang="es-ES" sz="2400" dirty="0"/>
          </a:p>
          <a:p>
            <a:pPr marL="0" indent="0">
              <a:buNone/>
            </a:pPr>
            <a:r>
              <a:rPr lang="es-ES" sz="2400" dirty="0" err="1"/>
              <a:t>Based</a:t>
            </a:r>
            <a:r>
              <a:rPr lang="es-ES" sz="2400" dirty="0"/>
              <a:t> </a:t>
            </a:r>
            <a:r>
              <a:rPr lang="es-ES" sz="2400" dirty="0" err="1"/>
              <a:t>on</a:t>
            </a:r>
            <a:r>
              <a:rPr lang="es-ES" sz="2400" dirty="0"/>
              <a:t> </a:t>
            </a:r>
            <a:r>
              <a:rPr lang="es-ES" sz="2400" dirty="0" err="1"/>
              <a:t>this</a:t>
            </a:r>
            <a:r>
              <a:rPr lang="es-ES" sz="2400" dirty="0"/>
              <a:t> </a:t>
            </a:r>
            <a:r>
              <a:rPr lang="es-ES" sz="2400" dirty="0" err="1"/>
              <a:t>model</a:t>
            </a:r>
            <a:r>
              <a:rPr lang="es-ES" sz="2400" dirty="0"/>
              <a:t>, </a:t>
            </a:r>
            <a:r>
              <a:rPr lang="es-ES" sz="2400" dirty="0" err="1"/>
              <a:t>an</a:t>
            </a:r>
            <a:r>
              <a:rPr lang="es-ES" sz="2400" dirty="0"/>
              <a:t> </a:t>
            </a:r>
            <a:r>
              <a:rPr lang="es-ES" sz="2400" dirty="0" err="1"/>
              <a:t>anomaly</a:t>
            </a:r>
            <a:r>
              <a:rPr lang="es-ES" sz="2400" dirty="0"/>
              <a:t> score </a:t>
            </a:r>
            <a:r>
              <a:rPr lang="es-ES" sz="2400" dirty="0" err="1"/>
              <a:t>is</a:t>
            </a:r>
            <a:r>
              <a:rPr lang="es-ES" sz="2400" dirty="0"/>
              <a:t> </a:t>
            </a:r>
            <a:r>
              <a:rPr lang="es-ES" sz="2400" dirty="0" err="1"/>
              <a:t>then</a:t>
            </a:r>
            <a:r>
              <a:rPr lang="es-ES" sz="2400" dirty="0"/>
              <a:t> </a:t>
            </a:r>
            <a:r>
              <a:rPr lang="es-ES" sz="2400" dirty="0" err="1"/>
              <a:t>assigned</a:t>
            </a:r>
            <a:r>
              <a:rPr lang="es-ES" sz="2400" dirty="0"/>
              <a:t> </a:t>
            </a:r>
            <a:r>
              <a:rPr lang="es-ES" sz="2400" dirty="0" err="1"/>
              <a:t>to</a:t>
            </a:r>
            <a:r>
              <a:rPr lang="es-ES" sz="2400" dirty="0"/>
              <a:t> </a:t>
            </a:r>
            <a:r>
              <a:rPr lang="es-ES" sz="2400" dirty="0" err="1"/>
              <a:t>each</a:t>
            </a:r>
            <a:r>
              <a:rPr lang="es-ES" sz="2400" dirty="0"/>
              <a:t> data </a:t>
            </a:r>
            <a:r>
              <a:rPr lang="es-ES" sz="2400" dirty="0" err="1"/>
              <a:t>point</a:t>
            </a:r>
            <a:r>
              <a:rPr lang="es-ES" sz="2400" dirty="0"/>
              <a:t> </a:t>
            </a:r>
            <a:r>
              <a:rPr lang="es-ES" sz="2400" dirty="0" err="1"/>
              <a:t>that</a:t>
            </a:r>
            <a:r>
              <a:rPr lang="es-ES" sz="2400" dirty="0"/>
              <a:t> </a:t>
            </a:r>
            <a:r>
              <a:rPr lang="es-ES" sz="2400" dirty="0" err="1"/>
              <a:t>represents</a:t>
            </a:r>
            <a:r>
              <a:rPr lang="es-ES" sz="2400" dirty="0"/>
              <a:t> a </a:t>
            </a:r>
            <a:r>
              <a:rPr lang="es-ES" sz="2400" dirty="0" err="1"/>
              <a:t>measure</a:t>
            </a:r>
            <a:r>
              <a:rPr lang="es-ES" sz="2400" dirty="0"/>
              <a:t> </a:t>
            </a:r>
            <a:r>
              <a:rPr lang="es-ES" sz="2400" dirty="0" err="1"/>
              <a:t>of</a:t>
            </a:r>
            <a:r>
              <a:rPr lang="es-ES" sz="2400" dirty="0"/>
              <a:t> </a:t>
            </a:r>
            <a:r>
              <a:rPr lang="es-ES" sz="2400" dirty="0" err="1"/>
              <a:t>deviation</a:t>
            </a:r>
            <a:r>
              <a:rPr lang="es-ES" sz="2400" dirty="0"/>
              <a:t> </a:t>
            </a:r>
            <a:r>
              <a:rPr lang="es-ES" sz="2400" dirty="0" err="1"/>
              <a:t>from</a:t>
            </a:r>
            <a:r>
              <a:rPr lang="es-ES" sz="2400" dirty="0"/>
              <a:t> normal </a:t>
            </a:r>
            <a:r>
              <a:rPr lang="es-ES" sz="2400" dirty="0" err="1"/>
              <a:t>behavior</a:t>
            </a:r>
            <a:r>
              <a:rPr lang="es-ES" sz="2400" dirty="0"/>
              <a:t>.</a:t>
            </a:r>
            <a:endParaRPr lang="en-US" sz="2400" dirty="0"/>
          </a:p>
          <a:p>
            <a:endParaRPr lang="en-US" sz="2400" dirty="0"/>
          </a:p>
        </p:txBody>
      </p:sp>
      <p:pic>
        <p:nvPicPr>
          <p:cNvPr id="5" name="Imagen 4">
            <a:extLst>
              <a:ext uri="{FF2B5EF4-FFF2-40B4-BE49-F238E27FC236}">
                <a16:creationId xmlns:a16="http://schemas.microsoft.com/office/drawing/2014/main" id="{C3B9E55E-2672-C1A7-1881-ECD4356FD2E9}"/>
              </a:ext>
            </a:extLst>
          </p:cNvPr>
          <p:cNvPicPr>
            <a:picLocks noChangeAspect="1"/>
          </p:cNvPicPr>
          <p:nvPr/>
        </p:nvPicPr>
        <p:blipFill>
          <a:blip r:embed="rId2"/>
          <a:stretch>
            <a:fillRect/>
          </a:stretch>
        </p:blipFill>
        <p:spPr>
          <a:xfrm>
            <a:off x="1793992" y="1287051"/>
            <a:ext cx="4743320" cy="1977091"/>
          </a:xfrm>
          <a:prstGeom prst="rect">
            <a:avLst/>
          </a:prstGeom>
        </p:spPr>
      </p:pic>
      <p:pic>
        <p:nvPicPr>
          <p:cNvPr id="6" name="Imagen 5">
            <a:extLst>
              <a:ext uri="{FF2B5EF4-FFF2-40B4-BE49-F238E27FC236}">
                <a16:creationId xmlns:a16="http://schemas.microsoft.com/office/drawing/2014/main" id="{1C925647-C036-1A78-EA0C-CEC43E16F296}"/>
              </a:ext>
            </a:extLst>
          </p:cNvPr>
          <p:cNvPicPr>
            <a:picLocks noChangeAspect="1"/>
          </p:cNvPicPr>
          <p:nvPr/>
        </p:nvPicPr>
        <p:blipFill>
          <a:blip r:embed="rId3"/>
          <a:stretch>
            <a:fillRect/>
          </a:stretch>
        </p:blipFill>
        <p:spPr>
          <a:xfrm>
            <a:off x="1793993" y="3242721"/>
            <a:ext cx="4743321" cy="3615280"/>
          </a:xfrm>
          <a:prstGeom prst="rect">
            <a:avLst/>
          </a:prstGeom>
        </p:spPr>
      </p:pic>
    </p:spTree>
    <p:extLst>
      <p:ext uri="{BB962C8B-B14F-4D97-AF65-F5344CB8AC3E}">
        <p14:creationId xmlns:p14="http://schemas.microsoft.com/office/powerpoint/2010/main" val="2786398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895104" y="128354"/>
            <a:ext cx="8484919" cy="677340"/>
          </a:xfrm>
        </p:spPr>
        <p:txBody>
          <a:bodyPr>
            <a:normAutofit fontScale="90000"/>
          </a:bodyPr>
          <a:lstStyle/>
          <a:p>
            <a:r>
              <a:rPr lang="es-ES" dirty="0" err="1">
                <a:solidFill>
                  <a:srgbClr val="0070C0"/>
                </a:solidFill>
              </a:rPr>
              <a:t>Autoencoders</a:t>
            </a:r>
            <a:endParaRPr lang="es-ES" dirty="0">
              <a:solidFill>
                <a:srgbClr val="0070C0"/>
              </a:solidFill>
            </a:endParaRPr>
          </a:p>
        </p:txBody>
      </p:sp>
      <p:sp>
        <p:nvSpPr>
          <p:cNvPr id="3" name="2 Marcador de contenido"/>
          <p:cNvSpPr>
            <a:spLocks noGrp="1"/>
          </p:cNvSpPr>
          <p:nvPr>
            <p:ph idx="1"/>
          </p:nvPr>
        </p:nvSpPr>
        <p:spPr>
          <a:xfrm>
            <a:off x="1607128" y="981058"/>
            <a:ext cx="9060873" cy="2272578"/>
          </a:xfrm>
        </p:spPr>
        <p:txBody>
          <a:bodyPr>
            <a:normAutofit lnSpcReduction="10000"/>
          </a:bodyPr>
          <a:lstStyle/>
          <a:p>
            <a:pPr>
              <a:spcBef>
                <a:spcPts val="1128"/>
              </a:spcBef>
            </a:pPr>
            <a:r>
              <a:rPr lang="es-ES" sz="2400" dirty="0" err="1"/>
              <a:t>Autoencoders</a:t>
            </a:r>
            <a:r>
              <a:rPr lang="es-ES" sz="2400" dirty="0"/>
              <a:t> are neural </a:t>
            </a:r>
            <a:r>
              <a:rPr lang="es-ES" sz="2400" dirty="0" err="1"/>
              <a:t>networks</a:t>
            </a:r>
            <a:r>
              <a:rPr lang="es-ES" sz="2400" dirty="0"/>
              <a:t> </a:t>
            </a:r>
            <a:r>
              <a:rPr lang="es-ES" sz="2400" dirty="0" err="1"/>
              <a:t>designed</a:t>
            </a:r>
            <a:r>
              <a:rPr lang="es-ES" sz="2400" dirty="0"/>
              <a:t> </a:t>
            </a:r>
            <a:r>
              <a:rPr lang="es-ES" sz="2400" dirty="0" err="1"/>
              <a:t>to</a:t>
            </a:r>
            <a:r>
              <a:rPr lang="es-ES" sz="2400" dirty="0"/>
              <a:t> </a:t>
            </a:r>
            <a:r>
              <a:rPr lang="es-ES" sz="2400" dirty="0" err="1"/>
              <a:t>learn</a:t>
            </a:r>
            <a:r>
              <a:rPr lang="es-ES" sz="2400" dirty="0"/>
              <a:t> a </a:t>
            </a:r>
            <a:r>
              <a:rPr lang="es-ES" sz="2400" dirty="0" err="1"/>
              <a:t>low</a:t>
            </a:r>
            <a:r>
              <a:rPr lang="es-ES" sz="2400" dirty="0"/>
              <a:t>-dimensional </a:t>
            </a:r>
            <a:r>
              <a:rPr lang="es-ES" sz="2400" dirty="0" err="1"/>
              <a:t>representation</a:t>
            </a:r>
            <a:r>
              <a:rPr lang="es-ES" sz="2400" dirty="0"/>
              <a:t>, </a:t>
            </a:r>
            <a:r>
              <a:rPr lang="es-ES" sz="2400" dirty="0" err="1"/>
              <a:t>given</a:t>
            </a:r>
            <a:r>
              <a:rPr lang="es-ES" sz="2400" dirty="0"/>
              <a:t> </a:t>
            </a:r>
            <a:r>
              <a:rPr lang="es-ES" sz="2400" dirty="0" err="1"/>
              <a:t>some</a:t>
            </a:r>
            <a:r>
              <a:rPr lang="es-ES" sz="2400" dirty="0"/>
              <a:t> input data.</a:t>
            </a:r>
          </a:p>
          <a:p>
            <a:pPr>
              <a:spcBef>
                <a:spcPts val="1128"/>
              </a:spcBef>
            </a:pPr>
            <a:r>
              <a:rPr lang="es-ES" sz="2400" dirty="0" err="1"/>
              <a:t>They</a:t>
            </a:r>
            <a:r>
              <a:rPr lang="es-ES" sz="2400" dirty="0"/>
              <a:t> </a:t>
            </a:r>
            <a:r>
              <a:rPr lang="es-ES" sz="2400" dirty="0" err="1"/>
              <a:t>consist</a:t>
            </a:r>
            <a:r>
              <a:rPr lang="es-ES" sz="2400" dirty="0"/>
              <a:t> </a:t>
            </a:r>
            <a:r>
              <a:rPr lang="es-ES" sz="2400" dirty="0" err="1"/>
              <a:t>of</a:t>
            </a:r>
            <a:r>
              <a:rPr lang="es-ES" sz="2400" dirty="0"/>
              <a:t> </a:t>
            </a:r>
            <a:r>
              <a:rPr lang="es-ES" sz="2400" dirty="0" err="1"/>
              <a:t>two</a:t>
            </a:r>
            <a:r>
              <a:rPr lang="es-ES" sz="2400" dirty="0"/>
              <a:t> </a:t>
            </a:r>
            <a:r>
              <a:rPr lang="es-ES" sz="2400" dirty="0" err="1"/>
              <a:t>components</a:t>
            </a:r>
            <a:r>
              <a:rPr lang="es-ES" sz="2400" dirty="0"/>
              <a:t>: </a:t>
            </a:r>
            <a:r>
              <a:rPr lang="es-ES" sz="2400" dirty="0" err="1"/>
              <a:t>an</a:t>
            </a:r>
            <a:r>
              <a:rPr lang="es-ES" sz="2400" dirty="0"/>
              <a:t> </a:t>
            </a:r>
            <a:r>
              <a:rPr lang="es-ES" sz="2400" dirty="0" err="1"/>
              <a:t>encoder</a:t>
            </a:r>
            <a:r>
              <a:rPr lang="es-ES" sz="2400" dirty="0"/>
              <a:t> </a:t>
            </a:r>
            <a:r>
              <a:rPr lang="es-ES" sz="2400" dirty="0" err="1"/>
              <a:t>that</a:t>
            </a:r>
            <a:r>
              <a:rPr lang="es-ES" sz="2400" dirty="0"/>
              <a:t> </a:t>
            </a:r>
            <a:r>
              <a:rPr lang="es-ES" sz="2400" dirty="0" err="1"/>
              <a:t>learns</a:t>
            </a:r>
            <a:r>
              <a:rPr lang="es-ES" sz="2400" dirty="0"/>
              <a:t> </a:t>
            </a:r>
            <a:r>
              <a:rPr lang="es-ES" sz="2400" dirty="0" err="1"/>
              <a:t>to</a:t>
            </a:r>
            <a:r>
              <a:rPr lang="es-ES" sz="2400" dirty="0"/>
              <a:t> </a:t>
            </a:r>
            <a:r>
              <a:rPr lang="es-ES" sz="2400" dirty="0" err="1"/>
              <a:t>map</a:t>
            </a:r>
            <a:r>
              <a:rPr lang="es-ES" sz="2400" dirty="0"/>
              <a:t> input data </a:t>
            </a:r>
            <a:r>
              <a:rPr lang="es-ES" sz="2400" dirty="0" err="1"/>
              <a:t>to</a:t>
            </a:r>
            <a:r>
              <a:rPr lang="es-ES" sz="2400" dirty="0"/>
              <a:t> a </a:t>
            </a:r>
            <a:r>
              <a:rPr lang="es-ES" sz="2400" dirty="0" err="1"/>
              <a:t>low</a:t>
            </a:r>
            <a:r>
              <a:rPr lang="es-ES" sz="2400" dirty="0"/>
              <a:t>-dimensional </a:t>
            </a:r>
            <a:r>
              <a:rPr lang="es-ES" sz="2400" dirty="0" err="1"/>
              <a:t>representation</a:t>
            </a:r>
            <a:r>
              <a:rPr lang="es-ES" sz="2400" dirty="0"/>
              <a:t> (</a:t>
            </a:r>
            <a:r>
              <a:rPr lang="es-ES" sz="2400" dirty="0" err="1"/>
              <a:t>latent</a:t>
            </a:r>
            <a:r>
              <a:rPr lang="es-ES" sz="2400" dirty="0"/>
              <a:t> </a:t>
            </a:r>
            <a:r>
              <a:rPr lang="es-ES" sz="2400" dirty="0" err="1"/>
              <a:t>representation</a:t>
            </a:r>
            <a:r>
              <a:rPr lang="es-ES" sz="2400" dirty="0"/>
              <a:t>), and a </a:t>
            </a:r>
            <a:r>
              <a:rPr lang="es-ES" sz="2400" dirty="0" err="1">
                <a:solidFill>
                  <a:srgbClr val="FF0000"/>
                </a:solidFill>
              </a:rPr>
              <a:t>decoder</a:t>
            </a:r>
            <a:r>
              <a:rPr lang="es-ES" sz="2400" dirty="0"/>
              <a:t> </a:t>
            </a:r>
            <a:r>
              <a:rPr lang="es-ES" sz="2400" dirty="0" err="1"/>
              <a:t>that</a:t>
            </a:r>
            <a:r>
              <a:rPr lang="es-ES" sz="2400" dirty="0"/>
              <a:t> </a:t>
            </a:r>
            <a:r>
              <a:rPr lang="es-ES" sz="2400" dirty="0" err="1"/>
              <a:t>learns</a:t>
            </a:r>
            <a:r>
              <a:rPr lang="es-ES" sz="2400" dirty="0"/>
              <a:t> </a:t>
            </a:r>
            <a:r>
              <a:rPr lang="es-ES" sz="2400" dirty="0" err="1"/>
              <a:t>to</a:t>
            </a:r>
            <a:r>
              <a:rPr lang="es-ES" sz="2400" dirty="0"/>
              <a:t> </a:t>
            </a:r>
            <a:r>
              <a:rPr lang="es-ES" sz="2400" dirty="0" err="1"/>
              <a:t>map</a:t>
            </a:r>
            <a:r>
              <a:rPr lang="es-ES" sz="2400" dirty="0"/>
              <a:t> </a:t>
            </a:r>
            <a:r>
              <a:rPr lang="es-ES" sz="2400" dirty="0" err="1"/>
              <a:t>this</a:t>
            </a:r>
            <a:r>
              <a:rPr lang="es-ES" sz="2400" dirty="0"/>
              <a:t> </a:t>
            </a:r>
            <a:r>
              <a:rPr lang="es-ES" sz="2400" dirty="0" err="1"/>
              <a:t>low</a:t>
            </a:r>
            <a:r>
              <a:rPr lang="es-ES" sz="2400" dirty="0"/>
              <a:t>-dimensional </a:t>
            </a:r>
            <a:r>
              <a:rPr lang="es-ES" sz="2400" dirty="0" err="1"/>
              <a:t>representation</a:t>
            </a:r>
            <a:r>
              <a:rPr lang="es-ES" sz="2400" dirty="0"/>
              <a:t> back </a:t>
            </a:r>
            <a:r>
              <a:rPr lang="es-ES" sz="2400" dirty="0" err="1"/>
              <a:t>to</a:t>
            </a:r>
            <a:r>
              <a:rPr lang="es-ES" sz="2400" dirty="0"/>
              <a:t> </a:t>
            </a:r>
            <a:r>
              <a:rPr lang="es-ES" sz="2400" dirty="0" err="1"/>
              <a:t>the</a:t>
            </a:r>
            <a:r>
              <a:rPr lang="es-ES" sz="2400" dirty="0"/>
              <a:t> original input data.</a:t>
            </a:r>
            <a:endParaRPr lang="en-US" sz="2400" dirty="0"/>
          </a:p>
        </p:txBody>
      </p:sp>
      <p:pic>
        <p:nvPicPr>
          <p:cNvPr id="7" name="Imagen 6">
            <a:extLst>
              <a:ext uri="{FF2B5EF4-FFF2-40B4-BE49-F238E27FC236}">
                <a16:creationId xmlns:a16="http://schemas.microsoft.com/office/drawing/2014/main" id="{69DE02F9-E062-C505-3F0E-2619F1BC191A}"/>
              </a:ext>
            </a:extLst>
          </p:cNvPr>
          <p:cNvPicPr>
            <a:picLocks noChangeAspect="1"/>
          </p:cNvPicPr>
          <p:nvPr/>
        </p:nvPicPr>
        <p:blipFill>
          <a:blip r:embed="rId2"/>
          <a:stretch>
            <a:fillRect/>
          </a:stretch>
        </p:blipFill>
        <p:spPr>
          <a:xfrm>
            <a:off x="3778407" y="3228584"/>
            <a:ext cx="4718311" cy="3604364"/>
          </a:xfrm>
          <a:prstGeom prst="rect">
            <a:avLst/>
          </a:prstGeom>
        </p:spPr>
      </p:pic>
    </p:spTree>
    <p:extLst>
      <p:ext uri="{BB962C8B-B14F-4D97-AF65-F5344CB8AC3E}">
        <p14:creationId xmlns:p14="http://schemas.microsoft.com/office/powerpoint/2010/main" val="3248645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274638"/>
            <a:ext cx="8484919" cy="677340"/>
          </a:xfrm>
        </p:spPr>
        <p:txBody>
          <a:bodyPr>
            <a:normAutofit fontScale="90000"/>
          </a:bodyPr>
          <a:lstStyle/>
          <a:p>
            <a:r>
              <a:rPr lang="es-ES" dirty="0" err="1">
                <a:solidFill>
                  <a:srgbClr val="0070C0"/>
                </a:solidFill>
              </a:rPr>
              <a:t>Autoencoders</a:t>
            </a:r>
            <a:endParaRPr lang="es-ES" dirty="0">
              <a:solidFill>
                <a:srgbClr val="0070C0"/>
              </a:solidFill>
            </a:endParaRPr>
          </a:p>
        </p:txBody>
      </p:sp>
      <p:sp>
        <p:nvSpPr>
          <p:cNvPr id="3" name="2 Marcador de contenido"/>
          <p:cNvSpPr>
            <a:spLocks noGrp="1"/>
          </p:cNvSpPr>
          <p:nvPr>
            <p:ph idx="1"/>
          </p:nvPr>
        </p:nvSpPr>
        <p:spPr>
          <a:xfrm>
            <a:off x="1607128" y="1156422"/>
            <a:ext cx="9060873" cy="2786187"/>
          </a:xfrm>
        </p:spPr>
        <p:txBody>
          <a:bodyPr>
            <a:normAutofit lnSpcReduction="10000"/>
          </a:bodyPr>
          <a:lstStyle/>
          <a:p>
            <a:pPr>
              <a:spcBef>
                <a:spcPts val="1128"/>
              </a:spcBef>
            </a:pPr>
            <a:r>
              <a:rPr lang="es-ES" sz="2400" dirty="0" err="1"/>
              <a:t>Applying</a:t>
            </a:r>
            <a:r>
              <a:rPr lang="es-ES" sz="2400" dirty="0"/>
              <a:t> </a:t>
            </a:r>
            <a:r>
              <a:rPr lang="es-ES" sz="2400" dirty="0" err="1"/>
              <a:t>an</a:t>
            </a:r>
            <a:r>
              <a:rPr lang="es-ES" sz="2400" dirty="0"/>
              <a:t> </a:t>
            </a:r>
            <a:r>
              <a:rPr lang="es-ES" sz="2400" dirty="0" err="1"/>
              <a:t>autoencoder</a:t>
            </a:r>
            <a:r>
              <a:rPr lang="es-ES" sz="2400" dirty="0"/>
              <a:t> </a:t>
            </a:r>
            <a:r>
              <a:rPr lang="es-ES" sz="2400" dirty="0" err="1"/>
              <a:t>for</a:t>
            </a:r>
            <a:r>
              <a:rPr lang="es-ES" sz="2400" dirty="0"/>
              <a:t> </a:t>
            </a:r>
            <a:r>
              <a:rPr lang="es-ES" sz="2400" dirty="0" err="1"/>
              <a:t>anomaly</a:t>
            </a:r>
            <a:r>
              <a:rPr lang="es-ES" sz="2400" dirty="0"/>
              <a:t> </a:t>
            </a:r>
            <a:r>
              <a:rPr lang="es-ES" sz="2400" dirty="0" err="1"/>
              <a:t>detection</a:t>
            </a:r>
            <a:r>
              <a:rPr lang="es-ES" sz="2400" dirty="0"/>
              <a:t> </a:t>
            </a:r>
            <a:r>
              <a:rPr lang="es-ES" sz="2400" dirty="0" err="1"/>
              <a:t>follows</a:t>
            </a:r>
            <a:r>
              <a:rPr lang="es-ES" sz="2400" dirty="0"/>
              <a:t> </a:t>
            </a:r>
            <a:r>
              <a:rPr lang="es-ES" sz="2400" dirty="0" err="1"/>
              <a:t>the</a:t>
            </a:r>
            <a:r>
              <a:rPr lang="es-ES" sz="2400" dirty="0"/>
              <a:t> general </a:t>
            </a:r>
            <a:r>
              <a:rPr lang="es-ES" sz="2400" dirty="0" err="1"/>
              <a:t>principle</a:t>
            </a:r>
            <a:r>
              <a:rPr lang="es-ES" sz="2400" dirty="0"/>
              <a:t> </a:t>
            </a:r>
            <a:r>
              <a:rPr lang="es-ES" sz="2400" dirty="0" err="1"/>
              <a:t>of</a:t>
            </a:r>
            <a:r>
              <a:rPr lang="es-ES" sz="2400" dirty="0"/>
              <a:t> </a:t>
            </a:r>
            <a:r>
              <a:rPr lang="es-ES" sz="2400" dirty="0" err="1"/>
              <a:t>first</a:t>
            </a:r>
            <a:r>
              <a:rPr lang="es-ES" sz="2400" dirty="0"/>
              <a:t> </a:t>
            </a:r>
            <a:r>
              <a:rPr lang="es-ES" sz="2400" dirty="0" err="1"/>
              <a:t>modeling</a:t>
            </a:r>
            <a:r>
              <a:rPr lang="es-ES" sz="2400" dirty="0"/>
              <a:t> normal </a:t>
            </a:r>
            <a:r>
              <a:rPr lang="es-ES" sz="2400" dirty="0" err="1"/>
              <a:t>behavior</a:t>
            </a:r>
            <a:r>
              <a:rPr lang="es-ES" sz="2400" dirty="0"/>
              <a:t> and </a:t>
            </a:r>
            <a:r>
              <a:rPr lang="es-ES" sz="2400" dirty="0" err="1"/>
              <a:t>subsequently</a:t>
            </a:r>
            <a:r>
              <a:rPr lang="es-ES" sz="2400" dirty="0"/>
              <a:t> </a:t>
            </a:r>
            <a:r>
              <a:rPr lang="es-ES" sz="2400" dirty="0" err="1"/>
              <a:t>generating</a:t>
            </a:r>
            <a:r>
              <a:rPr lang="es-ES" sz="2400" dirty="0"/>
              <a:t> </a:t>
            </a:r>
            <a:r>
              <a:rPr lang="es-ES" sz="2400" dirty="0" err="1"/>
              <a:t>an</a:t>
            </a:r>
            <a:r>
              <a:rPr lang="es-ES" sz="2400" dirty="0"/>
              <a:t> </a:t>
            </a:r>
            <a:r>
              <a:rPr lang="es-ES" sz="2400" dirty="0" err="1"/>
              <a:t>anomaly</a:t>
            </a:r>
            <a:r>
              <a:rPr lang="es-ES" sz="2400" dirty="0"/>
              <a:t> score </a:t>
            </a:r>
            <a:r>
              <a:rPr lang="es-ES" sz="2400" dirty="0" err="1"/>
              <a:t>for</a:t>
            </a:r>
            <a:r>
              <a:rPr lang="es-ES" sz="2400" dirty="0"/>
              <a:t> </a:t>
            </a:r>
            <a:r>
              <a:rPr lang="es-ES" sz="2400" dirty="0" err="1"/>
              <a:t>each</a:t>
            </a:r>
            <a:r>
              <a:rPr lang="es-ES" sz="2400" dirty="0"/>
              <a:t> new data </a:t>
            </a:r>
            <a:r>
              <a:rPr lang="es-ES" sz="2400" dirty="0" err="1"/>
              <a:t>sample</a:t>
            </a:r>
            <a:r>
              <a:rPr lang="es-ES" sz="2400" dirty="0"/>
              <a:t>.</a:t>
            </a:r>
          </a:p>
          <a:p>
            <a:pPr>
              <a:spcBef>
                <a:spcPts val="1128"/>
              </a:spcBef>
            </a:pPr>
            <a:r>
              <a:rPr lang="es-ES" sz="2400" dirty="0" err="1"/>
              <a:t>To</a:t>
            </a:r>
            <a:r>
              <a:rPr lang="es-ES" sz="2400" dirty="0"/>
              <a:t> </a:t>
            </a:r>
            <a:r>
              <a:rPr lang="es-ES" sz="2400" dirty="0" err="1"/>
              <a:t>model</a:t>
            </a:r>
            <a:r>
              <a:rPr lang="es-ES" sz="2400" dirty="0"/>
              <a:t> normal </a:t>
            </a:r>
            <a:r>
              <a:rPr lang="es-ES" sz="2400" dirty="0" err="1"/>
              <a:t>behavior</a:t>
            </a:r>
            <a:r>
              <a:rPr lang="es-ES" sz="2400" dirty="0"/>
              <a:t>, </a:t>
            </a:r>
            <a:r>
              <a:rPr lang="es-ES" sz="2400" dirty="0" err="1"/>
              <a:t>we</a:t>
            </a:r>
            <a:r>
              <a:rPr lang="es-ES" sz="2400" dirty="0"/>
              <a:t> </a:t>
            </a:r>
            <a:r>
              <a:rPr lang="es-ES" sz="2400" dirty="0" err="1"/>
              <a:t>follow</a:t>
            </a:r>
            <a:r>
              <a:rPr lang="es-ES" sz="2400" dirty="0"/>
              <a:t> a semi-</a:t>
            </a:r>
            <a:r>
              <a:rPr lang="es-ES" sz="2400" dirty="0" err="1"/>
              <a:t>supervised</a:t>
            </a:r>
            <a:r>
              <a:rPr lang="es-ES" sz="2400" dirty="0"/>
              <a:t> </a:t>
            </a:r>
            <a:r>
              <a:rPr lang="es-ES" sz="2400" dirty="0" err="1"/>
              <a:t>approach</a:t>
            </a:r>
            <a:r>
              <a:rPr lang="es-ES" sz="2400" dirty="0"/>
              <a:t> </a:t>
            </a:r>
            <a:r>
              <a:rPr lang="es-ES" sz="2400" dirty="0" err="1"/>
              <a:t>where</a:t>
            </a:r>
            <a:r>
              <a:rPr lang="es-ES" sz="2400" dirty="0"/>
              <a:t> </a:t>
            </a:r>
            <a:r>
              <a:rPr lang="es-ES" sz="2400" dirty="0" err="1"/>
              <a:t>we</a:t>
            </a:r>
            <a:r>
              <a:rPr lang="es-ES" sz="2400" dirty="0"/>
              <a:t> </a:t>
            </a:r>
            <a:r>
              <a:rPr lang="es-ES" sz="2400" dirty="0" err="1"/>
              <a:t>train</a:t>
            </a:r>
            <a:r>
              <a:rPr lang="es-ES" sz="2400" dirty="0"/>
              <a:t> </a:t>
            </a:r>
            <a:r>
              <a:rPr lang="es-ES" sz="2400" dirty="0" err="1"/>
              <a:t>the</a:t>
            </a:r>
            <a:r>
              <a:rPr lang="es-ES" sz="2400" dirty="0"/>
              <a:t> </a:t>
            </a:r>
            <a:r>
              <a:rPr lang="es-ES" sz="2400" dirty="0" err="1"/>
              <a:t>autoencoder</a:t>
            </a:r>
            <a:r>
              <a:rPr lang="es-ES" sz="2400" dirty="0"/>
              <a:t> </a:t>
            </a:r>
            <a:r>
              <a:rPr lang="es-ES" sz="2400" dirty="0" err="1"/>
              <a:t>on</a:t>
            </a:r>
            <a:r>
              <a:rPr lang="es-ES" sz="2400" dirty="0"/>
              <a:t> normal data </a:t>
            </a:r>
            <a:r>
              <a:rPr lang="es-ES" sz="2400" dirty="0" err="1"/>
              <a:t>samples</a:t>
            </a:r>
            <a:r>
              <a:rPr lang="es-ES" sz="2400" dirty="0"/>
              <a:t>. </a:t>
            </a:r>
            <a:r>
              <a:rPr lang="es-ES" sz="2400" dirty="0" err="1"/>
              <a:t>This</a:t>
            </a:r>
            <a:r>
              <a:rPr lang="es-ES" sz="2400" dirty="0"/>
              <a:t> </a:t>
            </a:r>
            <a:r>
              <a:rPr lang="es-ES" sz="2400" dirty="0" err="1"/>
              <a:t>way</a:t>
            </a:r>
            <a:r>
              <a:rPr lang="es-ES" sz="2400" dirty="0"/>
              <a:t>, </a:t>
            </a:r>
            <a:r>
              <a:rPr lang="es-ES" sz="2400" dirty="0" err="1"/>
              <a:t>the</a:t>
            </a:r>
            <a:r>
              <a:rPr lang="es-ES" sz="2400" dirty="0"/>
              <a:t> </a:t>
            </a:r>
            <a:r>
              <a:rPr lang="es-ES" sz="2400" dirty="0" err="1"/>
              <a:t>model</a:t>
            </a:r>
            <a:r>
              <a:rPr lang="es-ES" sz="2400" dirty="0"/>
              <a:t> </a:t>
            </a:r>
            <a:r>
              <a:rPr lang="es-ES" sz="2400" dirty="0" err="1"/>
              <a:t>learns</a:t>
            </a:r>
            <a:r>
              <a:rPr lang="es-ES" sz="2400" dirty="0"/>
              <a:t> a </a:t>
            </a:r>
            <a:r>
              <a:rPr lang="es-ES" sz="2400" dirty="0" err="1"/>
              <a:t>mapping</a:t>
            </a:r>
            <a:r>
              <a:rPr lang="es-ES" sz="2400" dirty="0"/>
              <a:t> </a:t>
            </a:r>
            <a:r>
              <a:rPr lang="es-ES" sz="2400" dirty="0" err="1"/>
              <a:t>function</a:t>
            </a:r>
            <a:r>
              <a:rPr lang="es-ES" sz="2400" dirty="0"/>
              <a:t> </a:t>
            </a:r>
            <a:r>
              <a:rPr lang="es-ES" sz="2400" dirty="0" err="1"/>
              <a:t>that</a:t>
            </a:r>
            <a:r>
              <a:rPr lang="es-ES" sz="2400" dirty="0"/>
              <a:t> </a:t>
            </a:r>
            <a:r>
              <a:rPr lang="es-ES" sz="2400" dirty="0" err="1"/>
              <a:t>successfully</a:t>
            </a:r>
            <a:r>
              <a:rPr lang="es-ES" sz="2400" dirty="0"/>
              <a:t> </a:t>
            </a:r>
            <a:r>
              <a:rPr lang="es-ES" sz="2400" dirty="0" err="1"/>
              <a:t>reconstructs</a:t>
            </a:r>
            <a:r>
              <a:rPr lang="es-ES" sz="2400" dirty="0"/>
              <a:t> normal data </a:t>
            </a:r>
            <a:r>
              <a:rPr lang="es-ES" sz="2400" dirty="0" err="1"/>
              <a:t>samples</a:t>
            </a:r>
            <a:r>
              <a:rPr lang="es-ES" sz="2400" dirty="0"/>
              <a:t> </a:t>
            </a:r>
            <a:r>
              <a:rPr lang="es-ES" sz="2400" dirty="0" err="1"/>
              <a:t>with</a:t>
            </a:r>
            <a:r>
              <a:rPr lang="es-ES" sz="2400" dirty="0"/>
              <a:t> a </a:t>
            </a:r>
            <a:r>
              <a:rPr lang="es-ES" sz="2400" dirty="0" err="1"/>
              <a:t>very</a:t>
            </a:r>
            <a:r>
              <a:rPr lang="es-ES" sz="2400" dirty="0"/>
              <a:t> </a:t>
            </a:r>
            <a:r>
              <a:rPr lang="es-ES" sz="2400" dirty="0" err="1"/>
              <a:t>small</a:t>
            </a:r>
            <a:r>
              <a:rPr lang="es-ES" sz="2400" dirty="0"/>
              <a:t> </a:t>
            </a:r>
            <a:r>
              <a:rPr lang="es-ES" sz="2400" dirty="0" err="1"/>
              <a:t>reconstruction</a:t>
            </a:r>
            <a:r>
              <a:rPr lang="es-ES" sz="2400" dirty="0"/>
              <a:t> error.</a:t>
            </a:r>
          </a:p>
        </p:txBody>
      </p:sp>
      <p:pic>
        <p:nvPicPr>
          <p:cNvPr id="5" name="Imagen 4">
            <a:extLst>
              <a:ext uri="{FF2B5EF4-FFF2-40B4-BE49-F238E27FC236}">
                <a16:creationId xmlns:a16="http://schemas.microsoft.com/office/drawing/2014/main" id="{66D9FA65-6A98-F1E1-1FD8-4D1289388D8A}"/>
              </a:ext>
            </a:extLst>
          </p:cNvPr>
          <p:cNvPicPr>
            <a:picLocks noChangeAspect="1"/>
          </p:cNvPicPr>
          <p:nvPr/>
        </p:nvPicPr>
        <p:blipFill>
          <a:blip r:embed="rId2"/>
          <a:stretch>
            <a:fillRect/>
          </a:stretch>
        </p:blipFill>
        <p:spPr>
          <a:xfrm>
            <a:off x="2903486" y="3770248"/>
            <a:ext cx="6385029" cy="3087752"/>
          </a:xfrm>
          <a:prstGeom prst="rect">
            <a:avLst/>
          </a:prstGeom>
        </p:spPr>
      </p:pic>
    </p:spTree>
    <p:extLst>
      <p:ext uri="{BB962C8B-B14F-4D97-AF65-F5344CB8AC3E}">
        <p14:creationId xmlns:p14="http://schemas.microsoft.com/office/powerpoint/2010/main" val="1213464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274638"/>
            <a:ext cx="8484919" cy="677340"/>
          </a:xfrm>
        </p:spPr>
        <p:txBody>
          <a:bodyPr>
            <a:normAutofit fontScale="90000"/>
          </a:bodyPr>
          <a:lstStyle/>
          <a:p>
            <a:r>
              <a:rPr lang="es-ES" dirty="0" err="1">
                <a:solidFill>
                  <a:srgbClr val="0070C0"/>
                </a:solidFill>
              </a:rPr>
              <a:t>Autoencoders</a:t>
            </a:r>
            <a:endParaRPr lang="es-ES" dirty="0">
              <a:solidFill>
                <a:srgbClr val="0070C0"/>
              </a:solidFill>
            </a:endParaRPr>
          </a:p>
        </p:txBody>
      </p:sp>
      <p:sp>
        <p:nvSpPr>
          <p:cNvPr id="3" name="2 Marcador de contenido"/>
          <p:cNvSpPr>
            <a:spLocks noGrp="1"/>
          </p:cNvSpPr>
          <p:nvPr>
            <p:ph idx="1"/>
          </p:nvPr>
        </p:nvSpPr>
        <p:spPr>
          <a:xfrm>
            <a:off x="1607128" y="1156422"/>
            <a:ext cx="9060873" cy="2786187"/>
          </a:xfrm>
        </p:spPr>
        <p:txBody>
          <a:bodyPr>
            <a:normAutofit lnSpcReduction="10000"/>
          </a:bodyPr>
          <a:lstStyle/>
          <a:p>
            <a:pPr>
              <a:spcBef>
                <a:spcPts val="1128"/>
              </a:spcBef>
            </a:pPr>
            <a:r>
              <a:rPr lang="es-ES" sz="2400" dirty="0" err="1"/>
              <a:t>This</a:t>
            </a:r>
            <a:r>
              <a:rPr lang="es-ES" sz="2400" dirty="0"/>
              <a:t> </a:t>
            </a:r>
            <a:r>
              <a:rPr lang="es-ES" sz="2400" dirty="0" err="1"/>
              <a:t>behavior</a:t>
            </a:r>
            <a:r>
              <a:rPr lang="es-ES" sz="2400" dirty="0"/>
              <a:t> </a:t>
            </a:r>
            <a:r>
              <a:rPr lang="es-ES" sz="2400" dirty="0" err="1"/>
              <a:t>is</a:t>
            </a:r>
            <a:r>
              <a:rPr lang="es-ES" sz="2400" dirty="0"/>
              <a:t> </a:t>
            </a:r>
            <a:r>
              <a:rPr lang="es-ES" sz="2400" dirty="0" err="1"/>
              <a:t>replicated</a:t>
            </a:r>
            <a:r>
              <a:rPr lang="es-ES" sz="2400" dirty="0"/>
              <a:t> at test time, </a:t>
            </a:r>
            <a:r>
              <a:rPr lang="es-ES" sz="2400" dirty="0" err="1"/>
              <a:t>where</a:t>
            </a:r>
            <a:r>
              <a:rPr lang="es-ES" sz="2400" dirty="0"/>
              <a:t> </a:t>
            </a:r>
            <a:r>
              <a:rPr lang="es-ES" sz="2400" dirty="0" err="1"/>
              <a:t>the</a:t>
            </a:r>
            <a:r>
              <a:rPr lang="es-ES" sz="2400" dirty="0"/>
              <a:t> </a:t>
            </a:r>
            <a:r>
              <a:rPr lang="es-ES" sz="2400" dirty="0" err="1"/>
              <a:t>reconstruction</a:t>
            </a:r>
            <a:r>
              <a:rPr lang="es-ES" sz="2400" dirty="0"/>
              <a:t> error </a:t>
            </a:r>
            <a:r>
              <a:rPr lang="es-ES" sz="2400" dirty="0" err="1"/>
              <a:t>is</a:t>
            </a:r>
            <a:r>
              <a:rPr lang="es-ES" sz="2400" dirty="0"/>
              <a:t> </a:t>
            </a:r>
            <a:r>
              <a:rPr lang="es-ES" sz="2400" dirty="0" err="1"/>
              <a:t>small</a:t>
            </a:r>
            <a:r>
              <a:rPr lang="es-ES" sz="2400" dirty="0"/>
              <a:t> </a:t>
            </a:r>
            <a:r>
              <a:rPr lang="es-ES" sz="2400" dirty="0" err="1"/>
              <a:t>for</a:t>
            </a:r>
            <a:r>
              <a:rPr lang="es-ES" sz="2400" dirty="0"/>
              <a:t> normal data </a:t>
            </a:r>
            <a:r>
              <a:rPr lang="es-ES" sz="2400" dirty="0" err="1"/>
              <a:t>samples</a:t>
            </a:r>
            <a:r>
              <a:rPr lang="es-ES" sz="2400" dirty="0"/>
              <a:t>, and </a:t>
            </a:r>
            <a:r>
              <a:rPr lang="es-ES" sz="2400" dirty="0" err="1"/>
              <a:t>large</a:t>
            </a:r>
            <a:r>
              <a:rPr lang="es-ES" sz="2400" dirty="0"/>
              <a:t> </a:t>
            </a:r>
            <a:r>
              <a:rPr lang="es-ES" sz="2400" dirty="0" err="1"/>
              <a:t>for</a:t>
            </a:r>
            <a:r>
              <a:rPr lang="es-ES" sz="2400" dirty="0"/>
              <a:t> </a:t>
            </a:r>
            <a:r>
              <a:rPr lang="es-ES" sz="2400" dirty="0" err="1"/>
              <a:t>abnormal</a:t>
            </a:r>
            <a:r>
              <a:rPr lang="es-ES" sz="2400" dirty="0"/>
              <a:t> data </a:t>
            </a:r>
            <a:r>
              <a:rPr lang="es-ES" sz="2400" dirty="0" err="1"/>
              <a:t>samples</a:t>
            </a:r>
            <a:r>
              <a:rPr lang="es-ES" sz="2400" dirty="0"/>
              <a:t>.</a:t>
            </a:r>
          </a:p>
          <a:p>
            <a:pPr>
              <a:spcBef>
                <a:spcPts val="1128"/>
              </a:spcBef>
            </a:pPr>
            <a:r>
              <a:rPr lang="es-ES" sz="2400" dirty="0" err="1"/>
              <a:t>To</a:t>
            </a:r>
            <a:r>
              <a:rPr lang="es-ES" sz="2400" dirty="0"/>
              <a:t> </a:t>
            </a:r>
            <a:r>
              <a:rPr lang="es-ES" sz="2400" dirty="0" err="1"/>
              <a:t>identify</a:t>
            </a:r>
            <a:r>
              <a:rPr lang="es-ES" sz="2400" dirty="0"/>
              <a:t> </a:t>
            </a:r>
            <a:r>
              <a:rPr lang="es-ES" sz="2400" dirty="0" err="1"/>
              <a:t>anomalies</a:t>
            </a:r>
            <a:r>
              <a:rPr lang="es-ES" sz="2400" dirty="0"/>
              <a:t>, </a:t>
            </a:r>
            <a:r>
              <a:rPr lang="es-ES" sz="2400" dirty="0" err="1"/>
              <a:t>we</a:t>
            </a:r>
            <a:r>
              <a:rPr lang="es-ES" sz="2400" dirty="0"/>
              <a:t> use </a:t>
            </a:r>
            <a:r>
              <a:rPr lang="es-ES" sz="2400" dirty="0" err="1"/>
              <a:t>the</a:t>
            </a:r>
            <a:r>
              <a:rPr lang="es-ES" sz="2400" dirty="0"/>
              <a:t> </a:t>
            </a:r>
            <a:r>
              <a:rPr lang="es-ES" sz="2400" dirty="0" err="1"/>
              <a:t>reconstruction</a:t>
            </a:r>
            <a:r>
              <a:rPr lang="es-ES" sz="2400" dirty="0"/>
              <a:t> error score as </a:t>
            </a:r>
            <a:r>
              <a:rPr lang="es-ES" sz="2400" dirty="0" err="1"/>
              <a:t>an</a:t>
            </a:r>
            <a:r>
              <a:rPr lang="es-ES" sz="2400" dirty="0"/>
              <a:t> </a:t>
            </a:r>
            <a:r>
              <a:rPr lang="es-ES" sz="2400" dirty="0" err="1"/>
              <a:t>anomaly</a:t>
            </a:r>
            <a:r>
              <a:rPr lang="es-ES" sz="2400" dirty="0"/>
              <a:t> score and </a:t>
            </a:r>
            <a:r>
              <a:rPr lang="es-ES" sz="2400" dirty="0" err="1"/>
              <a:t>flag</a:t>
            </a:r>
            <a:r>
              <a:rPr lang="es-ES" sz="2400" dirty="0"/>
              <a:t> </a:t>
            </a:r>
            <a:r>
              <a:rPr lang="es-ES" sz="2400" dirty="0" err="1"/>
              <a:t>samples</a:t>
            </a:r>
            <a:r>
              <a:rPr lang="es-ES" sz="2400" dirty="0"/>
              <a:t> </a:t>
            </a:r>
            <a:r>
              <a:rPr lang="es-ES" sz="2400" dirty="0" err="1"/>
              <a:t>with</a:t>
            </a:r>
            <a:r>
              <a:rPr lang="es-ES" sz="2400" dirty="0"/>
              <a:t> </a:t>
            </a:r>
            <a:r>
              <a:rPr lang="es-ES" sz="2400" dirty="0" err="1"/>
              <a:t>reconstruction</a:t>
            </a:r>
            <a:r>
              <a:rPr lang="es-ES" sz="2400" dirty="0"/>
              <a:t> </a:t>
            </a:r>
            <a:r>
              <a:rPr lang="es-ES" sz="2400" dirty="0" err="1"/>
              <a:t>errors</a:t>
            </a:r>
            <a:r>
              <a:rPr lang="es-ES" sz="2400" dirty="0"/>
              <a:t> </a:t>
            </a:r>
            <a:r>
              <a:rPr lang="es-ES" sz="2400" dirty="0" err="1"/>
              <a:t>above</a:t>
            </a:r>
            <a:r>
              <a:rPr lang="es-ES" sz="2400" dirty="0"/>
              <a:t> a </a:t>
            </a:r>
            <a:r>
              <a:rPr lang="es-ES" sz="2400" dirty="0" err="1"/>
              <a:t>given</a:t>
            </a:r>
            <a:r>
              <a:rPr lang="es-ES" sz="2400" dirty="0"/>
              <a:t> </a:t>
            </a:r>
            <a:r>
              <a:rPr lang="es-ES" sz="2400" dirty="0" err="1"/>
              <a:t>threshold</a:t>
            </a:r>
            <a:r>
              <a:rPr lang="es-ES" sz="2400" dirty="0"/>
              <a:t>.</a:t>
            </a:r>
            <a:endParaRPr lang="en-US" sz="2400" dirty="0"/>
          </a:p>
          <a:p>
            <a:pPr marL="0" indent="0">
              <a:spcBef>
                <a:spcPts val="1128"/>
              </a:spcBef>
              <a:buNone/>
            </a:pPr>
            <a:r>
              <a:rPr lang="es-ES" sz="2400" dirty="0"/>
              <a:t>.</a:t>
            </a:r>
          </a:p>
        </p:txBody>
      </p:sp>
      <p:pic>
        <p:nvPicPr>
          <p:cNvPr id="5" name="Imagen 4">
            <a:extLst>
              <a:ext uri="{FF2B5EF4-FFF2-40B4-BE49-F238E27FC236}">
                <a16:creationId xmlns:a16="http://schemas.microsoft.com/office/drawing/2014/main" id="{66D9FA65-6A98-F1E1-1FD8-4D1289388D8A}"/>
              </a:ext>
            </a:extLst>
          </p:cNvPr>
          <p:cNvPicPr>
            <a:picLocks noChangeAspect="1"/>
          </p:cNvPicPr>
          <p:nvPr/>
        </p:nvPicPr>
        <p:blipFill>
          <a:blip r:embed="rId2"/>
          <a:stretch>
            <a:fillRect/>
          </a:stretch>
        </p:blipFill>
        <p:spPr>
          <a:xfrm>
            <a:off x="2903486" y="3770248"/>
            <a:ext cx="6385029" cy="3087752"/>
          </a:xfrm>
          <a:prstGeom prst="rect">
            <a:avLst/>
          </a:prstGeom>
        </p:spPr>
      </p:pic>
    </p:spTree>
    <p:extLst>
      <p:ext uri="{BB962C8B-B14F-4D97-AF65-F5344CB8AC3E}">
        <p14:creationId xmlns:p14="http://schemas.microsoft.com/office/powerpoint/2010/main" val="18725528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274638"/>
            <a:ext cx="8484919" cy="677340"/>
          </a:xfrm>
        </p:spPr>
        <p:txBody>
          <a:bodyPr>
            <a:normAutofit fontScale="90000"/>
          </a:bodyPr>
          <a:lstStyle/>
          <a:p>
            <a:r>
              <a:rPr lang="es-ES" dirty="0" err="1">
                <a:solidFill>
                  <a:srgbClr val="0070C0"/>
                </a:solidFill>
              </a:rPr>
              <a:t>LSTMs</a:t>
            </a:r>
            <a:endParaRPr lang="es-ES" dirty="0">
              <a:solidFill>
                <a:srgbClr val="0070C0"/>
              </a:solidFill>
            </a:endParaRPr>
          </a:p>
        </p:txBody>
      </p:sp>
      <p:sp>
        <p:nvSpPr>
          <p:cNvPr id="3" name="2 Marcador de contenido"/>
          <p:cNvSpPr>
            <a:spLocks noGrp="1"/>
          </p:cNvSpPr>
          <p:nvPr>
            <p:ph idx="1"/>
          </p:nvPr>
        </p:nvSpPr>
        <p:spPr>
          <a:xfrm>
            <a:off x="1607128" y="1156422"/>
            <a:ext cx="9060873" cy="2786187"/>
          </a:xfrm>
        </p:spPr>
        <p:txBody>
          <a:bodyPr>
            <a:normAutofit/>
          </a:bodyPr>
          <a:lstStyle/>
          <a:p>
            <a:pPr>
              <a:spcBef>
                <a:spcPts val="1128"/>
              </a:spcBef>
            </a:pPr>
            <a:r>
              <a:rPr lang="es-ES" sz="2400" dirty="0"/>
              <a:t>Long Short </a:t>
            </a:r>
            <a:r>
              <a:rPr lang="es-ES" sz="2400" dirty="0" err="1"/>
              <a:t>Term</a:t>
            </a:r>
            <a:r>
              <a:rPr lang="es-ES" sz="2400" dirty="0"/>
              <a:t> </a:t>
            </a:r>
            <a:r>
              <a:rPr lang="es-ES" sz="2400" dirty="0" err="1"/>
              <a:t>Memory</a:t>
            </a:r>
            <a:r>
              <a:rPr lang="es-ES" sz="2400" dirty="0"/>
              <a:t> </a:t>
            </a:r>
            <a:r>
              <a:rPr lang="es-ES" sz="2400" dirty="0" err="1"/>
              <a:t>networks</a:t>
            </a:r>
            <a:r>
              <a:rPr lang="es-ES" sz="2400" dirty="0"/>
              <a:t> (</a:t>
            </a:r>
            <a:r>
              <a:rPr lang="es-ES" sz="2400" dirty="0" err="1"/>
              <a:t>LSTMs</a:t>
            </a:r>
            <a:r>
              <a:rPr lang="es-ES" sz="2400" dirty="0"/>
              <a:t>) are a </a:t>
            </a:r>
            <a:r>
              <a:rPr lang="es-ES" sz="2400" dirty="0" err="1"/>
              <a:t>special</a:t>
            </a:r>
            <a:r>
              <a:rPr lang="es-ES" sz="2400" dirty="0"/>
              <a:t> </a:t>
            </a:r>
            <a:r>
              <a:rPr lang="es-ES" sz="2400" dirty="0" err="1"/>
              <a:t>kind</a:t>
            </a:r>
            <a:r>
              <a:rPr lang="es-ES" sz="2400" dirty="0"/>
              <a:t> </a:t>
            </a:r>
            <a:r>
              <a:rPr lang="es-ES" sz="2400" dirty="0" err="1"/>
              <a:t>of</a:t>
            </a:r>
            <a:r>
              <a:rPr lang="es-ES" sz="2400" dirty="0"/>
              <a:t> </a:t>
            </a:r>
            <a:r>
              <a:rPr lang="es-ES" sz="2400" dirty="0" err="1"/>
              <a:t>recurrent</a:t>
            </a:r>
            <a:r>
              <a:rPr lang="es-ES" sz="2400" dirty="0"/>
              <a:t> neural </a:t>
            </a:r>
            <a:r>
              <a:rPr lang="es-ES" sz="2400" dirty="0" err="1"/>
              <a:t>network</a:t>
            </a:r>
            <a:r>
              <a:rPr lang="es-ES" sz="2400" dirty="0"/>
              <a:t> (</a:t>
            </a:r>
            <a:r>
              <a:rPr lang="es-ES" sz="2400" dirty="0">
                <a:hlinkClick r:id="rId2">
                  <a:extLst>
                    <a:ext uri="{A12FA001-AC4F-418D-AE19-62706E023703}">
                      <ahyp:hlinkClr xmlns:ahyp="http://schemas.microsoft.com/office/drawing/2018/hyperlinkcolor" val="tx"/>
                    </a:ext>
                  </a:extLst>
                </a:hlinkClick>
              </a:rPr>
              <a:t>RNN</a:t>
            </a:r>
            <a:r>
              <a:rPr lang="es-ES" sz="2400" dirty="0"/>
              <a:t>) </a:t>
            </a:r>
            <a:r>
              <a:rPr lang="es-ES" sz="2400" dirty="0" err="1"/>
              <a:t>capable</a:t>
            </a:r>
            <a:r>
              <a:rPr lang="es-ES" sz="2400" dirty="0"/>
              <a:t> </a:t>
            </a:r>
            <a:r>
              <a:rPr lang="es-ES" sz="2400" dirty="0" err="1"/>
              <a:t>of</a:t>
            </a:r>
            <a:r>
              <a:rPr lang="es-ES" sz="2400" dirty="0"/>
              <a:t> </a:t>
            </a:r>
            <a:r>
              <a:rPr lang="es-ES" sz="2400" dirty="0" err="1"/>
              <a:t>learning</a:t>
            </a:r>
            <a:r>
              <a:rPr lang="es-ES" sz="2400" dirty="0"/>
              <a:t> </a:t>
            </a:r>
            <a:r>
              <a:rPr lang="es-ES" sz="2400" dirty="0" err="1"/>
              <a:t>long-term</a:t>
            </a:r>
            <a:r>
              <a:rPr lang="es-ES" sz="2400" dirty="0"/>
              <a:t> </a:t>
            </a:r>
            <a:r>
              <a:rPr lang="es-ES" sz="2400" dirty="0" err="1"/>
              <a:t>dependencies</a:t>
            </a:r>
            <a:r>
              <a:rPr lang="es-ES" sz="2400" dirty="0"/>
              <a:t> in </a:t>
            </a:r>
            <a:r>
              <a:rPr lang="es-ES" sz="2400" dirty="0" err="1"/>
              <a:t>sequence</a:t>
            </a:r>
            <a:r>
              <a:rPr lang="es-ES" sz="2400" dirty="0"/>
              <a:t> data.</a:t>
            </a:r>
          </a:p>
          <a:p>
            <a:pPr>
              <a:spcBef>
                <a:spcPts val="1128"/>
              </a:spcBef>
            </a:pPr>
            <a:r>
              <a:rPr lang="es-ES" sz="2400" dirty="0" err="1"/>
              <a:t>LSTMs</a:t>
            </a:r>
            <a:r>
              <a:rPr lang="es-ES" sz="2400" dirty="0"/>
              <a:t> </a:t>
            </a:r>
            <a:r>
              <a:rPr lang="es-ES" sz="2400" dirty="0" err="1"/>
              <a:t>were</a:t>
            </a:r>
            <a:r>
              <a:rPr lang="es-ES" sz="2400" dirty="0"/>
              <a:t> </a:t>
            </a:r>
            <a:r>
              <a:rPr lang="es-ES" sz="2400" dirty="0" err="1"/>
              <a:t>created</a:t>
            </a:r>
            <a:r>
              <a:rPr lang="es-ES" sz="2400" dirty="0"/>
              <a:t> </a:t>
            </a:r>
            <a:r>
              <a:rPr lang="es-ES" sz="2400" dirty="0" err="1"/>
              <a:t>to</a:t>
            </a:r>
            <a:r>
              <a:rPr lang="es-ES" sz="2400" dirty="0"/>
              <a:t> </a:t>
            </a:r>
            <a:r>
              <a:rPr lang="es-ES" sz="2400" dirty="0" err="1"/>
              <a:t>overcome</a:t>
            </a:r>
            <a:r>
              <a:rPr lang="es-ES" sz="2400" dirty="0"/>
              <a:t> </a:t>
            </a:r>
            <a:r>
              <a:rPr lang="es-ES" sz="2400" dirty="0" err="1"/>
              <a:t>the</a:t>
            </a:r>
            <a:r>
              <a:rPr lang="es-ES" sz="2400" dirty="0"/>
              <a:t> </a:t>
            </a:r>
            <a:r>
              <a:rPr lang="es-ES" sz="2400" dirty="0" err="1"/>
              <a:t>inability</a:t>
            </a:r>
            <a:r>
              <a:rPr lang="es-ES" sz="2400" dirty="0"/>
              <a:t> </a:t>
            </a:r>
            <a:r>
              <a:rPr lang="es-ES" sz="2400" dirty="0" err="1"/>
              <a:t>to</a:t>
            </a:r>
            <a:r>
              <a:rPr lang="es-ES" sz="2400" dirty="0"/>
              <a:t> </a:t>
            </a:r>
            <a:r>
              <a:rPr lang="es-ES" sz="2400" dirty="0" err="1"/>
              <a:t>retain</a:t>
            </a:r>
            <a:r>
              <a:rPr lang="es-ES" sz="2400" dirty="0"/>
              <a:t> </a:t>
            </a:r>
            <a:r>
              <a:rPr lang="es-ES" sz="2400" dirty="0" err="1"/>
              <a:t>information</a:t>
            </a:r>
            <a:r>
              <a:rPr lang="es-ES" sz="2400" dirty="0"/>
              <a:t> </a:t>
            </a:r>
            <a:r>
              <a:rPr lang="es-ES" sz="2400" dirty="0" err="1"/>
              <a:t>for</a:t>
            </a:r>
            <a:r>
              <a:rPr lang="es-ES" sz="2400" dirty="0"/>
              <a:t> </a:t>
            </a:r>
            <a:r>
              <a:rPr lang="es-ES" sz="2400" dirty="0" err="1"/>
              <a:t>long</a:t>
            </a:r>
            <a:r>
              <a:rPr lang="es-ES" sz="2400" dirty="0"/>
              <a:t> </a:t>
            </a:r>
            <a:r>
              <a:rPr lang="es-ES" sz="2400" dirty="0" err="1"/>
              <a:t>periods</a:t>
            </a:r>
            <a:r>
              <a:rPr lang="es-ES" sz="2400" dirty="0"/>
              <a:t> </a:t>
            </a:r>
            <a:r>
              <a:rPr lang="es-ES" sz="2400" dirty="0" err="1"/>
              <a:t>of</a:t>
            </a:r>
            <a:r>
              <a:rPr lang="es-ES" sz="2400" dirty="0"/>
              <a:t> time, </a:t>
            </a:r>
            <a:r>
              <a:rPr lang="es-ES" sz="2400" dirty="0" err="1"/>
              <a:t>which</a:t>
            </a:r>
            <a:r>
              <a:rPr lang="es-ES" sz="2400" dirty="0"/>
              <a:t> </a:t>
            </a:r>
            <a:r>
              <a:rPr lang="es-ES" sz="2400" dirty="0" err="1"/>
              <a:t>is</a:t>
            </a:r>
            <a:r>
              <a:rPr lang="es-ES" sz="2400" dirty="0"/>
              <a:t> </a:t>
            </a:r>
            <a:r>
              <a:rPr lang="es-ES" sz="2400" dirty="0" err="1"/>
              <a:t>an</a:t>
            </a:r>
            <a:r>
              <a:rPr lang="es-ES" sz="2400" dirty="0"/>
              <a:t> </a:t>
            </a:r>
            <a:r>
              <a:rPr lang="es-ES" sz="2400" dirty="0" err="1"/>
              <a:t>inherent</a:t>
            </a:r>
            <a:r>
              <a:rPr lang="es-ES" sz="2400" dirty="0"/>
              <a:t> </a:t>
            </a:r>
            <a:r>
              <a:rPr lang="es-ES" sz="2400" dirty="0" err="1"/>
              <a:t>limitation</a:t>
            </a:r>
            <a:r>
              <a:rPr lang="es-ES" sz="2400" dirty="0"/>
              <a:t> in RNN</a:t>
            </a:r>
          </a:p>
          <a:p>
            <a:pPr marL="0" indent="0">
              <a:spcBef>
                <a:spcPts val="1128"/>
              </a:spcBef>
              <a:buNone/>
            </a:pPr>
            <a:r>
              <a:rPr lang="es-ES" sz="2400" dirty="0"/>
              <a:t>.</a:t>
            </a:r>
          </a:p>
        </p:txBody>
      </p:sp>
      <p:pic>
        <p:nvPicPr>
          <p:cNvPr id="4" name="Imagen 3">
            <a:extLst>
              <a:ext uri="{FF2B5EF4-FFF2-40B4-BE49-F238E27FC236}">
                <a16:creationId xmlns:a16="http://schemas.microsoft.com/office/drawing/2014/main" id="{915FD279-CA62-F970-4FD1-7414BE858146}"/>
              </a:ext>
            </a:extLst>
          </p:cNvPr>
          <p:cNvPicPr>
            <a:picLocks noChangeAspect="1"/>
          </p:cNvPicPr>
          <p:nvPr/>
        </p:nvPicPr>
        <p:blipFill>
          <a:blip r:embed="rId3"/>
          <a:stretch>
            <a:fillRect/>
          </a:stretch>
        </p:blipFill>
        <p:spPr>
          <a:xfrm>
            <a:off x="2457230" y="3625536"/>
            <a:ext cx="7772400" cy="3084285"/>
          </a:xfrm>
          <a:prstGeom prst="rect">
            <a:avLst/>
          </a:prstGeom>
        </p:spPr>
      </p:pic>
    </p:spTree>
    <p:extLst>
      <p:ext uri="{BB962C8B-B14F-4D97-AF65-F5344CB8AC3E}">
        <p14:creationId xmlns:p14="http://schemas.microsoft.com/office/powerpoint/2010/main" val="1745681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2057400" y="1219200"/>
            <a:ext cx="7696200" cy="1754326"/>
          </a:xfrm>
          <a:prstGeom prst="rect">
            <a:avLst/>
          </a:prstGeom>
          <a:noFill/>
          <a:ln w="9525">
            <a:noFill/>
            <a:miter lim="800000"/>
            <a:headEnd/>
            <a:tailEnd/>
          </a:ln>
        </p:spPr>
        <p:txBody>
          <a:bodyPr>
            <a:spAutoFit/>
          </a:bodyPr>
          <a:lstStyle/>
          <a:p>
            <a:pPr>
              <a:buFont typeface="Arial" pitchFamily="34" charset="0"/>
              <a:buChar char="•"/>
            </a:pPr>
            <a:r>
              <a:rPr lang="en-US">
                <a:latin typeface="Bookman Old Style" pitchFamily="18" charset="0"/>
              </a:rPr>
              <a:t> Many real-world systems contain uncertainty and  evolve over time.  </a:t>
            </a:r>
          </a:p>
          <a:p>
            <a:pPr>
              <a:buFont typeface="Arial" pitchFamily="34" charset="0"/>
              <a:buChar char="•"/>
            </a:pPr>
            <a:endParaRPr lang="en-US">
              <a:latin typeface="Bookman Old Style" pitchFamily="18" charset="0"/>
            </a:endParaRPr>
          </a:p>
          <a:p>
            <a:pPr>
              <a:buFont typeface="Arial" pitchFamily="34" charset="0"/>
              <a:buChar char="•"/>
            </a:pPr>
            <a:r>
              <a:rPr lang="en-US">
                <a:latin typeface="Bookman Old Style" pitchFamily="18" charset="0"/>
              </a:rPr>
              <a:t> Stochastic processes (and Markov chains) are probability models for such systems.</a:t>
            </a:r>
          </a:p>
          <a:p>
            <a:endParaRPr lang="en-US">
              <a:latin typeface="Bookman Old Style" pitchFamily="18" charset="0"/>
            </a:endParaRPr>
          </a:p>
        </p:txBody>
      </p:sp>
      <p:sp>
        <p:nvSpPr>
          <p:cNvPr id="17411" name="Rectangle 4"/>
          <p:cNvSpPr>
            <a:spLocks noGrp="1" noChangeArrowheads="1"/>
          </p:cNvSpPr>
          <p:nvPr>
            <p:ph type="title"/>
          </p:nvPr>
        </p:nvSpPr>
        <p:spPr>
          <a:xfrm>
            <a:off x="2286000" y="228600"/>
            <a:ext cx="7772400" cy="762000"/>
          </a:xfrm>
        </p:spPr>
        <p:txBody>
          <a:bodyPr/>
          <a:lstStyle/>
          <a:p>
            <a:r>
              <a:rPr lang="en-US">
                <a:solidFill>
                  <a:schemeClr val="accent1"/>
                </a:solidFill>
              </a:rPr>
              <a:t>Discrete – Time Markov Chains</a:t>
            </a:r>
          </a:p>
        </p:txBody>
      </p:sp>
      <p:sp>
        <p:nvSpPr>
          <p:cNvPr id="2053" name="Text Box 5"/>
          <p:cNvSpPr txBox="1">
            <a:spLocks noChangeArrowheads="1"/>
          </p:cNvSpPr>
          <p:nvPr/>
        </p:nvSpPr>
        <p:spPr bwMode="auto">
          <a:xfrm>
            <a:off x="2057400" y="4876801"/>
            <a:ext cx="8077200" cy="646331"/>
          </a:xfrm>
          <a:prstGeom prst="rect">
            <a:avLst/>
          </a:prstGeom>
          <a:noFill/>
          <a:ln w="9525">
            <a:noFill/>
            <a:miter lim="800000"/>
            <a:headEnd/>
            <a:tailEnd/>
          </a:ln>
        </p:spPr>
        <p:txBody>
          <a:bodyPr>
            <a:spAutoFit/>
          </a:bodyPr>
          <a:lstStyle/>
          <a:p>
            <a:pPr>
              <a:spcBef>
                <a:spcPct val="50000"/>
              </a:spcBef>
              <a:buFont typeface="Arial" pitchFamily="34" charset="0"/>
              <a:buChar char="•"/>
            </a:pPr>
            <a:r>
              <a:rPr lang="en-US">
                <a:solidFill>
                  <a:schemeClr val="accent1"/>
                </a:solidFill>
                <a:latin typeface="Bookman Old Style" pitchFamily="18" charset="0"/>
              </a:rPr>
              <a:t> Origins</a:t>
            </a:r>
            <a:r>
              <a:rPr lang="en-US">
                <a:latin typeface="Bookman Old Style" pitchFamily="18" charset="0"/>
              </a:rPr>
              <a:t>: Galton-Watson process </a:t>
            </a:r>
            <a:r>
              <a:rPr lang="en-US">
                <a:latin typeface="Bookman Old Style" pitchFamily="18" charset="0"/>
                <a:sym typeface="Wingdings" pitchFamily="2" charset="2"/>
              </a:rPr>
              <a:t> When and with what probability will a family name become extinct?</a:t>
            </a:r>
          </a:p>
        </p:txBody>
      </p:sp>
      <p:sp>
        <p:nvSpPr>
          <p:cNvPr id="2054" name="Rectangle 6"/>
          <p:cNvSpPr>
            <a:spLocks noChangeArrowheads="1"/>
          </p:cNvSpPr>
          <p:nvPr/>
        </p:nvSpPr>
        <p:spPr bwMode="auto">
          <a:xfrm>
            <a:off x="2133600" y="3429000"/>
            <a:ext cx="7467600" cy="923330"/>
          </a:xfrm>
          <a:prstGeom prst="rect">
            <a:avLst/>
          </a:prstGeom>
          <a:noFill/>
          <a:ln w="9525">
            <a:noFill/>
            <a:miter lim="800000"/>
            <a:headEnd/>
            <a:tailEnd/>
          </a:ln>
        </p:spPr>
        <p:txBody>
          <a:bodyPr>
            <a:spAutoFit/>
          </a:bodyPr>
          <a:lstStyle/>
          <a:p>
            <a:pPr>
              <a:buFont typeface="Arial" pitchFamily="34" charset="0"/>
              <a:buChar char="•"/>
            </a:pPr>
            <a:r>
              <a:rPr lang="en-US">
                <a:latin typeface="Bookman Old Style" pitchFamily="18" charset="0"/>
              </a:rPr>
              <a:t> A </a:t>
            </a:r>
            <a:r>
              <a:rPr lang="en-US">
                <a:solidFill>
                  <a:schemeClr val="accent1"/>
                </a:solidFill>
                <a:latin typeface="Bookman Old Style" pitchFamily="18" charset="0"/>
              </a:rPr>
              <a:t>discrete-time stochastic process</a:t>
            </a:r>
            <a:r>
              <a:rPr lang="en-US">
                <a:latin typeface="Bookman Old Style" pitchFamily="18" charset="0"/>
              </a:rPr>
              <a:t> </a:t>
            </a:r>
          </a:p>
          <a:p>
            <a:r>
              <a:rPr lang="en-US">
                <a:latin typeface="Bookman Old Style" pitchFamily="18" charset="0"/>
              </a:rPr>
              <a:t>	is a sequence of random variables </a:t>
            </a:r>
          </a:p>
          <a:p>
            <a:r>
              <a:rPr lang="en-US">
                <a:latin typeface="Bookman Old Style" pitchFamily="18" charset="0"/>
              </a:rPr>
              <a:t>	</a:t>
            </a:r>
            <a:r>
              <a:rPr lang="en-US" i="1">
                <a:latin typeface="Bookman Old Style" pitchFamily="18" charset="0"/>
              </a:rPr>
              <a:t>X</a:t>
            </a:r>
            <a:r>
              <a:rPr lang="en-US" baseline="-25000">
                <a:latin typeface="Bookman Old Style" pitchFamily="18" charset="0"/>
              </a:rPr>
              <a:t>0</a:t>
            </a:r>
            <a:r>
              <a:rPr lang="en-US">
                <a:latin typeface="Bookman Old Style" pitchFamily="18" charset="0"/>
              </a:rPr>
              <a:t>, </a:t>
            </a:r>
            <a:r>
              <a:rPr lang="en-US" i="1">
                <a:latin typeface="Bookman Old Style" pitchFamily="18" charset="0"/>
              </a:rPr>
              <a:t>X</a:t>
            </a:r>
            <a:r>
              <a:rPr lang="en-US" baseline="-25000">
                <a:latin typeface="Bookman Old Style" pitchFamily="18" charset="0"/>
              </a:rPr>
              <a:t>1</a:t>
            </a:r>
            <a:r>
              <a:rPr lang="en-US">
                <a:latin typeface="Bookman Old Style" pitchFamily="18" charset="0"/>
              </a:rPr>
              <a:t>, </a:t>
            </a:r>
            <a:r>
              <a:rPr lang="en-US" i="1">
                <a:latin typeface="Bookman Old Style" pitchFamily="18" charset="0"/>
              </a:rPr>
              <a:t>X</a:t>
            </a:r>
            <a:r>
              <a:rPr lang="en-US" baseline="-25000">
                <a:latin typeface="Bookman Old Style" pitchFamily="18" charset="0"/>
              </a:rPr>
              <a:t>2</a:t>
            </a:r>
            <a:r>
              <a:rPr lang="en-US">
                <a:latin typeface="Bookman Old Style" pitchFamily="18" charset="0"/>
              </a:rPr>
              <a:t>, . . .  typically denoted by { </a:t>
            </a:r>
            <a:r>
              <a:rPr lang="en-US" i="1" err="1">
                <a:latin typeface="Bookman Old Style" pitchFamily="18" charset="0"/>
              </a:rPr>
              <a:t>X</a:t>
            </a:r>
            <a:r>
              <a:rPr lang="en-US" i="1" baseline="-25000" err="1">
                <a:latin typeface="Bookman Old Style" pitchFamily="18" charset="0"/>
              </a:rPr>
              <a:t>n</a:t>
            </a:r>
            <a:r>
              <a:rPr lang="en-US" baseline="-25000">
                <a:latin typeface="Bookman Old Style" pitchFamily="18" charset="0"/>
              </a:rPr>
              <a:t> </a:t>
            </a:r>
            <a:r>
              <a:rPr lang="en-US">
                <a:latin typeface="Bookman Old Style" pitchFamily="18" charset="0"/>
              </a:rPr>
              <a:t>}.</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p:bldP spid="205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524000" y="228600"/>
            <a:ext cx="8763000" cy="762000"/>
          </a:xfrm>
        </p:spPr>
        <p:txBody>
          <a:bodyPr/>
          <a:lstStyle/>
          <a:p>
            <a:r>
              <a:rPr lang="en-US">
                <a:solidFill>
                  <a:schemeClr val="accent1"/>
                </a:solidFill>
              </a:rPr>
              <a:t>Components of Stochastic Processes</a:t>
            </a:r>
          </a:p>
        </p:txBody>
      </p:sp>
      <p:sp>
        <p:nvSpPr>
          <p:cNvPr id="18435" name="Text Box 3"/>
          <p:cNvSpPr txBox="1">
            <a:spLocks noChangeArrowheads="1"/>
          </p:cNvSpPr>
          <p:nvPr/>
        </p:nvSpPr>
        <p:spPr bwMode="auto">
          <a:xfrm>
            <a:off x="2135560" y="1484784"/>
            <a:ext cx="8077200" cy="1369606"/>
          </a:xfrm>
          <a:prstGeom prst="rect">
            <a:avLst/>
          </a:prstGeom>
          <a:noFill/>
          <a:ln w="9525">
            <a:noFill/>
            <a:miter lim="800000"/>
            <a:headEnd/>
            <a:tailEnd/>
          </a:ln>
        </p:spPr>
        <p:txBody>
          <a:bodyPr>
            <a:spAutoFit/>
          </a:bodyPr>
          <a:lstStyle/>
          <a:p>
            <a:r>
              <a:rPr lang="en-US">
                <a:latin typeface="Bookman Old Style" pitchFamily="18" charset="0"/>
              </a:rPr>
              <a:t>The </a:t>
            </a:r>
            <a:r>
              <a:rPr lang="en-US" sz="2000">
                <a:solidFill>
                  <a:schemeClr val="accent1"/>
                </a:solidFill>
                <a:latin typeface="Bookman Old Style" pitchFamily="18" charset="0"/>
              </a:rPr>
              <a:t>state space</a:t>
            </a:r>
            <a:r>
              <a:rPr lang="en-US" sz="1400">
                <a:latin typeface="Bookman Old Style" pitchFamily="18" charset="0"/>
              </a:rPr>
              <a:t> </a:t>
            </a:r>
            <a:r>
              <a:rPr lang="en-US">
                <a:latin typeface="Bookman Old Style" pitchFamily="18" charset="0"/>
              </a:rPr>
              <a:t>of a stochastic process is </a:t>
            </a:r>
          </a:p>
          <a:p>
            <a:pPr>
              <a:spcAft>
                <a:spcPct val="50000"/>
              </a:spcAft>
            </a:pPr>
            <a:r>
              <a:rPr lang="en-US">
                <a:latin typeface="Bookman Old Style" pitchFamily="18" charset="0"/>
              </a:rPr>
              <a:t>	the set of all values that the </a:t>
            </a:r>
            <a:r>
              <a:rPr lang="en-US" i="1" err="1">
                <a:latin typeface="Bookman Old Style" pitchFamily="18" charset="0"/>
              </a:rPr>
              <a:t>X</a:t>
            </a:r>
            <a:r>
              <a:rPr lang="en-US" i="1" baseline="-25000" err="1">
                <a:latin typeface="Bookman Old Style" pitchFamily="18" charset="0"/>
              </a:rPr>
              <a:t>n</a:t>
            </a:r>
            <a:r>
              <a:rPr lang="en-US" err="1">
                <a:latin typeface="Bookman Old Style" pitchFamily="18" charset="0"/>
              </a:rPr>
              <a:t>’s</a:t>
            </a:r>
            <a:r>
              <a:rPr lang="en-US">
                <a:latin typeface="Bookman Old Style" pitchFamily="18" charset="0"/>
              </a:rPr>
              <a:t> can take.</a:t>
            </a:r>
          </a:p>
          <a:p>
            <a:r>
              <a:rPr lang="en-US">
                <a:latin typeface="Bookman Old Style" pitchFamily="18" charset="0"/>
              </a:rPr>
              <a:t>(we will be concerned with </a:t>
            </a:r>
          </a:p>
          <a:p>
            <a:r>
              <a:rPr lang="en-US">
                <a:latin typeface="Bookman Old Style" pitchFamily="18" charset="0"/>
              </a:rPr>
              <a:t>	stochastic processes with a finite # of states )</a:t>
            </a:r>
          </a:p>
        </p:txBody>
      </p:sp>
      <p:sp>
        <p:nvSpPr>
          <p:cNvPr id="18436" name="Text Box 5"/>
          <p:cNvSpPr txBox="1">
            <a:spLocks noChangeArrowheads="1"/>
          </p:cNvSpPr>
          <p:nvPr/>
        </p:nvSpPr>
        <p:spPr bwMode="auto">
          <a:xfrm>
            <a:off x="2209800" y="3276601"/>
            <a:ext cx="7391400" cy="2031325"/>
          </a:xfrm>
          <a:prstGeom prst="rect">
            <a:avLst/>
          </a:prstGeom>
          <a:noFill/>
          <a:ln w="9525">
            <a:noFill/>
            <a:miter lim="800000"/>
            <a:headEnd/>
            <a:tailEnd/>
          </a:ln>
        </p:spPr>
        <p:txBody>
          <a:bodyPr>
            <a:spAutoFit/>
          </a:bodyPr>
          <a:lstStyle/>
          <a:p>
            <a:pPr>
              <a:spcBef>
                <a:spcPct val="50000"/>
              </a:spcBef>
            </a:pPr>
            <a:r>
              <a:rPr lang="en-US">
                <a:solidFill>
                  <a:schemeClr val="accent1"/>
                </a:solidFill>
                <a:latin typeface="Bookman Old Style" pitchFamily="18" charset="0"/>
              </a:rPr>
              <a:t>Time</a:t>
            </a:r>
            <a:r>
              <a:rPr lang="en-US">
                <a:latin typeface="Bookman Old Style" pitchFamily="18" charset="0"/>
              </a:rPr>
              <a:t>: </a:t>
            </a:r>
            <a:r>
              <a:rPr lang="en-US" i="1">
                <a:latin typeface="Bookman Old Style" pitchFamily="18" charset="0"/>
              </a:rPr>
              <a:t>n</a:t>
            </a:r>
            <a:r>
              <a:rPr lang="en-US">
                <a:latin typeface="Bookman Old Style" pitchFamily="18" charset="0"/>
              </a:rPr>
              <a:t> = 0, 1, 2, . . .</a:t>
            </a:r>
          </a:p>
          <a:p>
            <a:pPr>
              <a:spcBef>
                <a:spcPct val="50000"/>
              </a:spcBef>
            </a:pPr>
            <a:r>
              <a:rPr lang="en-US">
                <a:solidFill>
                  <a:schemeClr val="accent1"/>
                </a:solidFill>
                <a:latin typeface="Bookman Old Style" pitchFamily="18" charset="0"/>
              </a:rPr>
              <a:t>State</a:t>
            </a:r>
            <a:r>
              <a:rPr lang="en-US">
                <a:latin typeface="Bookman Old Style" pitchFamily="18" charset="0"/>
              </a:rPr>
              <a:t>: </a:t>
            </a:r>
            <a:r>
              <a:rPr lang="en-US" i="1">
                <a:latin typeface="Bookman Old Style" pitchFamily="18" charset="0"/>
              </a:rPr>
              <a:t>v</a:t>
            </a:r>
            <a:r>
              <a:rPr lang="en-US">
                <a:latin typeface="Bookman Old Style" pitchFamily="18" charset="0"/>
              </a:rPr>
              <a:t>-dimensional vector, </a:t>
            </a:r>
            <a:r>
              <a:rPr lang="en-US" b="1">
                <a:latin typeface="Bookman Old Style" pitchFamily="18" charset="0"/>
              </a:rPr>
              <a:t>s</a:t>
            </a:r>
            <a:r>
              <a:rPr lang="en-US">
                <a:latin typeface="Bookman Old Style" pitchFamily="18" charset="0"/>
              </a:rPr>
              <a:t> = (</a:t>
            </a:r>
            <a:r>
              <a:rPr lang="en-US" i="1">
                <a:latin typeface="Bookman Old Style" pitchFamily="18" charset="0"/>
              </a:rPr>
              <a:t>s</a:t>
            </a:r>
            <a:r>
              <a:rPr lang="en-US" baseline="-25000">
                <a:latin typeface="Bookman Old Style" pitchFamily="18" charset="0"/>
              </a:rPr>
              <a:t>1</a:t>
            </a:r>
            <a:r>
              <a:rPr lang="en-US">
                <a:latin typeface="Bookman Old Style" pitchFamily="18" charset="0"/>
              </a:rPr>
              <a:t>, </a:t>
            </a:r>
            <a:r>
              <a:rPr lang="en-US" i="1">
                <a:latin typeface="Bookman Old Style" pitchFamily="18" charset="0"/>
              </a:rPr>
              <a:t>s</a:t>
            </a:r>
            <a:r>
              <a:rPr lang="en-US" baseline="-25000">
                <a:latin typeface="Bookman Old Style" pitchFamily="18" charset="0"/>
              </a:rPr>
              <a:t>2</a:t>
            </a:r>
            <a:r>
              <a:rPr lang="en-US">
                <a:latin typeface="Bookman Old Style" pitchFamily="18" charset="0"/>
              </a:rPr>
              <a:t>, . . . , </a:t>
            </a:r>
            <a:r>
              <a:rPr lang="en-US" i="1">
                <a:latin typeface="Bookman Old Style" pitchFamily="18" charset="0"/>
              </a:rPr>
              <a:t>s</a:t>
            </a:r>
            <a:r>
              <a:rPr lang="en-US" i="1" baseline="-25000">
                <a:latin typeface="Bookman Old Style" pitchFamily="18" charset="0"/>
              </a:rPr>
              <a:t>v</a:t>
            </a:r>
            <a:r>
              <a:rPr lang="en-US">
                <a:latin typeface="Bookman Old Style" pitchFamily="18" charset="0"/>
              </a:rPr>
              <a:t>)</a:t>
            </a:r>
          </a:p>
          <a:p>
            <a:pPr>
              <a:spcBef>
                <a:spcPct val="50000"/>
              </a:spcBef>
            </a:pPr>
            <a:r>
              <a:rPr lang="en-US">
                <a:latin typeface="Bookman Old Style" pitchFamily="18" charset="0"/>
              </a:rPr>
              <a:t>   In general, there are </a:t>
            </a:r>
            <a:r>
              <a:rPr lang="en-US" i="1">
                <a:latin typeface="Bookman Old Style" pitchFamily="18" charset="0"/>
              </a:rPr>
              <a:t>m</a:t>
            </a:r>
            <a:r>
              <a:rPr lang="en-US">
                <a:latin typeface="Bookman Old Style" pitchFamily="18" charset="0"/>
              </a:rPr>
              <a:t> states, </a:t>
            </a:r>
          </a:p>
          <a:p>
            <a:pPr>
              <a:spcBef>
                <a:spcPct val="50000"/>
              </a:spcBef>
            </a:pPr>
            <a:r>
              <a:rPr lang="en-US">
                <a:latin typeface="Bookman Old Style" pitchFamily="18" charset="0"/>
              </a:rPr>
              <a:t>	</a:t>
            </a:r>
            <a:r>
              <a:rPr lang="en-US" b="1">
                <a:latin typeface="Bookman Old Style" pitchFamily="18" charset="0"/>
              </a:rPr>
              <a:t>s</a:t>
            </a:r>
            <a:r>
              <a:rPr lang="en-US" baseline="30000">
                <a:latin typeface="Bookman Old Style" pitchFamily="18" charset="0"/>
              </a:rPr>
              <a:t>1</a:t>
            </a:r>
            <a:r>
              <a:rPr lang="en-US">
                <a:latin typeface="Bookman Old Style" pitchFamily="18" charset="0"/>
              </a:rPr>
              <a:t>, </a:t>
            </a:r>
            <a:r>
              <a:rPr lang="en-US" b="1">
                <a:latin typeface="Bookman Old Style" pitchFamily="18" charset="0"/>
              </a:rPr>
              <a:t>s</a:t>
            </a:r>
            <a:r>
              <a:rPr lang="en-US" baseline="30000">
                <a:latin typeface="Bookman Old Style" pitchFamily="18" charset="0"/>
              </a:rPr>
              <a:t>2</a:t>
            </a:r>
            <a:r>
              <a:rPr lang="en-US">
                <a:latin typeface="Bookman Old Style" pitchFamily="18" charset="0"/>
              </a:rPr>
              <a:t>, . . . , </a:t>
            </a:r>
            <a:r>
              <a:rPr lang="en-US" b="1">
                <a:latin typeface="Bookman Old Style" pitchFamily="18" charset="0"/>
              </a:rPr>
              <a:t>s</a:t>
            </a:r>
            <a:r>
              <a:rPr lang="en-US" i="1" baseline="30000">
                <a:latin typeface="Bookman Old Style" pitchFamily="18" charset="0"/>
              </a:rPr>
              <a:t>m</a:t>
            </a:r>
            <a:r>
              <a:rPr lang="en-US">
                <a:latin typeface="Bookman Old Style" pitchFamily="18" charset="0"/>
              </a:rPr>
              <a:t>  or  </a:t>
            </a:r>
            <a:r>
              <a:rPr lang="en-US" b="1">
                <a:latin typeface="Bookman Old Style" pitchFamily="18" charset="0"/>
              </a:rPr>
              <a:t>s</a:t>
            </a:r>
            <a:r>
              <a:rPr lang="en-US" baseline="30000">
                <a:latin typeface="Bookman Old Style" pitchFamily="18" charset="0"/>
              </a:rPr>
              <a:t>0</a:t>
            </a:r>
            <a:r>
              <a:rPr lang="en-US">
                <a:latin typeface="Bookman Old Style" pitchFamily="18" charset="0"/>
              </a:rPr>
              <a:t>, </a:t>
            </a:r>
            <a:r>
              <a:rPr lang="en-US" b="1">
                <a:latin typeface="Bookman Old Style" pitchFamily="18" charset="0"/>
              </a:rPr>
              <a:t>s</a:t>
            </a:r>
            <a:r>
              <a:rPr lang="en-US" baseline="30000">
                <a:latin typeface="Bookman Old Style" pitchFamily="18" charset="0"/>
              </a:rPr>
              <a:t>1</a:t>
            </a:r>
            <a:r>
              <a:rPr lang="en-US">
                <a:latin typeface="Bookman Old Style" pitchFamily="18" charset="0"/>
              </a:rPr>
              <a:t>, . . . , </a:t>
            </a:r>
            <a:r>
              <a:rPr lang="en-US" b="1">
                <a:latin typeface="Bookman Old Style" pitchFamily="18" charset="0"/>
              </a:rPr>
              <a:t>s</a:t>
            </a:r>
            <a:r>
              <a:rPr lang="en-US" i="1" baseline="30000">
                <a:latin typeface="Bookman Old Style" pitchFamily="18" charset="0"/>
              </a:rPr>
              <a:t>m</a:t>
            </a:r>
            <a:r>
              <a:rPr lang="en-US" baseline="30000">
                <a:latin typeface="Bookman Old Style" pitchFamily="18" charset="0"/>
              </a:rPr>
              <a:t>-1</a:t>
            </a:r>
            <a:r>
              <a:rPr lang="en-US">
                <a:latin typeface="Bookman Old Style" pitchFamily="18" charset="0"/>
              </a:rPr>
              <a:t> </a:t>
            </a:r>
          </a:p>
          <a:p>
            <a:pPr>
              <a:spcBef>
                <a:spcPct val="50000"/>
              </a:spcBef>
            </a:pPr>
            <a:r>
              <a:rPr lang="en-US">
                <a:latin typeface="Bookman Old Style" pitchFamily="18" charset="0"/>
              </a:rPr>
              <a:t>  Also, </a:t>
            </a:r>
            <a:r>
              <a:rPr lang="en-US" i="1">
                <a:latin typeface="Bookman Old Style" pitchFamily="18" charset="0"/>
              </a:rPr>
              <a:t>X</a:t>
            </a:r>
            <a:r>
              <a:rPr lang="en-US" i="1" baseline="-25000">
                <a:latin typeface="Bookman Old Style" pitchFamily="18" charset="0"/>
              </a:rPr>
              <a:t>n</a:t>
            </a:r>
            <a:r>
              <a:rPr lang="en-US">
                <a:latin typeface="Bookman Old Style" pitchFamily="18" charset="0"/>
              </a:rPr>
              <a:t> takes one of </a:t>
            </a:r>
            <a:r>
              <a:rPr lang="en-US" i="1">
                <a:latin typeface="Bookman Old Style" pitchFamily="18" charset="0"/>
              </a:rPr>
              <a:t>m</a:t>
            </a:r>
            <a:r>
              <a:rPr lang="en-US">
                <a:latin typeface="Bookman Old Style" pitchFamily="18" charset="0"/>
              </a:rPr>
              <a:t> values, so </a:t>
            </a:r>
            <a:r>
              <a:rPr lang="en-US" i="1">
                <a:latin typeface="Bookman Old Style" pitchFamily="18" charset="0"/>
              </a:rPr>
              <a:t>X</a:t>
            </a:r>
            <a:r>
              <a:rPr lang="en-US" i="1" baseline="-25000">
                <a:latin typeface="Bookman Old Style" pitchFamily="18" charset="0"/>
              </a:rPr>
              <a:t>n</a:t>
            </a:r>
            <a:r>
              <a:rPr lang="en-US">
                <a:latin typeface="Bookman Old Style" pitchFamily="18" charset="0"/>
              </a:rPr>
              <a:t> </a:t>
            </a:r>
            <a:r>
              <a:rPr lang="en-US">
                <a:latin typeface="Bookman Old Style" pitchFamily="18" charset="0"/>
                <a:sym typeface="Symbol" pitchFamily="18" charset="2"/>
              </a:rPr>
              <a:t></a:t>
            </a:r>
            <a:r>
              <a:rPr lang="en-US">
                <a:latin typeface="Bookman Old Style" pitchFamily="18" charset="0"/>
              </a:rPr>
              <a:t> </a:t>
            </a:r>
            <a:r>
              <a:rPr lang="en-US" b="1">
                <a:latin typeface="Bookman Old Style" pitchFamily="18" charset="0"/>
              </a:rPr>
              <a:t>s</a:t>
            </a:r>
            <a:r>
              <a:rPr lang="en-US">
                <a:latin typeface="Bookman Old Style" pitchFamily="18" charset="0"/>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1863726" y="990601"/>
            <a:ext cx="8499475" cy="2031325"/>
          </a:xfrm>
          <a:prstGeom prst="rect">
            <a:avLst/>
          </a:prstGeom>
          <a:noFill/>
          <a:ln w="9525">
            <a:noFill/>
            <a:miter lim="800000"/>
            <a:headEnd/>
            <a:tailEnd/>
          </a:ln>
        </p:spPr>
        <p:txBody>
          <a:bodyPr>
            <a:spAutoFit/>
          </a:bodyPr>
          <a:lstStyle/>
          <a:p>
            <a:r>
              <a:rPr lang="en-US">
                <a:latin typeface="Bookman Old Style" pitchFamily="18" charset="0"/>
              </a:rPr>
              <a:t>At time 0, I have </a:t>
            </a:r>
            <a:r>
              <a:rPr lang="en-US" b="1" i="1">
                <a:solidFill>
                  <a:srgbClr val="C00000"/>
                </a:solidFill>
                <a:latin typeface="Bookman Old Style" pitchFamily="18" charset="0"/>
              </a:rPr>
              <a:t>X</a:t>
            </a:r>
            <a:r>
              <a:rPr lang="en-US" b="1" baseline="-25000">
                <a:solidFill>
                  <a:srgbClr val="C00000"/>
                </a:solidFill>
                <a:latin typeface="Bookman Old Style" pitchFamily="18" charset="0"/>
              </a:rPr>
              <a:t>0 </a:t>
            </a:r>
            <a:r>
              <a:rPr lang="en-US" b="1">
                <a:solidFill>
                  <a:srgbClr val="C00000"/>
                </a:solidFill>
                <a:latin typeface="Bookman Old Style" pitchFamily="18" charset="0"/>
              </a:rPr>
              <a:t>= 2 </a:t>
            </a:r>
            <a:r>
              <a:rPr lang="en-US">
                <a:latin typeface="Bookman Old Style" pitchFamily="18" charset="0"/>
              </a:rPr>
              <a:t>EUR, and each day I make a 1 EUR bet.  I win with probability </a:t>
            </a:r>
            <a:r>
              <a:rPr lang="en-US" i="1">
                <a:latin typeface="Bookman Old Style" pitchFamily="18" charset="0"/>
              </a:rPr>
              <a:t>p</a:t>
            </a:r>
            <a:r>
              <a:rPr lang="en-US">
                <a:latin typeface="Bookman Old Style" pitchFamily="18" charset="0"/>
              </a:rPr>
              <a:t> and lose with probability 1– </a:t>
            </a:r>
            <a:r>
              <a:rPr lang="en-US" i="1">
                <a:latin typeface="Bookman Old Style" pitchFamily="18" charset="0"/>
              </a:rPr>
              <a:t>p</a:t>
            </a:r>
            <a:r>
              <a:rPr lang="en-US">
                <a:latin typeface="Bookman Old Style" pitchFamily="18" charset="0"/>
              </a:rPr>
              <a:t>.  I’ll quit if I ever obtain 4 EUR or if I lose all my money.</a:t>
            </a:r>
          </a:p>
          <a:p>
            <a:endParaRPr lang="en-US">
              <a:latin typeface="Bookman Old Style" pitchFamily="18" charset="0"/>
            </a:endParaRPr>
          </a:p>
          <a:p>
            <a:r>
              <a:rPr lang="en-US">
                <a:latin typeface="Bookman Old Style" pitchFamily="18" charset="0"/>
              </a:rPr>
              <a:t>State space is </a:t>
            </a:r>
            <a:r>
              <a:rPr lang="en-US" b="1" i="1">
                <a:latin typeface="Bookman Old Style" pitchFamily="18" charset="0"/>
              </a:rPr>
              <a:t>S</a:t>
            </a:r>
            <a:r>
              <a:rPr lang="en-US">
                <a:latin typeface="Bookman Old Style" pitchFamily="18" charset="0"/>
              </a:rPr>
              <a:t> = { 0, 1, 2, 3, 4 }</a:t>
            </a:r>
          </a:p>
          <a:p>
            <a:endParaRPr lang="en-US">
              <a:latin typeface="Bookman Old Style" pitchFamily="18" charset="0"/>
            </a:endParaRPr>
          </a:p>
          <a:p>
            <a:r>
              <a:rPr lang="en-US">
                <a:latin typeface="Bookman Old Style" pitchFamily="18" charset="0"/>
              </a:rPr>
              <a:t>Let</a:t>
            </a:r>
            <a:r>
              <a:rPr lang="en-US" i="1">
                <a:latin typeface="Bookman Old Style" pitchFamily="18" charset="0"/>
              </a:rPr>
              <a:t> </a:t>
            </a:r>
            <a:r>
              <a:rPr lang="en-US" i="1" err="1">
                <a:latin typeface="Bookman Old Style" pitchFamily="18" charset="0"/>
              </a:rPr>
              <a:t>X</a:t>
            </a:r>
            <a:r>
              <a:rPr lang="en-US" i="1" baseline="-25000" err="1">
                <a:latin typeface="Bookman Old Style" pitchFamily="18" charset="0"/>
              </a:rPr>
              <a:t>n</a:t>
            </a:r>
            <a:r>
              <a:rPr lang="en-US">
                <a:latin typeface="Bookman Old Style" pitchFamily="18" charset="0"/>
              </a:rPr>
              <a:t> = amount of money I have </a:t>
            </a:r>
            <a:r>
              <a:rPr lang="en-US">
                <a:solidFill>
                  <a:schemeClr val="accent1"/>
                </a:solidFill>
                <a:latin typeface="Bookman Old Style" pitchFamily="18" charset="0"/>
              </a:rPr>
              <a:t>after</a:t>
            </a:r>
            <a:r>
              <a:rPr lang="en-US">
                <a:latin typeface="Bookman Old Style" pitchFamily="18" charset="0"/>
              </a:rPr>
              <a:t> the bet on day </a:t>
            </a:r>
            <a:r>
              <a:rPr lang="en-US" i="1">
                <a:latin typeface="Bookman Old Style" pitchFamily="18" charset="0"/>
              </a:rPr>
              <a:t>n</a:t>
            </a:r>
            <a:r>
              <a:rPr lang="en-US">
                <a:latin typeface="Bookman Old Style" pitchFamily="18" charset="0"/>
              </a:rPr>
              <a:t>.</a:t>
            </a:r>
          </a:p>
        </p:txBody>
      </p:sp>
      <p:sp>
        <p:nvSpPr>
          <p:cNvPr id="1028" name="Rectangle 20"/>
          <p:cNvSpPr>
            <a:spLocks noGrp="1" noChangeArrowheads="1"/>
          </p:cNvSpPr>
          <p:nvPr>
            <p:ph type="title"/>
          </p:nvPr>
        </p:nvSpPr>
        <p:spPr>
          <a:xfrm>
            <a:off x="2209800" y="152400"/>
            <a:ext cx="7772400" cy="762000"/>
          </a:xfrm>
        </p:spPr>
        <p:txBody>
          <a:bodyPr/>
          <a:lstStyle/>
          <a:p>
            <a:r>
              <a:rPr lang="en-US">
                <a:solidFill>
                  <a:schemeClr val="accent1"/>
                </a:solidFill>
              </a:rPr>
              <a:t>Gambler’s Ruin</a:t>
            </a:r>
          </a:p>
        </p:txBody>
      </p:sp>
      <p:sp>
        <p:nvSpPr>
          <p:cNvPr id="1030" name="Text Box 19"/>
          <p:cNvSpPr txBox="1">
            <a:spLocks noChangeArrowheads="1"/>
          </p:cNvSpPr>
          <p:nvPr/>
        </p:nvSpPr>
        <p:spPr bwMode="auto">
          <a:xfrm>
            <a:off x="2999657" y="3645024"/>
            <a:ext cx="6029215" cy="1477328"/>
          </a:xfrm>
          <a:prstGeom prst="rect">
            <a:avLst/>
          </a:prstGeom>
          <a:noFill/>
          <a:ln w="9525">
            <a:noFill/>
            <a:miter lim="800000"/>
            <a:headEnd/>
            <a:tailEnd/>
          </a:ln>
        </p:spPr>
        <p:txBody>
          <a:bodyPr wrap="none">
            <a:spAutoFit/>
          </a:bodyPr>
          <a:lstStyle/>
          <a:p>
            <a:r>
              <a:rPr lang="en-US" b="1" i="1">
                <a:solidFill>
                  <a:srgbClr val="C00000"/>
                </a:solidFill>
                <a:latin typeface="Bookman Old Style" pitchFamily="18" charset="0"/>
              </a:rPr>
              <a:t>X1 </a:t>
            </a:r>
            <a:r>
              <a:rPr lang="en-US">
                <a:latin typeface="Bookman Old Style" pitchFamily="18" charset="0"/>
              </a:rPr>
              <a:t>= 3 with probability p and 1 with probability 1-p</a:t>
            </a:r>
          </a:p>
          <a:p>
            <a:endParaRPr lang="en-US">
              <a:latin typeface="Bookman Old Style" pitchFamily="18" charset="0"/>
            </a:endParaRPr>
          </a:p>
          <a:p>
            <a:r>
              <a:rPr lang="en-US">
                <a:latin typeface="Bookman Old Style" pitchFamily="18" charset="0"/>
              </a:rPr>
              <a:t>If </a:t>
            </a:r>
            <a:r>
              <a:rPr lang="en-US" b="1" i="1" err="1">
                <a:solidFill>
                  <a:srgbClr val="C00000"/>
                </a:solidFill>
                <a:latin typeface="Bookman Old Style" pitchFamily="18" charset="0"/>
              </a:rPr>
              <a:t>Xn</a:t>
            </a:r>
            <a:r>
              <a:rPr lang="en-US" b="1" i="1">
                <a:solidFill>
                  <a:srgbClr val="C00000"/>
                </a:solidFill>
                <a:latin typeface="Bookman Old Style" pitchFamily="18" charset="0"/>
              </a:rPr>
              <a:t> = 4</a:t>
            </a:r>
            <a:r>
              <a:rPr lang="en-US">
                <a:latin typeface="Bookman Old Style" pitchFamily="18" charset="0"/>
              </a:rPr>
              <a:t>, then </a:t>
            </a:r>
            <a:r>
              <a:rPr lang="en-US" i="1">
                <a:latin typeface="Bookman Old Style" pitchFamily="18" charset="0"/>
              </a:rPr>
              <a:t>X</a:t>
            </a:r>
            <a:r>
              <a:rPr lang="en-US" i="1" baseline="-25000">
                <a:latin typeface="Bookman Old Style" pitchFamily="18" charset="0"/>
              </a:rPr>
              <a:t>n</a:t>
            </a:r>
            <a:r>
              <a:rPr lang="en-US" baseline="-25000">
                <a:latin typeface="Bookman Old Style" pitchFamily="18" charset="0"/>
              </a:rPr>
              <a:t>+1</a:t>
            </a:r>
            <a:r>
              <a:rPr lang="en-US">
                <a:latin typeface="Bookman Old Style" pitchFamily="18" charset="0"/>
              </a:rPr>
              <a:t> = </a:t>
            </a:r>
            <a:r>
              <a:rPr lang="en-US" i="1">
                <a:latin typeface="Bookman Old Style" pitchFamily="18" charset="0"/>
              </a:rPr>
              <a:t>X</a:t>
            </a:r>
            <a:r>
              <a:rPr lang="en-US" i="1" baseline="-25000">
                <a:latin typeface="Bookman Old Style" pitchFamily="18" charset="0"/>
              </a:rPr>
              <a:t>n</a:t>
            </a:r>
            <a:r>
              <a:rPr lang="en-US" baseline="-25000">
                <a:latin typeface="Bookman Old Style" pitchFamily="18" charset="0"/>
              </a:rPr>
              <a:t>+2</a:t>
            </a:r>
            <a:r>
              <a:rPr lang="en-US">
                <a:latin typeface="Bookman Old Style" pitchFamily="18" charset="0"/>
              </a:rPr>
              <a:t> = </a:t>
            </a:r>
            <a:r>
              <a:rPr lang="en-US" baseline="30000">
                <a:latin typeface="Bookman Old Style" pitchFamily="18" charset="0"/>
              </a:rPr>
              <a:t>• • •</a:t>
            </a:r>
            <a:r>
              <a:rPr lang="en-US">
                <a:latin typeface="Bookman Old Style" pitchFamily="18" charset="0"/>
              </a:rPr>
              <a:t> = 4.</a:t>
            </a:r>
          </a:p>
          <a:p>
            <a:r>
              <a:rPr lang="en-US">
                <a:latin typeface="Bookman Old Style" pitchFamily="18" charset="0"/>
              </a:rPr>
              <a:t> </a:t>
            </a:r>
          </a:p>
          <a:p>
            <a:r>
              <a:rPr lang="en-US">
                <a:latin typeface="Bookman Old Style" pitchFamily="18" charset="0"/>
              </a:rPr>
              <a:t>If </a:t>
            </a:r>
            <a:r>
              <a:rPr lang="en-US" b="1" i="1" err="1">
                <a:solidFill>
                  <a:srgbClr val="C00000"/>
                </a:solidFill>
                <a:latin typeface="Bookman Old Style" pitchFamily="18" charset="0"/>
              </a:rPr>
              <a:t>Xn</a:t>
            </a:r>
            <a:r>
              <a:rPr lang="en-US" b="1" i="1">
                <a:solidFill>
                  <a:srgbClr val="C00000"/>
                </a:solidFill>
                <a:latin typeface="Bookman Old Style" pitchFamily="18" charset="0"/>
              </a:rPr>
              <a:t> = 0</a:t>
            </a:r>
            <a:r>
              <a:rPr lang="en-US">
                <a:latin typeface="Bookman Old Style" pitchFamily="18" charset="0"/>
              </a:rPr>
              <a:t>, then </a:t>
            </a:r>
            <a:r>
              <a:rPr lang="en-US" i="1">
                <a:latin typeface="Bookman Old Style" pitchFamily="18" charset="0"/>
              </a:rPr>
              <a:t>X</a:t>
            </a:r>
            <a:r>
              <a:rPr lang="en-US" i="1" baseline="-25000">
                <a:latin typeface="Bookman Old Style" pitchFamily="18" charset="0"/>
              </a:rPr>
              <a:t>n</a:t>
            </a:r>
            <a:r>
              <a:rPr lang="en-US" baseline="-25000">
                <a:latin typeface="Bookman Old Style" pitchFamily="18" charset="0"/>
              </a:rPr>
              <a:t>+1</a:t>
            </a:r>
            <a:r>
              <a:rPr lang="en-US">
                <a:latin typeface="Bookman Old Style" pitchFamily="18" charset="0"/>
              </a:rPr>
              <a:t> = </a:t>
            </a:r>
            <a:r>
              <a:rPr lang="en-US" i="1">
                <a:latin typeface="Bookman Old Style" pitchFamily="18" charset="0"/>
              </a:rPr>
              <a:t>X</a:t>
            </a:r>
            <a:r>
              <a:rPr lang="en-US" i="1" baseline="-25000">
                <a:latin typeface="Bookman Old Style" pitchFamily="18" charset="0"/>
              </a:rPr>
              <a:t>n</a:t>
            </a:r>
            <a:r>
              <a:rPr lang="en-US" baseline="-25000">
                <a:latin typeface="Bookman Old Style" pitchFamily="18" charset="0"/>
              </a:rPr>
              <a:t>+2</a:t>
            </a:r>
            <a:r>
              <a:rPr lang="en-US">
                <a:latin typeface="Bookman Old Style" pitchFamily="18" charset="0"/>
              </a:rPr>
              <a:t> = </a:t>
            </a:r>
            <a:r>
              <a:rPr lang="en-US" baseline="30000">
                <a:latin typeface="Bookman Old Style" pitchFamily="18" charset="0"/>
              </a:rPr>
              <a:t>• • •</a:t>
            </a:r>
            <a:r>
              <a:rPr lang="en-US">
                <a:latin typeface="Bookman Old Style" pitchFamily="18" charset="0"/>
              </a:rPr>
              <a:t> = 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2639616" y="1628800"/>
            <a:ext cx="6886822" cy="3785652"/>
          </a:xfrm>
          <a:prstGeom prst="rect">
            <a:avLst/>
          </a:prstGeom>
          <a:noFill/>
          <a:ln w="9525">
            <a:noFill/>
            <a:miter lim="800000"/>
            <a:headEnd/>
            <a:tailEnd/>
          </a:ln>
        </p:spPr>
        <p:txBody>
          <a:bodyPr wrap="none">
            <a:spAutoFit/>
          </a:bodyPr>
          <a:lstStyle/>
          <a:p>
            <a:pPr>
              <a:spcAft>
                <a:spcPct val="50000"/>
              </a:spcAft>
            </a:pPr>
            <a:r>
              <a:rPr lang="en-US">
                <a:latin typeface="Bookman Old Style" pitchFamily="18" charset="0"/>
              </a:rPr>
              <a:t>A stochastic process { </a:t>
            </a:r>
            <a:r>
              <a:rPr lang="en-US" i="1" err="1">
                <a:latin typeface="Bookman Old Style" pitchFamily="18" charset="0"/>
              </a:rPr>
              <a:t>X</a:t>
            </a:r>
            <a:r>
              <a:rPr lang="en-US" i="1" baseline="-25000" err="1">
                <a:latin typeface="Bookman Old Style" pitchFamily="18" charset="0"/>
              </a:rPr>
              <a:t>n</a:t>
            </a:r>
            <a:r>
              <a:rPr lang="en-US" baseline="-25000">
                <a:latin typeface="Bookman Old Style" pitchFamily="18" charset="0"/>
              </a:rPr>
              <a:t> </a:t>
            </a:r>
            <a:r>
              <a:rPr lang="en-US">
                <a:latin typeface="Bookman Old Style" pitchFamily="18" charset="0"/>
              </a:rPr>
              <a:t>} is called a </a:t>
            </a:r>
            <a:r>
              <a:rPr lang="en-US">
                <a:solidFill>
                  <a:schemeClr val="accent1"/>
                </a:solidFill>
                <a:latin typeface="Bookman Old Style" pitchFamily="18" charset="0"/>
              </a:rPr>
              <a:t>Markov chain</a:t>
            </a:r>
            <a:r>
              <a:rPr lang="en-US">
                <a:latin typeface="Bookman Old Style" pitchFamily="18" charset="0"/>
              </a:rPr>
              <a:t> if </a:t>
            </a:r>
          </a:p>
          <a:p>
            <a:pPr algn="ctr"/>
            <a:r>
              <a:rPr lang="en-US">
                <a:latin typeface="Bookman Old Style" pitchFamily="18" charset="0"/>
              </a:rPr>
              <a:t>Pr</a:t>
            </a:r>
            <a:r>
              <a:rPr lang="en-US" sz="2800">
                <a:latin typeface="Bookman Old Style" pitchFamily="18" charset="0"/>
              </a:rPr>
              <a:t>{</a:t>
            </a:r>
            <a:r>
              <a:rPr lang="en-US" sz="1200">
                <a:latin typeface="Bookman Old Style" pitchFamily="18" charset="0"/>
              </a:rPr>
              <a:t> </a:t>
            </a:r>
            <a:r>
              <a:rPr lang="en-US" i="1">
                <a:latin typeface="Bookman Old Style" pitchFamily="18" charset="0"/>
              </a:rPr>
              <a:t>X</a:t>
            </a:r>
            <a:r>
              <a:rPr lang="en-US" i="1" baseline="-25000">
                <a:latin typeface="Bookman Old Style" pitchFamily="18" charset="0"/>
              </a:rPr>
              <a:t>n</a:t>
            </a:r>
            <a:r>
              <a:rPr lang="en-US" baseline="-25000">
                <a:latin typeface="Bookman Old Style" pitchFamily="18" charset="0"/>
              </a:rPr>
              <a:t>+1</a:t>
            </a:r>
            <a:r>
              <a:rPr lang="en-US">
                <a:latin typeface="Bookman Old Style" pitchFamily="18" charset="0"/>
              </a:rPr>
              <a:t> = </a:t>
            </a:r>
            <a:r>
              <a:rPr lang="en-US" i="1">
                <a:latin typeface="Bookman Old Style" pitchFamily="18" charset="0"/>
              </a:rPr>
              <a:t>j</a:t>
            </a:r>
            <a:r>
              <a:rPr lang="en-US">
                <a:latin typeface="Bookman Old Style" pitchFamily="18" charset="0"/>
              </a:rPr>
              <a:t>  | </a:t>
            </a:r>
            <a:r>
              <a:rPr lang="en-US" i="1">
                <a:latin typeface="Bookman Old Style" pitchFamily="18" charset="0"/>
              </a:rPr>
              <a:t>X</a:t>
            </a:r>
            <a:r>
              <a:rPr lang="en-US" baseline="-25000">
                <a:latin typeface="Bookman Old Style" pitchFamily="18" charset="0"/>
              </a:rPr>
              <a:t>0</a:t>
            </a:r>
            <a:r>
              <a:rPr lang="en-US">
                <a:latin typeface="Bookman Old Style" pitchFamily="18" charset="0"/>
              </a:rPr>
              <a:t> = </a:t>
            </a:r>
            <a:r>
              <a:rPr lang="en-US" i="1">
                <a:latin typeface="Bookman Old Style" pitchFamily="18" charset="0"/>
              </a:rPr>
              <a:t>k</a:t>
            </a:r>
            <a:r>
              <a:rPr lang="en-US" baseline="-25000">
                <a:latin typeface="Bookman Old Style" pitchFamily="18" charset="0"/>
              </a:rPr>
              <a:t>0</a:t>
            </a:r>
            <a:r>
              <a:rPr lang="en-US">
                <a:latin typeface="Bookman Old Style" pitchFamily="18" charset="0"/>
              </a:rPr>
              <a:t>, . . . , </a:t>
            </a:r>
            <a:r>
              <a:rPr lang="en-US" i="1">
                <a:latin typeface="Bookman Old Style" pitchFamily="18" charset="0"/>
              </a:rPr>
              <a:t>X</a:t>
            </a:r>
            <a:r>
              <a:rPr lang="en-US" i="1" baseline="-25000">
                <a:latin typeface="Bookman Old Style" pitchFamily="18" charset="0"/>
              </a:rPr>
              <a:t>n</a:t>
            </a:r>
            <a:r>
              <a:rPr lang="en-US" baseline="-25000">
                <a:latin typeface="Bookman Old Style" pitchFamily="18" charset="0"/>
              </a:rPr>
              <a:t>-1</a:t>
            </a:r>
            <a:r>
              <a:rPr lang="en-US">
                <a:latin typeface="Bookman Old Style" pitchFamily="18" charset="0"/>
              </a:rPr>
              <a:t> = </a:t>
            </a:r>
            <a:r>
              <a:rPr lang="en-US" i="1">
                <a:latin typeface="Bookman Old Style" pitchFamily="18" charset="0"/>
              </a:rPr>
              <a:t>k</a:t>
            </a:r>
            <a:r>
              <a:rPr lang="en-US" i="1" baseline="-25000">
                <a:latin typeface="Bookman Old Style" pitchFamily="18" charset="0"/>
              </a:rPr>
              <a:t>n</a:t>
            </a:r>
            <a:r>
              <a:rPr lang="en-US" baseline="-25000">
                <a:latin typeface="Bookman Old Style" pitchFamily="18" charset="0"/>
              </a:rPr>
              <a:t>-1</a:t>
            </a:r>
            <a:r>
              <a:rPr lang="en-US">
                <a:latin typeface="Bookman Old Style" pitchFamily="18" charset="0"/>
              </a:rPr>
              <a:t>, </a:t>
            </a:r>
            <a:r>
              <a:rPr lang="en-US" i="1" err="1">
                <a:latin typeface="Bookman Old Style" pitchFamily="18" charset="0"/>
              </a:rPr>
              <a:t>X</a:t>
            </a:r>
            <a:r>
              <a:rPr lang="en-US" i="1" baseline="-25000" err="1">
                <a:latin typeface="Bookman Old Style" pitchFamily="18" charset="0"/>
              </a:rPr>
              <a:t>n</a:t>
            </a:r>
            <a:r>
              <a:rPr lang="en-US">
                <a:latin typeface="Bookman Old Style" pitchFamily="18" charset="0"/>
              </a:rPr>
              <a:t> = </a:t>
            </a:r>
            <a:r>
              <a:rPr lang="en-US" i="1" err="1">
                <a:latin typeface="Bookman Old Style" pitchFamily="18" charset="0"/>
              </a:rPr>
              <a:t>i</a:t>
            </a:r>
            <a:r>
              <a:rPr lang="en-US">
                <a:latin typeface="Bookman Old Style" pitchFamily="18" charset="0"/>
              </a:rPr>
              <a:t> </a:t>
            </a:r>
            <a:r>
              <a:rPr lang="en-US" sz="2800">
                <a:latin typeface="Bookman Old Style" pitchFamily="18" charset="0"/>
              </a:rPr>
              <a:t>}</a:t>
            </a:r>
          </a:p>
          <a:p>
            <a:endParaRPr lang="en-US">
              <a:latin typeface="Bookman Old Style" pitchFamily="18" charset="0"/>
            </a:endParaRPr>
          </a:p>
          <a:p>
            <a:r>
              <a:rPr lang="en-US">
                <a:latin typeface="Bookman Old Style" pitchFamily="18" charset="0"/>
              </a:rPr>
              <a:t> 	= Pr</a:t>
            </a:r>
            <a:r>
              <a:rPr lang="en-US" sz="2800">
                <a:latin typeface="Bookman Old Style" pitchFamily="18" charset="0"/>
              </a:rPr>
              <a:t>{</a:t>
            </a:r>
            <a:r>
              <a:rPr lang="en-US" sz="1400">
                <a:latin typeface="Bookman Old Style" pitchFamily="18" charset="0"/>
              </a:rPr>
              <a:t> </a:t>
            </a:r>
            <a:r>
              <a:rPr lang="en-US" i="1">
                <a:latin typeface="Bookman Old Style" pitchFamily="18" charset="0"/>
              </a:rPr>
              <a:t>X</a:t>
            </a:r>
            <a:r>
              <a:rPr lang="en-US" i="1" baseline="-25000">
                <a:latin typeface="Bookman Old Style" pitchFamily="18" charset="0"/>
              </a:rPr>
              <a:t>n</a:t>
            </a:r>
            <a:r>
              <a:rPr lang="en-US" baseline="-25000">
                <a:latin typeface="Bookman Old Style" pitchFamily="18" charset="0"/>
              </a:rPr>
              <a:t>+1</a:t>
            </a:r>
            <a:r>
              <a:rPr lang="en-US">
                <a:latin typeface="Bookman Old Style" pitchFamily="18" charset="0"/>
              </a:rPr>
              <a:t> = </a:t>
            </a:r>
            <a:r>
              <a:rPr lang="en-US" i="1">
                <a:latin typeface="Bookman Old Style" pitchFamily="18" charset="0"/>
              </a:rPr>
              <a:t>j</a:t>
            </a:r>
            <a:r>
              <a:rPr lang="en-US">
                <a:latin typeface="Bookman Old Style" pitchFamily="18" charset="0"/>
              </a:rPr>
              <a:t> |</a:t>
            </a:r>
            <a:r>
              <a:rPr lang="en-US" sz="4800" baseline="-25000">
                <a:latin typeface="Century Gothic" pitchFamily="34" charset="0"/>
              </a:rPr>
              <a:t> </a:t>
            </a:r>
            <a:r>
              <a:rPr lang="en-US" i="1" err="1">
                <a:latin typeface="Bookman Old Style" pitchFamily="18" charset="0"/>
              </a:rPr>
              <a:t>X</a:t>
            </a:r>
            <a:r>
              <a:rPr lang="en-US" i="1" baseline="-25000" err="1">
                <a:latin typeface="Bookman Old Style" pitchFamily="18" charset="0"/>
              </a:rPr>
              <a:t>n</a:t>
            </a:r>
            <a:r>
              <a:rPr lang="en-US">
                <a:latin typeface="Bookman Old Style" pitchFamily="18" charset="0"/>
              </a:rPr>
              <a:t> = </a:t>
            </a:r>
            <a:r>
              <a:rPr lang="en-US" i="1" err="1">
                <a:latin typeface="Bookman Old Style" pitchFamily="18" charset="0"/>
              </a:rPr>
              <a:t>i</a:t>
            </a:r>
            <a:r>
              <a:rPr lang="en-US">
                <a:latin typeface="Bookman Old Style" pitchFamily="18" charset="0"/>
              </a:rPr>
              <a:t> </a:t>
            </a:r>
            <a:r>
              <a:rPr lang="en-US" sz="2800">
                <a:latin typeface="Bookman Old Style" pitchFamily="18" charset="0"/>
              </a:rPr>
              <a:t>}</a:t>
            </a:r>
            <a:r>
              <a:rPr lang="en-US">
                <a:latin typeface="Bookman Old Style" pitchFamily="18" charset="0"/>
              </a:rPr>
              <a:t>     </a:t>
            </a:r>
            <a:r>
              <a:rPr lang="en-US" b="1">
                <a:solidFill>
                  <a:schemeClr val="accent2"/>
                </a:solidFill>
                <a:latin typeface="Bookman Old Style" pitchFamily="18" charset="0"/>
                <a:sym typeface="Symbol" pitchFamily="18" charset="2"/>
              </a:rPr>
              <a:t></a:t>
            </a:r>
            <a:r>
              <a:rPr lang="en-US" b="1">
                <a:solidFill>
                  <a:schemeClr val="accent2"/>
                </a:solidFill>
                <a:latin typeface="Bookman Old Style" pitchFamily="18" charset="0"/>
              </a:rPr>
              <a:t> </a:t>
            </a:r>
            <a:r>
              <a:rPr lang="en-US">
                <a:solidFill>
                  <a:schemeClr val="accent2"/>
                </a:solidFill>
                <a:latin typeface="Bookman Old Style" pitchFamily="18" charset="0"/>
              </a:rPr>
              <a:t>transition probabilities</a:t>
            </a:r>
          </a:p>
          <a:p>
            <a:r>
              <a:rPr lang="en-US">
                <a:latin typeface="Bookman Old Style" pitchFamily="18" charset="0"/>
              </a:rPr>
              <a:t> </a:t>
            </a:r>
          </a:p>
          <a:p>
            <a:r>
              <a:rPr lang="en-US">
                <a:latin typeface="Bookman Old Style" pitchFamily="18" charset="0"/>
              </a:rPr>
              <a:t>	for every   </a:t>
            </a:r>
            <a:r>
              <a:rPr lang="en-US" i="1" err="1">
                <a:latin typeface="Bookman Old Style" pitchFamily="18" charset="0"/>
              </a:rPr>
              <a:t>i</a:t>
            </a:r>
            <a:r>
              <a:rPr lang="en-US">
                <a:latin typeface="Bookman Old Style" pitchFamily="18" charset="0"/>
              </a:rPr>
              <a:t>, </a:t>
            </a:r>
            <a:r>
              <a:rPr lang="en-US" i="1">
                <a:latin typeface="Bookman Old Style" pitchFamily="18" charset="0"/>
              </a:rPr>
              <a:t>j</a:t>
            </a:r>
            <a:r>
              <a:rPr lang="en-US">
                <a:latin typeface="Bookman Old Style" pitchFamily="18" charset="0"/>
              </a:rPr>
              <a:t>, </a:t>
            </a:r>
            <a:r>
              <a:rPr lang="en-US" i="1">
                <a:latin typeface="Bookman Old Style" pitchFamily="18" charset="0"/>
              </a:rPr>
              <a:t>k</a:t>
            </a:r>
            <a:r>
              <a:rPr lang="en-US" baseline="-25000">
                <a:latin typeface="Bookman Old Style" pitchFamily="18" charset="0"/>
              </a:rPr>
              <a:t>0</a:t>
            </a:r>
            <a:r>
              <a:rPr lang="en-US">
                <a:latin typeface="Bookman Old Style" pitchFamily="18" charset="0"/>
              </a:rPr>
              <a:t>, . . . , </a:t>
            </a:r>
            <a:r>
              <a:rPr lang="en-US" i="1">
                <a:latin typeface="Bookman Old Style" pitchFamily="18" charset="0"/>
              </a:rPr>
              <a:t>k</a:t>
            </a:r>
            <a:r>
              <a:rPr lang="en-US" i="1" baseline="-25000">
                <a:latin typeface="Bookman Old Style" pitchFamily="18" charset="0"/>
              </a:rPr>
              <a:t>n</a:t>
            </a:r>
            <a:r>
              <a:rPr lang="en-US" baseline="-25000">
                <a:latin typeface="Bookman Old Style" pitchFamily="18" charset="0"/>
              </a:rPr>
              <a:t>-1 </a:t>
            </a:r>
            <a:r>
              <a:rPr lang="en-US">
                <a:latin typeface="Bookman Old Style" pitchFamily="18" charset="0"/>
              </a:rPr>
              <a:t>and for every </a:t>
            </a:r>
            <a:r>
              <a:rPr lang="en-US" i="1">
                <a:latin typeface="Bookman Old Style" pitchFamily="18" charset="0"/>
              </a:rPr>
              <a:t>n</a:t>
            </a:r>
            <a:r>
              <a:rPr lang="en-US">
                <a:latin typeface="Bookman Old Style" pitchFamily="18" charset="0"/>
              </a:rPr>
              <a:t>. </a:t>
            </a:r>
          </a:p>
          <a:p>
            <a:endParaRPr lang="en-US">
              <a:latin typeface="Bookman Old Style" pitchFamily="18" charset="0"/>
            </a:endParaRPr>
          </a:p>
          <a:p>
            <a:r>
              <a:rPr lang="en-US">
                <a:solidFill>
                  <a:schemeClr val="accent1"/>
                </a:solidFill>
                <a:latin typeface="Bookman Old Style" pitchFamily="18" charset="0"/>
              </a:rPr>
              <a:t>Discrete time</a:t>
            </a:r>
            <a:r>
              <a:rPr lang="en-US">
                <a:latin typeface="Bookman Old Style" pitchFamily="18" charset="0"/>
              </a:rPr>
              <a:t> means </a:t>
            </a:r>
            <a:r>
              <a:rPr lang="en-US" i="1">
                <a:latin typeface="Bookman Old Style" pitchFamily="18" charset="0"/>
              </a:rPr>
              <a:t>n</a:t>
            </a:r>
            <a:r>
              <a:rPr lang="en-US">
                <a:latin typeface="Bookman Old Style" pitchFamily="18" charset="0"/>
              </a:rPr>
              <a:t> </a:t>
            </a:r>
            <a:r>
              <a:rPr lang="en-US">
                <a:latin typeface="Bookman Old Style" pitchFamily="18" charset="0"/>
                <a:sym typeface="Symbol" pitchFamily="18" charset="2"/>
              </a:rPr>
              <a:t></a:t>
            </a:r>
            <a:r>
              <a:rPr lang="en-US">
                <a:latin typeface="Bookman Old Style" pitchFamily="18" charset="0"/>
              </a:rPr>
              <a:t> </a:t>
            </a:r>
            <a:r>
              <a:rPr lang="en-US" i="1">
                <a:latin typeface="Bookman Old Style" pitchFamily="18" charset="0"/>
              </a:rPr>
              <a:t>N</a:t>
            </a:r>
            <a:r>
              <a:rPr lang="en-US">
                <a:latin typeface="Bookman Old Style" pitchFamily="18" charset="0"/>
              </a:rPr>
              <a:t> = {</a:t>
            </a:r>
            <a:r>
              <a:rPr lang="en-US" sz="1200">
                <a:latin typeface="Bookman Old Style" pitchFamily="18" charset="0"/>
              </a:rPr>
              <a:t> </a:t>
            </a:r>
            <a:r>
              <a:rPr lang="en-US">
                <a:latin typeface="Bookman Old Style" pitchFamily="18" charset="0"/>
              </a:rPr>
              <a:t>0, 1, 2, . . . }.</a:t>
            </a:r>
          </a:p>
          <a:p>
            <a:endParaRPr lang="en-US">
              <a:latin typeface="Bookman Old Style" pitchFamily="18" charset="0"/>
            </a:endParaRPr>
          </a:p>
          <a:p>
            <a:pPr algn="ctr"/>
            <a:r>
              <a:rPr lang="en-US" b="1">
                <a:latin typeface="Bookman Old Style" pitchFamily="18" charset="0"/>
              </a:rPr>
              <a:t>The </a:t>
            </a:r>
            <a:r>
              <a:rPr lang="en-US" b="1">
                <a:solidFill>
                  <a:schemeClr val="accent1"/>
                </a:solidFill>
                <a:latin typeface="Bookman Old Style" pitchFamily="18" charset="0"/>
              </a:rPr>
              <a:t>future</a:t>
            </a:r>
            <a:r>
              <a:rPr lang="en-US" b="1">
                <a:latin typeface="Bookman Old Style" pitchFamily="18" charset="0"/>
              </a:rPr>
              <a:t> behavior of the system depends </a:t>
            </a:r>
            <a:r>
              <a:rPr lang="en-US" b="1">
                <a:solidFill>
                  <a:schemeClr val="accent1"/>
                </a:solidFill>
                <a:latin typeface="Bookman Old Style" pitchFamily="18" charset="0"/>
              </a:rPr>
              <a:t>only</a:t>
            </a:r>
            <a:r>
              <a:rPr lang="en-US" b="1">
                <a:latin typeface="Bookman Old Style" pitchFamily="18" charset="0"/>
              </a:rPr>
              <a:t> on the </a:t>
            </a:r>
          </a:p>
          <a:p>
            <a:pPr algn="ctr">
              <a:lnSpc>
                <a:spcPct val="150000"/>
              </a:lnSpc>
            </a:pPr>
            <a:r>
              <a:rPr lang="en-US" b="1">
                <a:latin typeface="Bookman Old Style" pitchFamily="18" charset="0"/>
              </a:rPr>
              <a:t>current state </a:t>
            </a:r>
            <a:r>
              <a:rPr lang="en-US" b="1" i="1" err="1">
                <a:latin typeface="Bookman Old Style" pitchFamily="18" charset="0"/>
              </a:rPr>
              <a:t>i</a:t>
            </a:r>
            <a:r>
              <a:rPr lang="en-US" b="1">
                <a:latin typeface="Bookman Old Style" pitchFamily="18" charset="0"/>
              </a:rPr>
              <a:t> and not on any of the previous states.</a:t>
            </a:r>
            <a:endParaRPr lang="en-US" b="1"/>
          </a:p>
        </p:txBody>
      </p:sp>
      <p:sp>
        <p:nvSpPr>
          <p:cNvPr id="19459" name="Rectangle 11"/>
          <p:cNvSpPr>
            <a:spLocks noGrp="1" noChangeArrowheads="1"/>
          </p:cNvSpPr>
          <p:nvPr>
            <p:ph type="title"/>
          </p:nvPr>
        </p:nvSpPr>
        <p:spPr/>
        <p:txBody>
          <a:bodyPr/>
          <a:lstStyle/>
          <a:p>
            <a:r>
              <a:rPr lang="en-US">
                <a:solidFill>
                  <a:schemeClr val="accent1"/>
                </a:solidFill>
              </a:rPr>
              <a:t>Markov Chain Definition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0">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0">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0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2972682" y="1066800"/>
            <a:ext cx="5694187" cy="1523494"/>
          </a:xfrm>
          <a:prstGeom prst="rect">
            <a:avLst/>
          </a:prstGeom>
          <a:noFill/>
          <a:ln w="9525">
            <a:noFill/>
            <a:miter lim="800000"/>
            <a:headEnd/>
            <a:tailEnd/>
          </a:ln>
        </p:spPr>
        <p:txBody>
          <a:bodyPr wrap="none">
            <a:spAutoFit/>
          </a:bodyPr>
          <a:lstStyle/>
          <a:p>
            <a:pPr algn="ctr">
              <a:spcAft>
                <a:spcPct val="50000"/>
              </a:spcAft>
            </a:pPr>
            <a:r>
              <a:rPr lang="en-US">
                <a:latin typeface="Bookman Old Style" pitchFamily="18" charset="0"/>
              </a:rPr>
              <a:t>Pr{</a:t>
            </a:r>
            <a:r>
              <a:rPr lang="en-US" sz="1200">
                <a:latin typeface="Bookman Old Style" pitchFamily="18" charset="0"/>
              </a:rPr>
              <a:t> </a:t>
            </a:r>
            <a:r>
              <a:rPr lang="en-US" i="1">
                <a:latin typeface="Bookman Old Style" pitchFamily="18" charset="0"/>
              </a:rPr>
              <a:t>X</a:t>
            </a:r>
            <a:r>
              <a:rPr lang="en-US" i="1" baseline="-25000">
                <a:latin typeface="Bookman Old Style" pitchFamily="18" charset="0"/>
              </a:rPr>
              <a:t>n</a:t>
            </a:r>
            <a:r>
              <a:rPr lang="en-US" baseline="-25000">
                <a:latin typeface="Bookman Old Style" pitchFamily="18" charset="0"/>
              </a:rPr>
              <a:t>+1 </a:t>
            </a:r>
            <a:r>
              <a:rPr lang="en-US">
                <a:latin typeface="Bookman Old Style" pitchFamily="18" charset="0"/>
              </a:rPr>
              <a:t>= </a:t>
            </a:r>
            <a:r>
              <a:rPr lang="en-US" i="1">
                <a:latin typeface="Bookman Old Style" pitchFamily="18" charset="0"/>
              </a:rPr>
              <a:t>j</a:t>
            </a:r>
            <a:r>
              <a:rPr lang="en-US">
                <a:latin typeface="Bookman Old Style" pitchFamily="18" charset="0"/>
              </a:rPr>
              <a:t> |</a:t>
            </a:r>
            <a:r>
              <a:rPr lang="en-US" baseline="-25000">
                <a:latin typeface="Century Gothic" pitchFamily="34" charset="0"/>
              </a:rPr>
              <a:t>  </a:t>
            </a:r>
            <a:r>
              <a:rPr lang="en-US" i="1">
                <a:latin typeface="Bookman Old Style" pitchFamily="18" charset="0"/>
              </a:rPr>
              <a:t>X</a:t>
            </a:r>
            <a:r>
              <a:rPr lang="en-US" i="1" baseline="-25000">
                <a:latin typeface="Bookman Old Style" pitchFamily="18" charset="0"/>
              </a:rPr>
              <a:t>n</a:t>
            </a:r>
            <a:r>
              <a:rPr lang="en-US">
                <a:latin typeface="Bookman Old Style" pitchFamily="18" charset="0"/>
              </a:rPr>
              <a:t> = </a:t>
            </a:r>
            <a:r>
              <a:rPr lang="en-US" i="1">
                <a:latin typeface="Bookman Old Style" pitchFamily="18" charset="0"/>
              </a:rPr>
              <a:t>i</a:t>
            </a:r>
            <a:r>
              <a:rPr lang="en-US">
                <a:latin typeface="Bookman Old Style" pitchFamily="18" charset="0"/>
              </a:rPr>
              <a:t> } = Pr{ </a:t>
            </a:r>
            <a:r>
              <a:rPr lang="en-US" i="1">
                <a:latin typeface="Bookman Old Style" pitchFamily="18" charset="0"/>
              </a:rPr>
              <a:t>X</a:t>
            </a:r>
            <a:r>
              <a:rPr lang="en-US" baseline="-25000">
                <a:latin typeface="Bookman Old Style" pitchFamily="18" charset="0"/>
              </a:rPr>
              <a:t>1 </a:t>
            </a:r>
            <a:r>
              <a:rPr lang="en-US">
                <a:latin typeface="Bookman Old Style" pitchFamily="18" charset="0"/>
              </a:rPr>
              <a:t>= </a:t>
            </a:r>
            <a:r>
              <a:rPr lang="en-US" i="1">
                <a:latin typeface="Bookman Old Style" pitchFamily="18" charset="0"/>
              </a:rPr>
              <a:t>j</a:t>
            </a:r>
            <a:r>
              <a:rPr lang="en-US">
                <a:latin typeface="Bookman Old Style" pitchFamily="18" charset="0"/>
              </a:rPr>
              <a:t> |</a:t>
            </a:r>
            <a:r>
              <a:rPr lang="en-US" sz="4800" baseline="-25000">
                <a:latin typeface="Century Gothic" pitchFamily="34" charset="0"/>
              </a:rPr>
              <a:t> </a:t>
            </a:r>
            <a:r>
              <a:rPr lang="en-US" i="1">
                <a:latin typeface="Bookman Old Style" pitchFamily="18" charset="0"/>
              </a:rPr>
              <a:t>X</a:t>
            </a:r>
            <a:r>
              <a:rPr lang="en-US" baseline="-25000">
                <a:latin typeface="Bookman Old Style" pitchFamily="18" charset="0"/>
              </a:rPr>
              <a:t>0</a:t>
            </a:r>
            <a:r>
              <a:rPr lang="en-US">
                <a:latin typeface="Bookman Old Style" pitchFamily="18" charset="0"/>
              </a:rPr>
              <a:t> = </a:t>
            </a:r>
            <a:r>
              <a:rPr lang="en-US" i="1">
                <a:latin typeface="Bookman Old Style" pitchFamily="18" charset="0"/>
              </a:rPr>
              <a:t>i</a:t>
            </a:r>
            <a:r>
              <a:rPr lang="en-US">
                <a:latin typeface="Bookman Old Style" pitchFamily="18" charset="0"/>
              </a:rPr>
              <a:t> }  for all </a:t>
            </a:r>
            <a:r>
              <a:rPr lang="en-US" i="1">
                <a:latin typeface="Bookman Old Style" pitchFamily="18" charset="0"/>
              </a:rPr>
              <a:t>n</a:t>
            </a:r>
          </a:p>
          <a:p>
            <a:pPr algn="ctr">
              <a:spcAft>
                <a:spcPct val="50000"/>
              </a:spcAft>
            </a:pPr>
            <a:r>
              <a:rPr lang="en-US">
                <a:latin typeface="Bookman Old Style" pitchFamily="18" charset="0"/>
              </a:rPr>
              <a:t>(They don’t change over time) </a:t>
            </a:r>
          </a:p>
          <a:p>
            <a:pPr algn="ctr"/>
            <a:r>
              <a:rPr lang="en-US">
                <a:latin typeface="Bookman Old Style" pitchFamily="18" charset="0"/>
              </a:rPr>
              <a:t>We will </a:t>
            </a:r>
            <a:r>
              <a:rPr lang="en-US">
                <a:solidFill>
                  <a:schemeClr val="accent1"/>
                </a:solidFill>
                <a:latin typeface="Bookman Old Style" pitchFamily="18" charset="0"/>
              </a:rPr>
              <a:t>only</a:t>
            </a:r>
            <a:r>
              <a:rPr lang="en-US">
                <a:latin typeface="Bookman Old Style" pitchFamily="18" charset="0"/>
              </a:rPr>
              <a:t> consider stationary Markov chains.</a:t>
            </a:r>
          </a:p>
        </p:txBody>
      </p:sp>
      <p:grpSp>
        <p:nvGrpSpPr>
          <p:cNvPr id="2" name="Group 37"/>
          <p:cNvGrpSpPr>
            <a:grpSpLocks/>
          </p:cNvGrpSpPr>
          <p:nvPr/>
        </p:nvGrpSpPr>
        <p:grpSpPr bwMode="auto">
          <a:xfrm>
            <a:off x="2133600" y="3048000"/>
            <a:ext cx="7772400" cy="3189288"/>
            <a:chOff x="240" y="1872"/>
            <a:chExt cx="4896" cy="2009"/>
          </a:xfrm>
        </p:grpSpPr>
        <p:sp>
          <p:nvSpPr>
            <p:cNvPr id="2054" name="Text Box 34"/>
            <p:cNvSpPr txBox="1">
              <a:spLocks noChangeArrowheads="1"/>
            </p:cNvSpPr>
            <p:nvPr/>
          </p:nvSpPr>
          <p:spPr bwMode="auto">
            <a:xfrm>
              <a:off x="240" y="1872"/>
              <a:ext cx="4896" cy="494"/>
            </a:xfrm>
            <a:prstGeom prst="rect">
              <a:avLst/>
            </a:prstGeom>
            <a:noFill/>
            <a:ln w="9525">
              <a:noFill/>
              <a:miter lim="800000"/>
              <a:headEnd/>
              <a:tailEnd/>
            </a:ln>
          </p:spPr>
          <p:txBody>
            <a:bodyPr>
              <a:spAutoFit/>
            </a:bodyPr>
            <a:lstStyle/>
            <a:p>
              <a:pPr>
                <a:spcAft>
                  <a:spcPct val="50000"/>
                </a:spcAft>
              </a:pPr>
              <a:r>
                <a:rPr lang="en-US">
                  <a:latin typeface="Bookman Old Style" pitchFamily="18" charset="0"/>
                </a:rPr>
                <a:t>The one-step </a:t>
              </a:r>
              <a:r>
                <a:rPr lang="en-US">
                  <a:solidFill>
                    <a:schemeClr val="accent1"/>
                  </a:solidFill>
                  <a:latin typeface="Bookman Old Style" pitchFamily="18" charset="0"/>
                </a:rPr>
                <a:t>transition matrix</a:t>
              </a:r>
              <a:r>
                <a:rPr lang="en-US">
                  <a:latin typeface="Bookman Old Style" pitchFamily="18" charset="0"/>
                </a:rPr>
                <a:t> for a Markov chain </a:t>
              </a:r>
            </a:p>
            <a:p>
              <a:r>
                <a:rPr lang="en-US">
                  <a:latin typeface="Bookman Old Style" pitchFamily="18" charset="0"/>
                </a:rPr>
                <a:t>with states </a:t>
              </a:r>
              <a:r>
                <a:rPr lang="en-US" b="1" i="1">
                  <a:latin typeface="Bookman Old Style" pitchFamily="18" charset="0"/>
                </a:rPr>
                <a:t>S</a:t>
              </a:r>
              <a:r>
                <a:rPr lang="en-US">
                  <a:latin typeface="Bookman Old Style" pitchFamily="18" charset="0"/>
                </a:rPr>
                <a:t> = { 0, 1, 2,…N } is</a:t>
              </a:r>
              <a:endParaRPr lang="en-US"/>
            </a:p>
          </p:txBody>
        </p:sp>
        <p:sp>
          <p:nvSpPr>
            <p:cNvPr id="2056" name="Rectangle 30"/>
            <p:cNvSpPr>
              <a:spLocks noChangeArrowheads="1"/>
            </p:cNvSpPr>
            <p:nvPr/>
          </p:nvSpPr>
          <p:spPr bwMode="auto">
            <a:xfrm>
              <a:off x="1200" y="3648"/>
              <a:ext cx="2243" cy="233"/>
            </a:xfrm>
            <a:prstGeom prst="rect">
              <a:avLst/>
            </a:prstGeom>
            <a:noFill/>
            <a:ln w="9525">
              <a:noFill/>
              <a:miter lim="800000"/>
              <a:headEnd/>
              <a:tailEnd/>
            </a:ln>
          </p:spPr>
          <p:txBody>
            <a:bodyPr wrap="none">
              <a:spAutoFit/>
            </a:bodyPr>
            <a:lstStyle/>
            <a:p>
              <a:r>
                <a:rPr lang="en-US">
                  <a:latin typeface="Bookman Old Style" pitchFamily="18" charset="0"/>
                </a:rPr>
                <a:t>where </a:t>
              </a:r>
              <a:r>
                <a:rPr lang="en-US" i="1">
                  <a:latin typeface="Bookman Old Style" pitchFamily="18" charset="0"/>
                </a:rPr>
                <a:t>p</a:t>
              </a:r>
              <a:r>
                <a:rPr lang="en-US" i="1" baseline="-25000">
                  <a:latin typeface="Bookman Old Style" pitchFamily="18" charset="0"/>
                </a:rPr>
                <a:t>ij</a:t>
              </a:r>
              <a:r>
                <a:rPr lang="en-US">
                  <a:latin typeface="Bookman Old Style" pitchFamily="18" charset="0"/>
                </a:rPr>
                <a:t> =  Pr{ </a:t>
              </a:r>
              <a:r>
                <a:rPr lang="en-US" i="1">
                  <a:latin typeface="Bookman Old Style" pitchFamily="18" charset="0"/>
                </a:rPr>
                <a:t>X</a:t>
              </a:r>
              <a:r>
                <a:rPr lang="en-US" baseline="-25000">
                  <a:latin typeface="Bookman Old Style" pitchFamily="18" charset="0"/>
                </a:rPr>
                <a:t>1 </a:t>
              </a:r>
              <a:r>
                <a:rPr lang="en-US">
                  <a:latin typeface="Bookman Old Style" pitchFamily="18" charset="0"/>
                </a:rPr>
                <a:t>= </a:t>
              </a:r>
              <a:r>
                <a:rPr lang="en-US" i="1">
                  <a:latin typeface="Bookman Old Style" pitchFamily="18" charset="0"/>
                </a:rPr>
                <a:t>j</a:t>
              </a:r>
              <a:r>
                <a:rPr lang="en-US">
                  <a:latin typeface="Bookman Old Style" pitchFamily="18" charset="0"/>
                </a:rPr>
                <a:t> </a:t>
              </a:r>
              <a:r>
                <a:rPr lang="en-US" baseline="-25000">
                  <a:latin typeface="Bookman Old Style" pitchFamily="18" charset="0"/>
                </a:rPr>
                <a:t> </a:t>
              </a:r>
              <a:r>
                <a:rPr lang="en-US">
                  <a:latin typeface="Bookman Old Style" pitchFamily="18" charset="0"/>
                </a:rPr>
                <a:t>| </a:t>
              </a:r>
              <a:r>
                <a:rPr lang="en-US" i="1">
                  <a:latin typeface="Bookman Old Style" pitchFamily="18" charset="0"/>
                </a:rPr>
                <a:t>X</a:t>
              </a:r>
              <a:r>
                <a:rPr lang="en-US" baseline="-25000">
                  <a:latin typeface="Bookman Old Style" pitchFamily="18" charset="0"/>
                </a:rPr>
                <a:t>0</a:t>
              </a:r>
              <a:r>
                <a:rPr lang="en-US">
                  <a:latin typeface="Bookman Old Style" pitchFamily="18" charset="0"/>
                </a:rPr>
                <a:t> = </a:t>
              </a:r>
              <a:r>
                <a:rPr lang="en-US" i="1">
                  <a:latin typeface="Bookman Old Style" pitchFamily="18" charset="0"/>
                </a:rPr>
                <a:t>i</a:t>
              </a:r>
              <a:r>
                <a:rPr lang="en-US">
                  <a:latin typeface="Bookman Old Style" pitchFamily="18" charset="0"/>
                </a:rPr>
                <a:t> }</a:t>
              </a:r>
            </a:p>
          </p:txBody>
        </p:sp>
      </p:grpSp>
      <p:sp>
        <p:nvSpPr>
          <p:cNvPr id="2053" name="Rectangle 38"/>
          <p:cNvSpPr>
            <a:spLocks noGrp="1" noChangeArrowheads="1"/>
          </p:cNvSpPr>
          <p:nvPr>
            <p:ph type="title"/>
          </p:nvPr>
        </p:nvSpPr>
        <p:spPr>
          <a:xfrm>
            <a:off x="2209800" y="152400"/>
            <a:ext cx="8153400" cy="762000"/>
          </a:xfrm>
        </p:spPr>
        <p:txBody>
          <a:bodyPr/>
          <a:lstStyle/>
          <a:p>
            <a:r>
              <a:rPr lang="en-US">
                <a:solidFill>
                  <a:schemeClr val="accent1"/>
                </a:solidFill>
              </a:rPr>
              <a:t>Stationary Transition Probabilities</a:t>
            </a:r>
          </a:p>
        </p:txBody>
      </p:sp>
      <p:pic>
        <p:nvPicPr>
          <p:cNvPr id="23555" name="Picture 3"/>
          <p:cNvPicPr>
            <a:picLocks noChangeAspect="1" noChangeArrowheads="1"/>
          </p:cNvPicPr>
          <p:nvPr/>
        </p:nvPicPr>
        <p:blipFill>
          <a:blip r:embed="rId3" cstate="print"/>
          <a:srcRect/>
          <a:stretch>
            <a:fillRect/>
          </a:stretch>
        </p:blipFill>
        <p:spPr bwMode="auto">
          <a:xfrm>
            <a:off x="4223793" y="4005064"/>
            <a:ext cx="2669083" cy="16761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3071665" y="1052737"/>
            <a:ext cx="6046847" cy="1200329"/>
          </a:xfrm>
          <a:prstGeom prst="rect">
            <a:avLst/>
          </a:prstGeom>
          <a:noFill/>
          <a:ln w="9525">
            <a:noFill/>
            <a:miter lim="800000"/>
            <a:headEnd/>
            <a:tailEnd/>
          </a:ln>
        </p:spPr>
        <p:txBody>
          <a:bodyPr wrap="none">
            <a:spAutoFit/>
          </a:bodyPr>
          <a:lstStyle/>
          <a:p>
            <a:pPr algn="ctr"/>
            <a:r>
              <a:rPr lang="en-US">
                <a:latin typeface="Bookman Old Style" pitchFamily="18" charset="0"/>
              </a:rPr>
              <a:t>If the state space </a:t>
            </a:r>
            <a:r>
              <a:rPr lang="en-US" b="1" i="1">
                <a:latin typeface="Bookman Old Style" pitchFamily="18" charset="0"/>
              </a:rPr>
              <a:t>S</a:t>
            </a:r>
            <a:r>
              <a:rPr lang="en-US">
                <a:latin typeface="Bookman Old Style" pitchFamily="18" charset="0"/>
              </a:rPr>
              <a:t> = {</a:t>
            </a:r>
            <a:r>
              <a:rPr lang="en-US" sz="1200">
                <a:latin typeface="Bookman Old Style" pitchFamily="18" charset="0"/>
              </a:rPr>
              <a:t> </a:t>
            </a:r>
            <a:r>
              <a:rPr lang="en-US">
                <a:latin typeface="Bookman Old Style" pitchFamily="18" charset="0"/>
              </a:rPr>
              <a:t>0, 1, . . . , </a:t>
            </a:r>
            <a:r>
              <a:rPr lang="en-US" i="1">
                <a:latin typeface="Bookman Old Style" pitchFamily="18" charset="0"/>
              </a:rPr>
              <a:t>m</a:t>
            </a:r>
            <a:r>
              <a:rPr lang="en-US" sz="1200" i="1">
                <a:latin typeface="Bookman Old Style" pitchFamily="18" charset="0"/>
              </a:rPr>
              <a:t> </a:t>
            </a:r>
            <a:r>
              <a:rPr lang="en-US">
                <a:latin typeface="Bookman Old Style" pitchFamily="18" charset="0"/>
              </a:rPr>
              <a:t>–1} then we have</a:t>
            </a:r>
          </a:p>
          <a:p>
            <a:pPr algn="ctr"/>
            <a:r>
              <a:rPr lang="en-US">
                <a:latin typeface="Bookman Old Style" pitchFamily="18" charset="0"/>
              </a:rPr>
              <a:t> </a:t>
            </a:r>
          </a:p>
          <a:p>
            <a:pPr algn="ctr"/>
            <a:r>
              <a:rPr lang="en-US">
                <a:latin typeface="Bookman Old Style" pitchFamily="18" charset="0"/>
                <a:sym typeface="Symbol" pitchFamily="18" charset="2"/>
              </a:rPr>
              <a:t></a:t>
            </a:r>
            <a:r>
              <a:rPr lang="en-US" i="1" baseline="-25000">
                <a:latin typeface="Bookman Old Style" pitchFamily="18" charset="0"/>
              </a:rPr>
              <a:t>j</a:t>
            </a:r>
            <a:r>
              <a:rPr lang="en-US">
                <a:latin typeface="Bookman Old Style" pitchFamily="18" charset="0"/>
              </a:rPr>
              <a:t> </a:t>
            </a:r>
            <a:r>
              <a:rPr lang="en-US" i="1" err="1">
                <a:latin typeface="Bookman Old Style" pitchFamily="18" charset="0"/>
              </a:rPr>
              <a:t>p</a:t>
            </a:r>
            <a:r>
              <a:rPr lang="en-US" i="1" baseline="-25000" err="1">
                <a:latin typeface="Bookman Old Style" pitchFamily="18" charset="0"/>
              </a:rPr>
              <a:t>ij</a:t>
            </a:r>
            <a:r>
              <a:rPr lang="en-US" baseline="-25000">
                <a:latin typeface="Bookman Old Style" pitchFamily="18" charset="0"/>
              </a:rPr>
              <a:t> </a:t>
            </a:r>
            <a:r>
              <a:rPr lang="en-US">
                <a:latin typeface="Bookman Old Style" pitchFamily="18" charset="0"/>
              </a:rPr>
              <a:t>= 1  </a:t>
            </a:r>
            <a:r>
              <a:rPr lang="en-US">
                <a:latin typeface="Bookman Old Style" pitchFamily="18" charset="0"/>
                <a:sym typeface="Symbol" pitchFamily="18" charset="2"/>
              </a:rPr>
              <a:t> </a:t>
            </a:r>
            <a:r>
              <a:rPr lang="en-US" i="1" err="1">
                <a:latin typeface="Bookman Old Style" pitchFamily="18" charset="0"/>
              </a:rPr>
              <a:t>i</a:t>
            </a:r>
            <a:r>
              <a:rPr lang="en-US">
                <a:latin typeface="Bookman Old Style" pitchFamily="18" charset="0"/>
              </a:rPr>
              <a:t>    		and   		</a:t>
            </a:r>
            <a:r>
              <a:rPr lang="en-US" i="1" err="1">
                <a:latin typeface="Bookman Old Style" pitchFamily="18" charset="0"/>
              </a:rPr>
              <a:t>p</a:t>
            </a:r>
            <a:r>
              <a:rPr lang="en-US" i="1" baseline="-25000" err="1">
                <a:latin typeface="Bookman Old Style" pitchFamily="18" charset="0"/>
              </a:rPr>
              <a:t>ij</a:t>
            </a:r>
            <a:r>
              <a:rPr lang="en-US" baseline="-25000">
                <a:latin typeface="Bookman Old Style" pitchFamily="18" charset="0"/>
              </a:rPr>
              <a:t>  </a:t>
            </a:r>
            <a:r>
              <a:rPr lang="en-US">
                <a:latin typeface="Bookman Old Style" pitchFamily="18" charset="0"/>
                <a:sym typeface="Symbol" pitchFamily="18" charset="2"/>
              </a:rPr>
              <a:t></a:t>
            </a:r>
            <a:r>
              <a:rPr lang="en-US">
                <a:latin typeface="Bookman Old Style" pitchFamily="18" charset="0"/>
              </a:rPr>
              <a:t> 0  </a:t>
            </a:r>
            <a:r>
              <a:rPr lang="en-US">
                <a:latin typeface="Bookman Old Style" pitchFamily="18" charset="0"/>
                <a:sym typeface="Symbol" pitchFamily="18" charset="2"/>
              </a:rPr>
              <a:t> </a:t>
            </a:r>
            <a:r>
              <a:rPr lang="en-US" i="1" err="1">
                <a:latin typeface="Bookman Old Style" pitchFamily="18" charset="0"/>
              </a:rPr>
              <a:t>i</a:t>
            </a:r>
            <a:r>
              <a:rPr lang="en-US">
                <a:latin typeface="Bookman Old Style" pitchFamily="18" charset="0"/>
              </a:rPr>
              <a:t>, </a:t>
            </a:r>
            <a:r>
              <a:rPr lang="en-US" i="1">
                <a:latin typeface="Bookman Old Style" pitchFamily="18" charset="0"/>
              </a:rPr>
              <a:t>j </a:t>
            </a:r>
          </a:p>
          <a:p>
            <a:pPr algn="ctr"/>
            <a:endParaRPr lang="en-US"/>
          </a:p>
        </p:txBody>
      </p:sp>
      <p:sp>
        <p:nvSpPr>
          <p:cNvPr id="20483" name="Text Box 3"/>
          <p:cNvSpPr txBox="1">
            <a:spLocks noChangeArrowheads="1"/>
          </p:cNvSpPr>
          <p:nvPr/>
        </p:nvSpPr>
        <p:spPr bwMode="auto">
          <a:xfrm>
            <a:off x="2999656" y="2132857"/>
            <a:ext cx="6795450" cy="646331"/>
          </a:xfrm>
          <a:prstGeom prst="rect">
            <a:avLst/>
          </a:prstGeom>
          <a:noFill/>
          <a:ln w="9525">
            <a:noFill/>
            <a:miter lim="800000"/>
            <a:headEnd/>
            <a:tailEnd/>
          </a:ln>
        </p:spPr>
        <p:txBody>
          <a:bodyPr wrap="none">
            <a:spAutoFit/>
          </a:bodyPr>
          <a:lstStyle/>
          <a:p>
            <a:r>
              <a:rPr lang="en-US">
                <a:latin typeface="Bookman Old Style" pitchFamily="18" charset="0"/>
              </a:rPr>
              <a:t> (we must  			          (each transition </a:t>
            </a:r>
          </a:p>
          <a:p>
            <a:r>
              <a:rPr lang="en-US">
                <a:latin typeface="Bookman Old Style" pitchFamily="18" charset="0"/>
              </a:rPr>
              <a:t>  go somewhere)	              	          has probability </a:t>
            </a:r>
            <a:r>
              <a:rPr lang="en-US">
                <a:latin typeface="Bookman Old Style" pitchFamily="18" charset="0"/>
                <a:sym typeface="Symbol" pitchFamily="18" charset="2"/>
              </a:rPr>
              <a:t></a:t>
            </a:r>
            <a:r>
              <a:rPr lang="en-US">
                <a:latin typeface="Bookman Old Style" pitchFamily="18" charset="0"/>
              </a:rPr>
              <a:t> 0)</a:t>
            </a:r>
          </a:p>
        </p:txBody>
      </p:sp>
      <p:grpSp>
        <p:nvGrpSpPr>
          <p:cNvPr id="2" name="Group 9"/>
          <p:cNvGrpSpPr>
            <a:grpSpLocks/>
          </p:cNvGrpSpPr>
          <p:nvPr/>
        </p:nvGrpSpPr>
        <p:grpSpPr bwMode="auto">
          <a:xfrm>
            <a:off x="2711624" y="3140968"/>
            <a:ext cx="7086600" cy="2870200"/>
            <a:chOff x="336" y="1806"/>
            <a:chExt cx="4464" cy="1808"/>
          </a:xfrm>
        </p:grpSpPr>
        <p:sp>
          <p:nvSpPr>
            <p:cNvPr id="20486" name="Text Box 4"/>
            <p:cNvSpPr txBox="1">
              <a:spLocks noChangeArrowheads="1"/>
            </p:cNvSpPr>
            <p:nvPr/>
          </p:nvSpPr>
          <p:spPr bwMode="auto">
            <a:xfrm>
              <a:off x="336" y="1806"/>
              <a:ext cx="1887" cy="233"/>
            </a:xfrm>
            <a:prstGeom prst="rect">
              <a:avLst/>
            </a:prstGeom>
            <a:noFill/>
            <a:ln w="9525">
              <a:noFill/>
              <a:miter lim="800000"/>
              <a:headEnd/>
              <a:tailEnd/>
            </a:ln>
          </p:spPr>
          <p:txBody>
            <a:bodyPr wrap="none">
              <a:spAutoFit/>
            </a:bodyPr>
            <a:lstStyle/>
            <a:p>
              <a:r>
                <a:rPr lang="en-US">
                  <a:solidFill>
                    <a:schemeClr val="accent2"/>
                  </a:solidFill>
                  <a:latin typeface="Bookman Old Style" pitchFamily="18" charset="0"/>
                </a:rPr>
                <a:t>Gambler’s Ruin Example</a:t>
              </a:r>
              <a:endParaRPr lang="en-US"/>
            </a:p>
          </p:txBody>
        </p:sp>
        <p:sp>
          <p:nvSpPr>
            <p:cNvPr id="20487" name="Text Box 6"/>
            <p:cNvSpPr txBox="1">
              <a:spLocks noChangeArrowheads="1"/>
            </p:cNvSpPr>
            <p:nvPr/>
          </p:nvSpPr>
          <p:spPr bwMode="auto">
            <a:xfrm>
              <a:off x="768" y="2160"/>
              <a:ext cx="4032" cy="1454"/>
            </a:xfrm>
            <a:prstGeom prst="rect">
              <a:avLst/>
            </a:prstGeom>
            <a:noFill/>
            <a:ln w="9525">
              <a:noFill/>
              <a:miter lim="800000"/>
              <a:headEnd/>
              <a:tailEnd/>
            </a:ln>
          </p:spPr>
          <p:txBody>
            <a:bodyPr>
              <a:spAutoFit/>
            </a:bodyPr>
            <a:lstStyle/>
            <a:p>
              <a:r>
                <a:rPr lang="en-US" sz="3600" baseline="-25000">
                  <a:latin typeface="Bookman Old Style" pitchFamily="18" charset="0"/>
                </a:rPr>
                <a:t>	</a:t>
              </a:r>
              <a:r>
                <a:rPr lang="en-US" sz="3600" baseline="-25000">
                  <a:solidFill>
                    <a:schemeClr val="accent1"/>
                  </a:solidFill>
                  <a:latin typeface="Bookman Old Style" pitchFamily="18" charset="0"/>
                </a:rPr>
                <a:t>0	1	2	3	4</a:t>
              </a:r>
              <a:r>
                <a:rPr lang="en-US" sz="3600" baseline="-25000">
                  <a:latin typeface="Bookman Old Style" pitchFamily="18" charset="0"/>
                </a:rPr>
                <a:t>	</a:t>
              </a:r>
              <a:endParaRPr lang="en-US" sz="3600" baseline="-25000">
                <a:latin typeface="Century Gothic" pitchFamily="34" charset="0"/>
              </a:endParaRPr>
            </a:p>
            <a:p>
              <a:r>
                <a:rPr lang="en-US" sz="3600" baseline="-25000">
                  <a:solidFill>
                    <a:schemeClr val="accent1"/>
                  </a:solidFill>
                  <a:latin typeface="Bookman Old Style" pitchFamily="18" charset="0"/>
                </a:rPr>
                <a:t>0</a:t>
              </a:r>
              <a:r>
                <a:rPr lang="en-US" sz="3600" baseline="-25000">
                  <a:latin typeface="Bookman Old Style" pitchFamily="18" charset="0"/>
                </a:rPr>
                <a:t>        1	0	0	0	0	</a:t>
              </a:r>
              <a:endParaRPr lang="en-US" sz="3600" baseline="-25000">
                <a:latin typeface="Century Gothic" pitchFamily="34" charset="0"/>
              </a:endParaRPr>
            </a:p>
            <a:p>
              <a:r>
                <a:rPr lang="en-US" sz="3600" baseline="-25000">
                  <a:solidFill>
                    <a:schemeClr val="accent1"/>
                  </a:solidFill>
                  <a:latin typeface="Bookman Old Style" pitchFamily="18" charset="0"/>
                </a:rPr>
                <a:t>1</a:t>
              </a:r>
              <a:r>
                <a:rPr lang="en-US" sz="3600" baseline="-25000">
                  <a:latin typeface="Bookman Old Style" pitchFamily="18" charset="0"/>
                </a:rPr>
                <a:t>	1-</a:t>
              </a:r>
              <a:r>
                <a:rPr lang="en-US" sz="3600" i="1" baseline="-25000">
                  <a:latin typeface="Bookman Old Style" pitchFamily="18" charset="0"/>
                </a:rPr>
                <a:t>p</a:t>
              </a:r>
              <a:r>
                <a:rPr lang="en-US" sz="3600" baseline="-25000">
                  <a:latin typeface="Bookman Old Style" pitchFamily="18" charset="0"/>
                </a:rPr>
                <a:t>	0	</a:t>
              </a:r>
              <a:r>
                <a:rPr lang="en-US" sz="3600" i="1" baseline="-25000">
                  <a:latin typeface="Bookman Old Style" pitchFamily="18" charset="0"/>
                </a:rPr>
                <a:t>p</a:t>
              </a:r>
              <a:r>
                <a:rPr lang="en-US" sz="3600" baseline="-25000">
                  <a:latin typeface="Bookman Old Style" pitchFamily="18" charset="0"/>
                </a:rPr>
                <a:t>	0	0	</a:t>
              </a:r>
              <a:endParaRPr lang="en-US" sz="3600" baseline="-25000">
                <a:latin typeface="Century Gothic" pitchFamily="34" charset="0"/>
              </a:endParaRPr>
            </a:p>
            <a:p>
              <a:r>
                <a:rPr lang="en-US" sz="3600" baseline="-25000">
                  <a:solidFill>
                    <a:schemeClr val="accent1"/>
                  </a:solidFill>
                  <a:latin typeface="Bookman Old Style" pitchFamily="18" charset="0"/>
                </a:rPr>
                <a:t>2</a:t>
              </a:r>
              <a:r>
                <a:rPr lang="en-US" sz="3600" baseline="-25000">
                  <a:latin typeface="Bookman Old Style" pitchFamily="18" charset="0"/>
                </a:rPr>
                <a:t>	0	1-</a:t>
              </a:r>
              <a:r>
                <a:rPr lang="en-US" sz="3600" i="1" baseline="-25000">
                  <a:latin typeface="Bookman Old Style" pitchFamily="18" charset="0"/>
                </a:rPr>
                <a:t>p</a:t>
              </a:r>
              <a:r>
                <a:rPr lang="en-US" sz="3600" baseline="-25000">
                  <a:latin typeface="Bookman Old Style" pitchFamily="18" charset="0"/>
                </a:rPr>
                <a:t>	0	</a:t>
              </a:r>
              <a:r>
                <a:rPr lang="en-US" sz="3600" i="1" baseline="-25000">
                  <a:latin typeface="Bookman Old Style" pitchFamily="18" charset="0"/>
                </a:rPr>
                <a:t>p</a:t>
              </a:r>
              <a:r>
                <a:rPr lang="en-US" sz="3600" baseline="-25000">
                  <a:latin typeface="Bookman Old Style" pitchFamily="18" charset="0"/>
                </a:rPr>
                <a:t>	0	</a:t>
              </a:r>
              <a:endParaRPr lang="en-US" sz="3600" baseline="-25000">
                <a:latin typeface="Century Gothic" pitchFamily="34" charset="0"/>
              </a:endParaRPr>
            </a:p>
            <a:p>
              <a:r>
                <a:rPr lang="en-US" sz="3600" baseline="-25000">
                  <a:solidFill>
                    <a:schemeClr val="accent1"/>
                  </a:solidFill>
                  <a:latin typeface="Bookman Old Style" pitchFamily="18" charset="0"/>
                </a:rPr>
                <a:t>3</a:t>
              </a:r>
              <a:r>
                <a:rPr lang="en-US" sz="3600" baseline="-25000">
                  <a:latin typeface="Bookman Old Style" pitchFamily="18" charset="0"/>
                </a:rPr>
                <a:t>	0	0	1-</a:t>
              </a:r>
              <a:r>
                <a:rPr lang="en-US" sz="3600" i="1" baseline="-25000">
                  <a:latin typeface="Bookman Old Style" pitchFamily="18" charset="0"/>
                </a:rPr>
                <a:t>p</a:t>
              </a:r>
              <a:r>
                <a:rPr lang="en-US" sz="3600" baseline="-25000">
                  <a:latin typeface="Bookman Old Style" pitchFamily="18" charset="0"/>
                </a:rPr>
                <a:t>	0	</a:t>
              </a:r>
              <a:r>
                <a:rPr lang="en-US" sz="3600" i="1" baseline="-25000">
                  <a:latin typeface="Bookman Old Style" pitchFamily="18" charset="0"/>
                </a:rPr>
                <a:t>p</a:t>
              </a:r>
              <a:r>
                <a:rPr lang="en-US" sz="3600" baseline="-25000">
                  <a:latin typeface="Bookman Old Style" pitchFamily="18" charset="0"/>
                </a:rPr>
                <a:t>	</a:t>
              </a:r>
              <a:endParaRPr lang="en-US" sz="3600" baseline="-25000">
                <a:latin typeface="Century Gothic" pitchFamily="34" charset="0"/>
              </a:endParaRPr>
            </a:p>
            <a:p>
              <a:r>
                <a:rPr lang="en-US" sz="3600" baseline="-25000">
                  <a:solidFill>
                    <a:schemeClr val="accent1"/>
                  </a:solidFill>
                  <a:latin typeface="Bookman Old Style" pitchFamily="18" charset="0"/>
                </a:rPr>
                <a:t>4</a:t>
              </a:r>
              <a:r>
                <a:rPr lang="en-US" sz="3600" baseline="-25000">
                  <a:latin typeface="Bookman Old Style" pitchFamily="18" charset="0"/>
                </a:rPr>
                <a:t>	0	0	0	0	1	</a:t>
              </a:r>
              <a:endParaRPr lang="en-US" sz="3600" baseline="-25000">
                <a:latin typeface="Century Gothic" pitchFamily="34" charset="0"/>
              </a:endParaRPr>
            </a:p>
          </p:txBody>
        </p:sp>
        <p:sp>
          <p:nvSpPr>
            <p:cNvPr id="20488" name="Line 7"/>
            <p:cNvSpPr>
              <a:spLocks noChangeShapeType="1"/>
            </p:cNvSpPr>
            <p:nvPr/>
          </p:nvSpPr>
          <p:spPr bwMode="auto">
            <a:xfrm>
              <a:off x="720" y="2496"/>
              <a:ext cx="3552" cy="0"/>
            </a:xfrm>
            <a:prstGeom prst="line">
              <a:avLst/>
            </a:prstGeom>
            <a:noFill/>
            <a:ln w="9525">
              <a:solidFill>
                <a:schemeClr val="tx1"/>
              </a:solidFill>
              <a:round/>
              <a:headEnd/>
              <a:tailEnd/>
            </a:ln>
          </p:spPr>
          <p:txBody>
            <a:bodyPr/>
            <a:lstStyle/>
            <a:p>
              <a:endParaRPr lang="es-ES"/>
            </a:p>
          </p:txBody>
        </p:sp>
        <p:sp>
          <p:nvSpPr>
            <p:cNvPr id="20489" name="Line 8"/>
            <p:cNvSpPr>
              <a:spLocks noChangeShapeType="1"/>
            </p:cNvSpPr>
            <p:nvPr/>
          </p:nvSpPr>
          <p:spPr bwMode="auto">
            <a:xfrm>
              <a:off x="1152" y="2304"/>
              <a:ext cx="0" cy="1296"/>
            </a:xfrm>
            <a:prstGeom prst="line">
              <a:avLst/>
            </a:prstGeom>
            <a:noFill/>
            <a:ln w="9525">
              <a:solidFill>
                <a:schemeClr val="tx1"/>
              </a:solidFill>
              <a:round/>
              <a:headEnd/>
              <a:tailEnd/>
            </a:ln>
          </p:spPr>
          <p:txBody>
            <a:bodyPr/>
            <a:lstStyle/>
            <a:p>
              <a:endParaRPr lang="es-ES"/>
            </a:p>
          </p:txBody>
        </p:sp>
      </p:grpSp>
      <p:sp>
        <p:nvSpPr>
          <p:cNvPr id="20485" name="Rectangle 10"/>
          <p:cNvSpPr>
            <a:spLocks noChangeArrowheads="1"/>
          </p:cNvSpPr>
          <p:nvPr/>
        </p:nvSpPr>
        <p:spPr bwMode="auto">
          <a:xfrm>
            <a:off x="2209800" y="228600"/>
            <a:ext cx="8153400" cy="533400"/>
          </a:xfrm>
          <a:prstGeom prst="rect">
            <a:avLst/>
          </a:prstGeom>
          <a:noFill/>
          <a:ln w="9525">
            <a:noFill/>
            <a:miter lim="800000"/>
            <a:headEnd/>
            <a:tailEnd/>
          </a:ln>
        </p:spPr>
        <p:txBody>
          <a:bodyPr anchor="ctr"/>
          <a:lstStyle/>
          <a:p>
            <a:pPr algn="ctr"/>
            <a:r>
              <a:rPr lang="en-US" sz="3200">
                <a:solidFill>
                  <a:schemeClr val="accent1"/>
                </a:solidFill>
                <a:latin typeface="Bookman Old Style" pitchFamily="18" charset="0"/>
              </a:rPr>
              <a:t>Properties of Transition Matrix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err="1">
                <a:solidFill>
                  <a:srgbClr val="0070C0"/>
                </a:solidFill>
              </a:rPr>
              <a:t>System</a:t>
            </a:r>
            <a:r>
              <a:rPr lang="es-ES">
                <a:solidFill>
                  <a:srgbClr val="0070C0"/>
                </a:solidFill>
              </a:rPr>
              <a:t> </a:t>
            </a:r>
            <a:r>
              <a:rPr lang="es-ES" err="1">
                <a:solidFill>
                  <a:srgbClr val="0070C0"/>
                </a:solidFill>
              </a:rPr>
              <a:t>States</a:t>
            </a:r>
            <a:endParaRPr lang="es-ES">
              <a:solidFill>
                <a:srgbClr val="0070C0"/>
              </a:solidFill>
            </a:endParaRPr>
          </a:p>
        </p:txBody>
      </p:sp>
      <p:sp>
        <p:nvSpPr>
          <p:cNvPr id="3" name="2 Marcador de contenido"/>
          <p:cNvSpPr>
            <a:spLocks noGrp="1"/>
          </p:cNvSpPr>
          <p:nvPr>
            <p:ph idx="1"/>
          </p:nvPr>
        </p:nvSpPr>
        <p:spPr>
          <a:xfrm>
            <a:off x="6528048" y="1532435"/>
            <a:ext cx="3682752" cy="4709119"/>
          </a:xfrm>
        </p:spPr>
        <p:txBody>
          <a:bodyPr>
            <a:normAutofit fontScale="85000" lnSpcReduction="20000"/>
          </a:bodyPr>
          <a:lstStyle/>
          <a:p>
            <a:pPr marL="0" indent="0">
              <a:buNone/>
            </a:pPr>
            <a:r>
              <a:rPr lang="en-US" sz="2400"/>
              <a:t>The first step in representing a system as a Markov chain is to </a:t>
            </a:r>
            <a:r>
              <a:rPr lang="en-US" sz="2400" err="1"/>
              <a:t>itemise</a:t>
            </a:r>
            <a:r>
              <a:rPr lang="en-US" sz="2400"/>
              <a:t> its possible states. For the file system example an obvious, </a:t>
            </a:r>
            <a:r>
              <a:rPr lang="en-US" sz="2400" b="1"/>
              <a:t>but incorrect</a:t>
            </a:r>
            <a:r>
              <a:rPr lang="en-US" sz="2400"/>
              <a:t>, way of representing the state at any time is by the number of fi</a:t>
            </a:r>
            <a:r>
              <a:rPr lang="es-ES" sz="2400"/>
              <a:t>le </a:t>
            </a:r>
            <a:r>
              <a:rPr lang="es-ES" sz="2400" err="1"/>
              <a:t>descriptors</a:t>
            </a:r>
            <a:r>
              <a:rPr lang="es-ES" sz="2400"/>
              <a:t> in use</a:t>
            </a:r>
          </a:p>
          <a:p>
            <a:pPr marL="0" indent="0">
              <a:buNone/>
            </a:pPr>
            <a:endParaRPr lang="es-ES" sz="2400"/>
          </a:p>
          <a:p>
            <a:pPr marL="0" indent="0">
              <a:buNone/>
            </a:pPr>
            <a:r>
              <a:rPr lang="en-US" sz="2400"/>
              <a:t>While this is simple, it unfortunately breaks the fundamental assumption of Markov chains : </a:t>
            </a:r>
          </a:p>
          <a:p>
            <a:pPr marL="457200" lvl="1" indent="0">
              <a:buNone/>
            </a:pPr>
            <a:r>
              <a:rPr lang="en-US" sz="2000" i="1"/>
              <a:t>the probability of being in state j at time t + 1 depends only on being in state </a:t>
            </a:r>
            <a:r>
              <a:rPr lang="en-US" sz="2000" i="1" err="1"/>
              <a:t>i</a:t>
            </a:r>
            <a:r>
              <a:rPr lang="en-US" sz="2000" i="1"/>
              <a:t> at time t. The history of how state </a:t>
            </a:r>
            <a:r>
              <a:rPr lang="en-US" sz="2000" i="1" err="1"/>
              <a:t>i</a:t>
            </a:r>
            <a:r>
              <a:rPr lang="en-US" sz="2000" i="1"/>
              <a:t> was reached is irrelevant</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40</a:t>
            </a:fld>
            <a:endParaRPr lang="es-ES"/>
          </a:p>
        </p:txBody>
      </p:sp>
      <p:sp>
        <p:nvSpPr>
          <p:cNvPr id="5" name="CuadroTexto 4">
            <a:extLst>
              <a:ext uri="{FF2B5EF4-FFF2-40B4-BE49-F238E27FC236}">
                <a16:creationId xmlns:a16="http://schemas.microsoft.com/office/drawing/2014/main" id="{A8C187BB-6899-C341-AEE2-F7A99AE07E54}"/>
              </a:ext>
            </a:extLst>
          </p:cNvPr>
          <p:cNvSpPr txBox="1"/>
          <p:nvPr/>
        </p:nvSpPr>
        <p:spPr>
          <a:xfrm>
            <a:off x="5307107" y="5127812"/>
            <a:ext cx="184731" cy="369332"/>
          </a:xfrm>
          <a:prstGeom prst="rect">
            <a:avLst/>
          </a:prstGeom>
          <a:noFill/>
        </p:spPr>
        <p:txBody>
          <a:bodyPr wrap="none" rtlCol="0">
            <a:spAutoFit/>
          </a:bodyPr>
          <a:lstStyle/>
          <a:p>
            <a:endParaRPr lang="es-ES"/>
          </a:p>
        </p:txBody>
      </p:sp>
      <p:pic>
        <p:nvPicPr>
          <p:cNvPr id="6" name="Picture 2">
            <a:extLst>
              <a:ext uri="{FF2B5EF4-FFF2-40B4-BE49-F238E27FC236}">
                <a16:creationId xmlns:a16="http://schemas.microsoft.com/office/drawing/2014/main" id="{1A0B2A67-F201-304B-B6EA-DE876B8A5C19}"/>
              </a:ext>
            </a:extLst>
          </p:cNvPr>
          <p:cNvPicPr>
            <a:picLocks noChangeAspect="1" noChangeArrowheads="1"/>
          </p:cNvPicPr>
          <p:nvPr/>
        </p:nvPicPr>
        <p:blipFill>
          <a:blip r:embed="rId2" cstate="print"/>
          <a:srcRect/>
          <a:stretch>
            <a:fillRect/>
          </a:stretch>
        </p:blipFill>
        <p:spPr bwMode="auto">
          <a:xfrm>
            <a:off x="1851373" y="1600202"/>
            <a:ext cx="4244627" cy="4275685"/>
          </a:xfrm>
          <a:prstGeom prst="rect">
            <a:avLst/>
          </a:prstGeom>
          <a:noFill/>
          <a:ln w="9525">
            <a:noFill/>
            <a:miter lim="800000"/>
            <a:headEnd/>
            <a:tailEnd/>
          </a:ln>
        </p:spPr>
      </p:pic>
    </p:spTree>
    <p:extLst>
      <p:ext uri="{BB962C8B-B14F-4D97-AF65-F5344CB8AC3E}">
        <p14:creationId xmlns:p14="http://schemas.microsoft.com/office/powerpoint/2010/main" val="2891269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err="1">
                <a:solidFill>
                  <a:srgbClr val="0070C0"/>
                </a:solidFill>
              </a:rPr>
              <a:t>System</a:t>
            </a:r>
            <a:r>
              <a:rPr lang="es-ES">
                <a:solidFill>
                  <a:srgbClr val="0070C0"/>
                </a:solidFill>
              </a:rPr>
              <a:t> </a:t>
            </a:r>
            <a:r>
              <a:rPr lang="es-ES" err="1">
                <a:solidFill>
                  <a:srgbClr val="0070C0"/>
                </a:solidFill>
              </a:rPr>
              <a:t>States</a:t>
            </a:r>
            <a:endParaRPr lang="es-ES">
              <a:solidFill>
                <a:srgbClr val="0070C0"/>
              </a:solidFill>
            </a:endParaRPr>
          </a:p>
        </p:txBody>
      </p:sp>
      <p:sp>
        <p:nvSpPr>
          <p:cNvPr id="3" name="2 Marcador de contenido"/>
          <p:cNvSpPr>
            <a:spLocks noGrp="1"/>
          </p:cNvSpPr>
          <p:nvPr>
            <p:ph idx="1"/>
          </p:nvPr>
        </p:nvSpPr>
        <p:spPr>
          <a:xfrm>
            <a:off x="6517054" y="1468240"/>
            <a:ext cx="3942775" cy="4920902"/>
          </a:xfrm>
        </p:spPr>
        <p:txBody>
          <a:bodyPr>
            <a:normAutofit fontScale="77500" lnSpcReduction="20000"/>
          </a:bodyPr>
          <a:lstStyle/>
          <a:p>
            <a:pPr marL="0" indent="0">
              <a:buNone/>
            </a:pPr>
            <a:r>
              <a:rPr lang="en-US" sz="2400"/>
              <a:t>Le us assume that the current number of le descriptors in use is 131 and that we want to predict how many will be in use at the next sampling time</a:t>
            </a:r>
          </a:p>
          <a:p>
            <a:endParaRPr lang="en-US" sz="2400"/>
          </a:p>
          <a:p>
            <a:pPr marL="457200" lvl="1" indent="0">
              <a:buNone/>
            </a:pPr>
            <a:r>
              <a:rPr lang="es-ES" sz="2000"/>
              <a:t>To </a:t>
            </a:r>
            <a:r>
              <a:rPr lang="en-US" sz="2000"/>
              <a:t>apply a Markov chain, we must assume that </a:t>
            </a:r>
            <a:r>
              <a:rPr lang="en-US" sz="2000">
                <a:solidFill>
                  <a:srgbClr val="FF0000"/>
                </a:solidFill>
              </a:rPr>
              <a:t>this will not depend on </a:t>
            </a:r>
            <a:r>
              <a:rPr lang="es-ES" sz="2000" err="1">
                <a:solidFill>
                  <a:srgbClr val="FF0000"/>
                </a:solidFill>
              </a:rPr>
              <a:t>any</a:t>
            </a:r>
            <a:r>
              <a:rPr lang="es-ES" sz="2000">
                <a:solidFill>
                  <a:srgbClr val="FF0000"/>
                </a:solidFill>
              </a:rPr>
              <a:t> </a:t>
            </a:r>
            <a:r>
              <a:rPr lang="es-ES" sz="2000" err="1">
                <a:solidFill>
                  <a:srgbClr val="FF0000"/>
                </a:solidFill>
              </a:rPr>
              <a:t>earlier</a:t>
            </a:r>
            <a:r>
              <a:rPr lang="es-ES" sz="2000">
                <a:solidFill>
                  <a:srgbClr val="FF0000"/>
                </a:solidFill>
              </a:rPr>
              <a:t> </a:t>
            </a:r>
            <a:r>
              <a:rPr lang="es-ES" sz="2000" err="1">
                <a:solidFill>
                  <a:srgbClr val="FF0000"/>
                </a:solidFill>
              </a:rPr>
              <a:t>values</a:t>
            </a:r>
            <a:endParaRPr lang="es-ES" sz="2000">
              <a:solidFill>
                <a:srgbClr val="FF0000"/>
              </a:solidFill>
            </a:endParaRPr>
          </a:p>
          <a:p>
            <a:pPr marL="457200" lvl="1" indent="0">
              <a:buNone/>
            </a:pPr>
            <a:endParaRPr lang="es-ES" sz="2000">
              <a:solidFill>
                <a:srgbClr val="FF0000"/>
              </a:solidFill>
            </a:endParaRPr>
          </a:p>
          <a:p>
            <a:pPr marL="457200" lvl="1" indent="0">
              <a:buNone/>
            </a:pPr>
            <a:r>
              <a:rPr lang="en-US" sz="2000"/>
              <a:t>this is not true, because the use of descriptors is clearly cyclic, and the value of 131 can occur both on a downward and an upward part of the cycle.</a:t>
            </a:r>
          </a:p>
          <a:p>
            <a:pPr marL="457200" lvl="1" indent="0">
              <a:buNone/>
            </a:pPr>
            <a:endParaRPr lang="en-US" sz="2000"/>
          </a:p>
          <a:p>
            <a:pPr marL="457200" lvl="1" indent="0">
              <a:buNone/>
            </a:pPr>
            <a:r>
              <a:rPr lang="en-US" sz="2000"/>
              <a:t>During a downward cycle, the probability of moving from 131 descriptors in use to 129 in use is much higher than it would be on an upward cycle</a:t>
            </a:r>
            <a:endParaRPr lang="es-ES" sz="20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41</a:t>
            </a:fld>
            <a:endParaRPr lang="es-ES"/>
          </a:p>
        </p:txBody>
      </p:sp>
      <p:sp>
        <p:nvSpPr>
          <p:cNvPr id="5" name="CuadroTexto 4">
            <a:extLst>
              <a:ext uri="{FF2B5EF4-FFF2-40B4-BE49-F238E27FC236}">
                <a16:creationId xmlns:a16="http://schemas.microsoft.com/office/drawing/2014/main" id="{A8C187BB-6899-C341-AEE2-F7A99AE07E54}"/>
              </a:ext>
            </a:extLst>
          </p:cNvPr>
          <p:cNvSpPr txBox="1"/>
          <p:nvPr/>
        </p:nvSpPr>
        <p:spPr>
          <a:xfrm>
            <a:off x="5307107" y="5127812"/>
            <a:ext cx="184731" cy="369332"/>
          </a:xfrm>
          <a:prstGeom prst="rect">
            <a:avLst/>
          </a:prstGeom>
          <a:noFill/>
        </p:spPr>
        <p:txBody>
          <a:bodyPr wrap="none" rtlCol="0">
            <a:spAutoFit/>
          </a:bodyPr>
          <a:lstStyle/>
          <a:p>
            <a:endParaRPr lang="es-ES"/>
          </a:p>
        </p:txBody>
      </p:sp>
      <p:pic>
        <p:nvPicPr>
          <p:cNvPr id="6" name="Picture 2">
            <a:extLst>
              <a:ext uri="{FF2B5EF4-FFF2-40B4-BE49-F238E27FC236}">
                <a16:creationId xmlns:a16="http://schemas.microsoft.com/office/drawing/2014/main" id="{1A0B2A67-F201-304B-B6EA-DE876B8A5C19}"/>
              </a:ext>
            </a:extLst>
          </p:cNvPr>
          <p:cNvPicPr>
            <a:picLocks noChangeAspect="1" noChangeArrowheads="1"/>
          </p:cNvPicPr>
          <p:nvPr/>
        </p:nvPicPr>
        <p:blipFill>
          <a:blip r:embed="rId2" cstate="print"/>
          <a:srcRect/>
          <a:stretch>
            <a:fillRect/>
          </a:stretch>
        </p:blipFill>
        <p:spPr bwMode="auto">
          <a:xfrm>
            <a:off x="1732171" y="1556793"/>
            <a:ext cx="4460458" cy="4493095"/>
          </a:xfrm>
          <a:prstGeom prst="rect">
            <a:avLst/>
          </a:prstGeom>
          <a:noFill/>
          <a:ln w="9525">
            <a:noFill/>
            <a:miter lim="800000"/>
            <a:headEnd/>
            <a:tailEnd/>
          </a:ln>
        </p:spPr>
      </p:pic>
    </p:spTree>
    <p:extLst>
      <p:ext uri="{BB962C8B-B14F-4D97-AF65-F5344CB8AC3E}">
        <p14:creationId xmlns:p14="http://schemas.microsoft.com/office/powerpoint/2010/main" val="3236096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err="1">
                <a:solidFill>
                  <a:srgbClr val="0070C0"/>
                </a:solidFill>
              </a:rPr>
              <a:t>System</a:t>
            </a:r>
            <a:r>
              <a:rPr lang="es-ES">
                <a:solidFill>
                  <a:srgbClr val="0070C0"/>
                </a:solidFill>
              </a:rPr>
              <a:t> </a:t>
            </a:r>
            <a:r>
              <a:rPr lang="es-ES" err="1">
                <a:solidFill>
                  <a:srgbClr val="0070C0"/>
                </a:solidFill>
              </a:rPr>
              <a:t>States</a:t>
            </a:r>
            <a:endParaRPr lang="es-ES">
              <a:solidFill>
                <a:srgbClr val="0070C0"/>
              </a:solidFill>
            </a:endParaRPr>
          </a:p>
        </p:txBody>
      </p:sp>
      <p:sp>
        <p:nvSpPr>
          <p:cNvPr id="3" name="2 Marcador de contenido"/>
          <p:cNvSpPr>
            <a:spLocks noGrp="1"/>
          </p:cNvSpPr>
          <p:nvPr>
            <p:ph idx="1"/>
          </p:nvPr>
        </p:nvSpPr>
        <p:spPr>
          <a:xfrm>
            <a:off x="6528048" y="1532435"/>
            <a:ext cx="3682752" cy="4709119"/>
          </a:xfrm>
        </p:spPr>
        <p:txBody>
          <a:bodyPr>
            <a:normAutofit fontScale="85000" lnSpcReduction="20000"/>
          </a:bodyPr>
          <a:lstStyle/>
          <a:p>
            <a:pPr marL="0" indent="0">
              <a:buNone/>
            </a:pPr>
            <a:r>
              <a:rPr lang="en-US" sz="2400"/>
              <a:t>To avoid this, our representation of the system state will have to include details of whether the system is on the downward or upward </a:t>
            </a:r>
            <a:r>
              <a:rPr lang="es-ES" sz="2400" err="1"/>
              <a:t>part</a:t>
            </a:r>
            <a:r>
              <a:rPr lang="es-ES" sz="2400"/>
              <a:t> of </a:t>
            </a:r>
            <a:r>
              <a:rPr lang="es-ES" sz="2400" err="1"/>
              <a:t>the</a:t>
            </a:r>
            <a:r>
              <a:rPr lang="es-ES" sz="2400"/>
              <a:t> </a:t>
            </a:r>
            <a:r>
              <a:rPr lang="es-ES" sz="2400" err="1"/>
              <a:t>cycle</a:t>
            </a:r>
            <a:r>
              <a:rPr lang="es-ES" sz="1700"/>
              <a:t>: </a:t>
            </a:r>
            <a:r>
              <a:rPr lang="es-ES" sz="2400"/>
              <a:t>131U, 131D</a:t>
            </a:r>
          </a:p>
          <a:p>
            <a:pPr marL="0" indent="0">
              <a:buNone/>
            </a:pPr>
            <a:endParaRPr lang="es-ES" sz="2400"/>
          </a:p>
          <a:p>
            <a:pPr marL="0" indent="0">
              <a:buNone/>
            </a:pPr>
            <a:r>
              <a:rPr lang="en-US" sz="2400"/>
              <a:t>In principle, it would then be possible to draw a diagram showing the possible transitions between states and their likelihood</a:t>
            </a:r>
          </a:p>
          <a:p>
            <a:pPr marL="0" indent="0">
              <a:buNone/>
            </a:pPr>
            <a:endParaRPr lang="en-US" sz="2400"/>
          </a:p>
          <a:p>
            <a:pPr marL="0" indent="0">
              <a:buNone/>
            </a:pPr>
            <a:r>
              <a:rPr lang="en-US" sz="2400"/>
              <a:t>Using the learning, there would be about 100 states and 2014 arrows between them</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42</a:t>
            </a:fld>
            <a:endParaRPr lang="es-ES"/>
          </a:p>
        </p:txBody>
      </p:sp>
      <p:sp>
        <p:nvSpPr>
          <p:cNvPr id="5" name="CuadroTexto 4">
            <a:extLst>
              <a:ext uri="{FF2B5EF4-FFF2-40B4-BE49-F238E27FC236}">
                <a16:creationId xmlns:a16="http://schemas.microsoft.com/office/drawing/2014/main" id="{A8C187BB-6899-C341-AEE2-F7A99AE07E54}"/>
              </a:ext>
            </a:extLst>
          </p:cNvPr>
          <p:cNvSpPr txBox="1"/>
          <p:nvPr/>
        </p:nvSpPr>
        <p:spPr>
          <a:xfrm>
            <a:off x="5307107" y="5127812"/>
            <a:ext cx="184731" cy="369332"/>
          </a:xfrm>
          <a:prstGeom prst="rect">
            <a:avLst/>
          </a:prstGeom>
          <a:noFill/>
        </p:spPr>
        <p:txBody>
          <a:bodyPr wrap="none" rtlCol="0">
            <a:spAutoFit/>
          </a:bodyPr>
          <a:lstStyle/>
          <a:p>
            <a:endParaRPr lang="es-ES"/>
          </a:p>
        </p:txBody>
      </p:sp>
      <p:pic>
        <p:nvPicPr>
          <p:cNvPr id="6" name="Picture 2">
            <a:extLst>
              <a:ext uri="{FF2B5EF4-FFF2-40B4-BE49-F238E27FC236}">
                <a16:creationId xmlns:a16="http://schemas.microsoft.com/office/drawing/2014/main" id="{1A0B2A67-F201-304B-B6EA-DE876B8A5C19}"/>
              </a:ext>
            </a:extLst>
          </p:cNvPr>
          <p:cNvPicPr>
            <a:picLocks noChangeAspect="1" noChangeArrowheads="1"/>
          </p:cNvPicPr>
          <p:nvPr/>
        </p:nvPicPr>
        <p:blipFill>
          <a:blip r:embed="rId2" cstate="print"/>
          <a:srcRect/>
          <a:stretch>
            <a:fillRect/>
          </a:stretch>
        </p:blipFill>
        <p:spPr bwMode="auto">
          <a:xfrm>
            <a:off x="1851373" y="1600202"/>
            <a:ext cx="4244627" cy="4275685"/>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Learning</a:t>
            </a:r>
            <a:r>
              <a:rPr lang="es-ES">
                <a:solidFill>
                  <a:srgbClr val="0070C0"/>
                </a:solidFill>
              </a:rPr>
              <a:t> </a:t>
            </a:r>
            <a:r>
              <a:rPr lang="es-ES" err="1">
                <a:solidFill>
                  <a:srgbClr val="0070C0"/>
                </a:solidFill>
              </a:rPr>
              <a:t>the</a:t>
            </a:r>
            <a:r>
              <a:rPr lang="es-ES">
                <a:solidFill>
                  <a:srgbClr val="0070C0"/>
                </a:solidFill>
              </a:rPr>
              <a:t> </a:t>
            </a:r>
            <a:r>
              <a:rPr lang="es-ES" err="1">
                <a:solidFill>
                  <a:srgbClr val="0070C0"/>
                </a:solidFill>
              </a:rPr>
              <a:t>Transition</a:t>
            </a:r>
            <a:r>
              <a:rPr lang="es-ES">
                <a:solidFill>
                  <a:srgbClr val="0070C0"/>
                </a:solidFill>
              </a:rPr>
              <a:t> </a:t>
            </a:r>
            <a:r>
              <a:rPr lang="es-ES" err="1">
                <a:solidFill>
                  <a:srgbClr val="0070C0"/>
                </a:solidFill>
              </a:rPr>
              <a:t>Probabilities</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In order to decide when something is anomalous, we need to know what </a:t>
            </a:r>
            <a:r>
              <a:rPr lang="es-ES" sz="2400" err="1"/>
              <a:t>is</a:t>
            </a:r>
            <a:r>
              <a:rPr lang="es-ES" sz="2400"/>
              <a:t> normal</a:t>
            </a:r>
          </a:p>
          <a:p>
            <a:r>
              <a:rPr lang="en-US" sz="2400"/>
              <a:t>For a Markov chain, we build the probability of transitions between states by observing normal behavior, possibly during system testing, possibly during field trials. This allows us to build a matrix of </a:t>
            </a:r>
            <a:r>
              <a:rPr lang="es-ES" sz="2400" err="1"/>
              <a:t>transition</a:t>
            </a:r>
            <a:r>
              <a:rPr lang="es-ES" sz="2400"/>
              <a:t> </a:t>
            </a:r>
            <a:r>
              <a:rPr lang="es-ES" sz="2400" err="1"/>
              <a:t>probabilities</a:t>
            </a:r>
            <a:endParaRPr lang="es-ES" sz="2400"/>
          </a:p>
          <a:p>
            <a:r>
              <a:rPr lang="en-US" sz="2400"/>
              <a:t>Training consists of observing the system and determining what proportion of the transitions out of </a:t>
            </a:r>
            <a:r>
              <a:rPr lang="en-US" sz="2400" b="1" i="1"/>
              <a:t>state </a:t>
            </a:r>
            <a:r>
              <a:rPr lang="en-US" sz="2400" b="1" i="1" err="1"/>
              <a:t>i</a:t>
            </a:r>
            <a:r>
              <a:rPr lang="en-US" sz="2400"/>
              <a:t> are moves to </a:t>
            </a:r>
            <a:r>
              <a:rPr lang="en-US" sz="2400" b="1" i="1"/>
              <a:t>state j</a:t>
            </a:r>
            <a:r>
              <a:rPr lang="en-US" sz="2400"/>
              <a:t>.</a:t>
            </a:r>
          </a:p>
          <a:p>
            <a:r>
              <a:rPr lang="en-US" sz="2400"/>
              <a:t>In the case of our example, 10,000 readings where observed and the transition probabilities calculated</a:t>
            </a:r>
            <a:endParaRPr lang="es-ES" sz="2400"/>
          </a:p>
          <a:p>
            <a:endParaRPr lang="en-US" sz="24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43</a:t>
            </a:fld>
            <a:endParaRPr lang="es-ES"/>
          </a:p>
        </p:txBody>
      </p:sp>
    </p:spTree>
    <p:extLst>
      <p:ext uri="{BB962C8B-B14F-4D97-AF65-F5344CB8AC3E}">
        <p14:creationId xmlns:p14="http://schemas.microsoft.com/office/powerpoint/2010/main" val="1008263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Learning</a:t>
            </a:r>
            <a:r>
              <a:rPr lang="es-ES">
                <a:solidFill>
                  <a:srgbClr val="0070C0"/>
                </a:solidFill>
              </a:rPr>
              <a:t> </a:t>
            </a:r>
            <a:r>
              <a:rPr lang="es-ES" err="1">
                <a:solidFill>
                  <a:srgbClr val="0070C0"/>
                </a:solidFill>
              </a:rPr>
              <a:t>the</a:t>
            </a:r>
            <a:r>
              <a:rPr lang="es-ES">
                <a:solidFill>
                  <a:srgbClr val="0070C0"/>
                </a:solidFill>
              </a:rPr>
              <a:t> </a:t>
            </a:r>
            <a:r>
              <a:rPr lang="es-ES" err="1">
                <a:solidFill>
                  <a:srgbClr val="0070C0"/>
                </a:solidFill>
              </a:rPr>
              <a:t>Transition</a:t>
            </a:r>
            <a:r>
              <a:rPr lang="es-ES">
                <a:solidFill>
                  <a:srgbClr val="0070C0"/>
                </a:solidFill>
              </a:rPr>
              <a:t> </a:t>
            </a:r>
            <a:r>
              <a:rPr lang="es-ES" err="1">
                <a:solidFill>
                  <a:srgbClr val="0070C0"/>
                </a:solidFill>
              </a:rPr>
              <a:t>Probabilities</a:t>
            </a:r>
            <a:endParaRPr lang="es-ES">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44</a:t>
            </a:fld>
            <a:endParaRPr lang="es-ES"/>
          </a:p>
        </p:txBody>
      </p:sp>
      <p:pic>
        <p:nvPicPr>
          <p:cNvPr id="25602" name="Picture 2"/>
          <p:cNvPicPr>
            <a:picLocks noChangeAspect="1" noChangeArrowheads="1"/>
          </p:cNvPicPr>
          <p:nvPr/>
        </p:nvPicPr>
        <p:blipFill>
          <a:blip r:embed="rId2" cstate="print"/>
          <a:srcRect/>
          <a:stretch>
            <a:fillRect/>
          </a:stretch>
        </p:blipFill>
        <p:spPr bwMode="auto">
          <a:xfrm>
            <a:off x="3143672" y="1484784"/>
            <a:ext cx="5824314" cy="4907226"/>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Looking</a:t>
            </a:r>
            <a:r>
              <a:rPr lang="es-ES">
                <a:solidFill>
                  <a:srgbClr val="0070C0"/>
                </a:solidFill>
              </a:rPr>
              <a:t> </a:t>
            </a:r>
            <a:r>
              <a:rPr lang="es-ES" err="1">
                <a:solidFill>
                  <a:srgbClr val="0070C0"/>
                </a:solidFill>
              </a:rPr>
              <a:t>for</a:t>
            </a:r>
            <a:r>
              <a:rPr lang="es-ES">
                <a:solidFill>
                  <a:srgbClr val="0070C0"/>
                </a:solidFill>
              </a:rPr>
              <a:t> </a:t>
            </a:r>
            <a:r>
              <a:rPr lang="es-ES" err="1">
                <a:solidFill>
                  <a:srgbClr val="0070C0"/>
                </a:solidFill>
              </a:rPr>
              <a:t>an</a:t>
            </a:r>
            <a:r>
              <a:rPr lang="es-ES">
                <a:solidFill>
                  <a:srgbClr val="0070C0"/>
                </a:solidFill>
              </a:rPr>
              <a:t> </a:t>
            </a:r>
            <a:r>
              <a:rPr lang="es-ES" err="1">
                <a:solidFill>
                  <a:srgbClr val="0070C0"/>
                </a:solidFill>
              </a:rPr>
              <a:t>Anomaly</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The objective is to look at a series of transitions in the system states and determine, given the transition probability matrix how likely it is for that series to have occurred in normal operation</a:t>
            </a:r>
          </a:p>
          <a:p>
            <a:r>
              <a:rPr lang="en-US" sz="2400"/>
              <a:t>Given a “window" of P transitions, the likelihood is calculated as:</a:t>
            </a:r>
          </a:p>
          <a:p>
            <a:endParaRPr lang="en-US" sz="2400"/>
          </a:p>
          <a:p>
            <a:endParaRPr lang="en-US" sz="2400"/>
          </a:p>
          <a:p>
            <a:endParaRPr lang="en-US" sz="2400"/>
          </a:p>
          <a:p>
            <a:r>
              <a:rPr lang="en-US" sz="2400"/>
              <a:t>Where P(a, b) is the probability of transition from state a to state b</a:t>
            </a:r>
          </a:p>
          <a:p>
            <a:endParaRPr lang="en-US" sz="2400"/>
          </a:p>
          <a:p>
            <a:endParaRPr lang="en-US" sz="24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45</a:t>
            </a:fld>
            <a:endParaRPr lang="es-ES"/>
          </a:p>
        </p:txBody>
      </p:sp>
      <p:pic>
        <p:nvPicPr>
          <p:cNvPr id="26627" name="Picture 3"/>
          <p:cNvPicPr>
            <a:picLocks noChangeAspect="1" noChangeArrowheads="1"/>
          </p:cNvPicPr>
          <p:nvPr/>
        </p:nvPicPr>
        <p:blipFill>
          <a:blip r:embed="rId2" cstate="print"/>
          <a:srcRect/>
          <a:stretch>
            <a:fillRect/>
          </a:stretch>
        </p:blipFill>
        <p:spPr bwMode="auto">
          <a:xfrm>
            <a:off x="4689701" y="3282157"/>
            <a:ext cx="2638425" cy="116205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91544" y="116632"/>
            <a:ext cx="8229600" cy="1143000"/>
          </a:xfrm>
        </p:spPr>
        <p:txBody>
          <a:bodyPr>
            <a:normAutofit/>
          </a:bodyPr>
          <a:lstStyle/>
          <a:p>
            <a:r>
              <a:rPr lang="es-ES" err="1">
                <a:solidFill>
                  <a:srgbClr val="0070C0"/>
                </a:solidFill>
              </a:rPr>
              <a:t>Looking</a:t>
            </a:r>
            <a:r>
              <a:rPr lang="es-ES">
                <a:solidFill>
                  <a:srgbClr val="0070C0"/>
                </a:solidFill>
              </a:rPr>
              <a:t> </a:t>
            </a:r>
            <a:r>
              <a:rPr lang="es-ES" err="1">
                <a:solidFill>
                  <a:srgbClr val="0070C0"/>
                </a:solidFill>
              </a:rPr>
              <a:t>for</a:t>
            </a:r>
            <a:r>
              <a:rPr lang="es-ES">
                <a:solidFill>
                  <a:srgbClr val="0070C0"/>
                </a:solidFill>
              </a:rPr>
              <a:t> </a:t>
            </a:r>
            <a:r>
              <a:rPr lang="es-ES" err="1">
                <a:solidFill>
                  <a:srgbClr val="0070C0"/>
                </a:solidFill>
              </a:rPr>
              <a:t>an</a:t>
            </a:r>
            <a:r>
              <a:rPr lang="es-ES">
                <a:solidFill>
                  <a:srgbClr val="0070C0"/>
                </a:solidFill>
              </a:rPr>
              <a:t> </a:t>
            </a:r>
            <a:r>
              <a:rPr lang="es-ES" err="1">
                <a:solidFill>
                  <a:srgbClr val="0070C0"/>
                </a:solidFill>
              </a:rPr>
              <a:t>Anomaly</a:t>
            </a:r>
            <a:endParaRPr lang="es-ES">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46</a:t>
            </a:fld>
            <a:endParaRPr lang="es-ES"/>
          </a:p>
        </p:txBody>
      </p:sp>
      <p:pic>
        <p:nvPicPr>
          <p:cNvPr id="27650" name="Picture 2"/>
          <p:cNvPicPr>
            <a:picLocks noChangeAspect="1" noChangeArrowheads="1"/>
          </p:cNvPicPr>
          <p:nvPr/>
        </p:nvPicPr>
        <p:blipFill>
          <a:blip r:embed="rId2" cstate="print"/>
          <a:srcRect/>
          <a:stretch>
            <a:fillRect/>
          </a:stretch>
        </p:blipFill>
        <p:spPr bwMode="auto">
          <a:xfrm>
            <a:off x="1559496" y="1582005"/>
            <a:ext cx="4536504" cy="4451973"/>
          </a:xfrm>
          <a:prstGeom prst="rect">
            <a:avLst/>
          </a:prstGeom>
          <a:noFill/>
          <a:ln w="9525">
            <a:noFill/>
            <a:miter lim="800000"/>
            <a:headEnd/>
            <a:tailEnd/>
          </a:ln>
        </p:spPr>
      </p:pic>
      <p:sp>
        <p:nvSpPr>
          <p:cNvPr id="5" name="2 Marcador de contenido">
            <a:extLst>
              <a:ext uri="{FF2B5EF4-FFF2-40B4-BE49-F238E27FC236}">
                <a16:creationId xmlns:a16="http://schemas.microsoft.com/office/drawing/2014/main" id="{F85FEE59-A2DB-414F-8BDF-F6D7BEEDE722}"/>
              </a:ext>
            </a:extLst>
          </p:cNvPr>
          <p:cNvSpPr>
            <a:spLocks noGrp="1"/>
          </p:cNvSpPr>
          <p:nvPr>
            <p:ph idx="1"/>
          </p:nvPr>
        </p:nvSpPr>
        <p:spPr>
          <a:xfrm>
            <a:off x="6096000" y="1582005"/>
            <a:ext cx="4114800" cy="4544159"/>
          </a:xfrm>
        </p:spPr>
        <p:txBody>
          <a:bodyPr>
            <a:normAutofit fontScale="70000" lnSpcReduction="20000"/>
          </a:bodyPr>
          <a:lstStyle/>
          <a:p>
            <a:r>
              <a:rPr lang="en-US" sz="2400"/>
              <a:t>Some experimentation is needed to determine the window size the length of the sequence to be observed</a:t>
            </a:r>
          </a:p>
          <a:p>
            <a:r>
              <a:rPr lang="en-US" sz="2400"/>
              <a:t>The figure </a:t>
            </a:r>
            <a:r>
              <a:rPr lang="es-ES" sz="2400" err="1"/>
              <a:t>displays</a:t>
            </a:r>
            <a:r>
              <a:rPr lang="es-ES" sz="2400"/>
              <a:t> </a:t>
            </a:r>
            <a:r>
              <a:rPr lang="es-ES" sz="2400" err="1"/>
              <a:t>the</a:t>
            </a:r>
            <a:r>
              <a:rPr lang="es-ES" sz="2400"/>
              <a:t> </a:t>
            </a:r>
            <a:r>
              <a:rPr lang="en-US" sz="2400"/>
              <a:t>analysis on the number of file descriptors in use for a window size of </a:t>
            </a:r>
            <a:r>
              <a:rPr lang="es-ES" sz="2400"/>
              <a:t>5</a:t>
            </a:r>
          </a:p>
          <a:p>
            <a:r>
              <a:rPr lang="en-US" sz="2400"/>
              <a:t>The vertical axis is a measure of how likely it is that the series of 5 states would have occurred during normal operation, without an </a:t>
            </a:r>
            <a:r>
              <a:rPr lang="es-ES" sz="2400" err="1"/>
              <a:t>anomaly</a:t>
            </a:r>
            <a:r>
              <a:rPr lang="es-ES" sz="2400"/>
              <a:t> </a:t>
            </a:r>
            <a:r>
              <a:rPr lang="es-ES" sz="2400" err="1"/>
              <a:t>being</a:t>
            </a:r>
            <a:r>
              <a:rPr lang="es-ES" sz="2400"/>
              <a:t> </a:t>
            </a:r>
            <a:r>
              <a:rPr lang="es-ES" sz="2400" err="1"/>
              <a:t>present</a:t>
            </a:r>
            <a:endParaRPr lang="es-ES" sz="2400"/>
          </a:p>
          <a:p>
            <a:r>
              <a:rPr lang="en-US" sz="2400"/>
              <a:t>It can be seen that the measure of likelihood of the sequence of transitions following time t = 150 is effectively zero: there is clearly an anomaly at that time.</a:t>
            </a:r>
          </a:p>
          <a:p>
            <a:r>
              <a:rPr lang="en-US" sz="2400"/>
              <a:t>The computation also finds anomalies around </a:t>
            </a:r>
            <a:r>
              <a:rPr lang="es-ES" sz="2400"/>
              <a:t>time 200 and 260</a:t>
            </a:r>
            <a:endParaRPr lang="en-US" sz="2400"/>
          </a:p>
        </p:txBody>
      </p:sp>
    </p:spTree>
    <p:extLst>
      <p:ext uri="{BB962C8B-B14F-4D97-AF65-F5344CB8AC3E}">
        <p14:creationId xmlns:p14="http://schemas.microsoft.com/office/powerpoint/2010/main" val="1008263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Kalman</a:t>
            </a:r>
            <a:r>
              <a:rPr lang="es-ES">
                <a:solidFill>
                  <a:srgbClr val="0070C0"/>
                </a:solidFill>
              </a:rPr>
              <a:t> </a:t>
            </a:r>
            <a:r>
              <a:rPr lang="es-ES" err="1">
                <a:solidFill>
                  <a:srgbClr val="0070C0"/>
                </a:solidFill>
              </a:rPr>
              <a:t>Filters</a:t>
            </a:r>
            <a:endParaRPr lang="es-ES">
              <a:solidFill>
                <a:srgbClr val="0070C0"/>
              </a:solidFill>
            </a:endParaRPr>
          </a:p>
        </p:txBody>
      </p:sp>
      <p:sp>
        <p:nvSpPr>
          <p:cNvPr id="3" name="2 Marcador de contenido"/>
          <p:cNvSpPr>
            <a:spLocks noGrp="1"/>
          </p:cNvSpPr>
          <p:nvPr>
            <p:ph idx="1"/>
          </p:nvPr>
        </p:nvSpPr>
        <p:spPr/>
        <p:txBody>
          <a:bodyPr>
            <a:normAutofit/>
          </a:bodyPr>
          <a:lstStyle/>
          <a:p>
            <a:r>
              <a:rPr lang="es-ES" sz="2400"/>
              <a:t>A </a:t>
            </a:r>
            <a:r>
              <a:rPr lang="es-ES" sz="2400" err="1"/>
              <a:t>Kalman</a:t>
            </a:r>
            <a:r>
              <a:rPr lang="es-ES" sz="2400"/>
              <a:t> </a:t>
            </a:r>
            <a:r>
              <a:rPr lang="es-ES" sz="2400" err="1"/>
              <a:t>filter</a:t>
            </a:r>
            <a:r>
              <a:rPr lang="es-ES" sz="2400"/>
              <a:t> </a:t>
            </a:r>
            <a:r>
              <a:rPr lang="es-ES" sz="2400" err="1"/>
              <a:t>is</a:t>
            </a:r>
            <a:r>
              <a:rPr lang="es-ES" sz="2400"/>
              <a:t> a </a:t>
            </a:r>
            <a:r>
              <a:rPr lang="es-ES" sz="2400" err="1"/>
              <a:t>predictor</a:t>
            </a:r>
            <a:r>
              <a:rPr lang="es-ES" sz="2400"/>
              <a:t>/corrector </a:t>
            </a:r>
            <a:r>
              <a:rPr lang="es-ES" sz="2400" err="1"/>
              <a:t>algorithm</a:t>
            </a:r>
            <a:endParaRPr lang="en-US" sz="24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47</a:t>
            </a:fld>
            <a:endParaRPr lang="es-ES"/>
          </a:p>
        </p:txBody>
      </p:sp>
      <p:pic>
        <p:nvPicPr>
          <p:cNvPr id="28675" name="Picture 3"/>
          <p:cNvPicPr>
            <a:picLocks noChangeAspect="1" noChangeArrowheads="1"/>
          </p:cNvPicPr>
          <p:nvPr/>
        </p:nvPicPr>
        <p:blipFill>
          <a:blip r:embed="rId2" cstate="print"/>
          <a:srcRect/>
          <a:stretch>
            <a:fillRect/>
          </a:stretch>
        </p:blipFill>
        <p:spPr bwMode="auto">
          <a:xfrm>
            <a:off x="4367809" y="2204864"/>
            <a:ext cx="3561953" cy="3737938"/>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Kalman</a:t>
            </a:r>
            <a:r>
              <a:rPr lang="es-ES">
                <a:solidFill>
                  <a:srgbClr val="0070C0"/>
                </a:solidFill>
              </a:rPr>
              <a:t> </a:t>
            </a:r>
            <a:r>
              <a:rPr lang="es-ES" err="1">
                <a:solidFill>
                  <a:srgbClr val="0070C0"/>
                </a:solidFill>
              </a:rPr>
              <a:t>Filter</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At time T, the algorithm predicts the value that will be received from the sensors at time T + 1, and, when the actual reading is received, it adjusts the predictor to make it more accurate next time</a:t>
            </a:r>
          </a:p>
          <a:p>
            <a:r>
              <a:rPr lang="en-US" sz="2400"/>
              <a:t>Predicting what the next reading will be is useful for anomaly detection because, once the algorithm has settled down and is accurate in its predictions, a major difference between the predicted and actual values </a:t>
            </a:r>
            <a:r>
              <a:rPr lang="es-ES" sz="2400" err="1"/>
              <a:t>represents</a:t>
            </a:r>
            <a:r>
              <a:rPr lang="es-ES" sz="2400"/>
              <a:t> a </a:t>
            </a:r>
            <a:r>
              <a:rPr lang="es-ES" sz="2400" err="1"/>
              <a:t>potential</a:t>
            </a:r>
            <a:r>
              <a:rPr lang="es-ES" sz="2400"/>
              <a:t> </a:t>
            </a:r>
            <a:r>
              <a:rPr lang="es-ES" sz="2400" err="1"/>
              <a:t>anomaly</a:t>
            </a:r>
            <a:endParaRPr lang="en-US" sz="24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48</a:t>
            </a:fld>
            <a:endParaRPr lang="es-ES"/>
          </a:p>
        </p:txBody>
      </p:sp>
    </p:spTree>
    <p:extLst>
      <p:ext uri="{BB962C8B-B14F-4D97-AF65-F5344CB8AC3E}">
        <p14:creationId xmlns:p14="http://schemas.microsoft.com/office/powerpoint/2010/main" val="1008263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Kalman</a:t>
            </a:r>
            <a:r>
              <a:rPr lang="es-ES">
                <a:solidFill>
                  <a:srgbClr val="0070C0"/>
                </a:solidFill>
              </a:rPr>
              <a:t> </a:t>
            </a:r>
            <a:r>
              <a:rPr lang="es-ES" err="1">
                <a:solidFill>
                  <a:srgbClr val="0070C0"/>
                </a:solidFill>
              </a:rPr>
              <a:t>Filter</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Assume that the state of the system can be described by a vector, </a:t>
            </a:r>
            <a:r>
              <a:rPr lang="es-ES" sz="2400" b="1"/>
              <a:t>x</a:t>
            </a:r>
            <a:r>
              <a:rPr lang="es-ES" sz="2400"/>
              <a:t> of n </a:t>
            </a:r>
            <a:r>
              <a:rPr lang="es-ES" sz="2400" err="1"/>
              <a:t>values</a:t>
            </a:r>
            <a:r>
              <a:rPr lang="es-ES" sz="2400"/>
              <a:t> (</a:t>
            </a:r>
            <a:r>
              <a:rPr lang="es-ES" sz="2400" err="1"/>
              <a:t>for</a:t>
            </a:r>
            <a:r>
              <a:rPr lang="es-ES" sz="2400"/>
              <a:t> </a:t>
            </a:r>
            <a:r>
              <a:rPr lang="es-ES" sz="2400" err="1"/>
              <a:t>the</a:t>
            </a:r>
            <a:r>
              <a:rPr lang="es-ES" sz="2400"/>
              <a:t> </a:t>
            </a:r>
            <a:r>
              <a:rPr lang="es-ES" sz="2400" err="1"/>
              <a:t>example</a:t>
            </a:r>
            <a:r>
              <a:rPr lang="es-ES" sz="2400"/>
              <a:t> n=1) </a:t>
            </a:r>
          </a:p>
          <a:p>
            <a:r>
              <a:rPr lang="es-ES_tradnl" sz="2400" err="1"/>
              <a:t>If</a:t>
            </a:r>
            <a:r>
              <a:rPr lang="es-ES_tradnl" sz="2400"/>
              <a:t> </a:t>
            </a:r>
            <a:r>
              <a:rPr lang="es-ES_tradnl" sz="2400" err="1"/>
              <a:t>we</a:t>
            </a:r>
            <a:r>
              <a:rPr lang="es-ES_tradnl" sz="2400"/>
              <a:t> </a:t>
            </a:r>
            <a:r>
              <a:rPr lang="es-ES_tradnl" sz="2400" err="1"/>
              <a:t>had</a:t>
            </a:r>
            <a:r>
              <a:rPr lang="es-ES_tradnl" sz="2400"/>
              <a:t> </a:t>
            </a:r>
            <a:r>
              <a:rPr lang="es-ES_tradnl" sz="2400" err="1"/>
              <a:t>two</a:t>
            </a:r>
            <a:r>
              <a:rPr lang="es-ES_tradnl" sz="2400"/>
              <a:t> </a:t>
            </a:r>
            <a:r>
              <a:rPr lang="es-ES_tradnl" sz="2400" err="1"/>
              <a:t>sensors</a:t>
            </a:r>
            <a:r>
              <a:rPr lang="es-ES_tradnl" sz="2400"/>
              <a:t>:</a:t>
            </a:r>
          </a:p>
          <a:p>
            <a:endParaRPr lang="es-ES_tradnl" sz="2400"/>
          </a:p>
          <a:p>
            <a:endParaRPr lang="es-ES_tradnl" sz="2400"/>
          </a:p>
          <a:p>
            <a:endParaRPr lang="es-ES_tradnl" sz="2400"/>
          </a:p>
          <a:p>
            <a:endParaRPr lang="es-ES_tradnl" sz="2400"/>
          </a:p>
          <a:p>
            <a:r>
              <a:rPr lang="en-US" sz="2400"/>
              <a:t>Neither sensor by itself appears to be anomalous; what is anomalous is that one sensor is detecting a deceleration, while the other is not</a:t>
            </a:r>
            <a:endParaRPr lang="es-ES_tradnl" sz="2400"/>
          </a:p>
          <a:p>
            <a:endParaRPr lang="en-US" sz="24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49</a:t>
            </a:fld>
            <a:endParaRPr lang="es-ES"/>
          </a:p>
        </p:txBody>
      </p:sp>
      <p:pic>
        <p:nvPicPr>
          <p:cNvPr id="29699" name="Picture 3"/>
          <p:cNvPicPr>
            <a:picLocks noChangeAspect="1" noChangeArrowheads="1"/>
          </p:cNvPicPr>
          <p:nvPr/>
        </p:nvPicPr>
        <p:blipFill>
          <a:blip r:embed="rId2" cstate="print"/>
          <a:srcRect/>
          <a:stretch>
            <a:fillRect/>
          </a:stretch>
        </p:blipFill>
        <p:spPr bwMode="auto">
          <a:xfrm>
            <a:off x="2567608" y="3140968"/>
            <a:ext cx="7239000" cy="120015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Kalman</a:t>
            </a:r>
            <a:r>
              <a:rPr lang="es-ES">
                <a:solidFill>
                  <a:srgbClr val="0070C0"/>
                </a:solidFill>
              </a:rPr>
              <a:t> </a:t>
            </a:r>
            <a:r>
              <a:rPr lang="es-ES" err="1">
                <a:solidFill>
                  <a:srgbClr val="0070C0"/>
                </a:solidFill>
              </a:rPr>
              <a:t>Filter</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A </a:t>
            </a:r>
            <a:r>
              <a:rPr lang="en-US" sz="2400" err="1"/>
              <a:t>Kalman</a:t>
            </a:r>
            <a:r>
              <a:rPr lang="en-US" sz="2400"/>
              <a:t> filter predicts the future value of </a:t>
            </a:r>
            <a:r>
              <a:rPr lang="en-US" sz="2400" b="1"/>
              <a:t>x</a:t>
            </a:r>
            <a:r>
              <a:rPr lang="en-US" sz="2400"/>
              <a:t> if the system can be described at the time k by an equation of the form</a:t>
            </a:r>
          </a:p>
          <a:p>
            <a:endParaRPr lang="en-US" sz="2400"/>
          </a:p>
          <a:p>
            <a:endParaRPr lang="en-US" sz="2400"/>
          </a:p>
          <a:p>
            <a:endParaRPr lang="en-US" sz="2400"/>
          </a:p>
          <a:p>
            <a:r>
              <a:rPr lang="en-US" sz="2400"/>
              <a:t>and measurements it receives (sensor values)</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50</a:t>
            </a:fld>
            <a:endParaRPr lang="es-ES"/>
          </a:p>
        </p:txBody>
      </p:sp>
      <p:pic>
        <p:nvPicPr>
          <p:cNvPr id="30722" name="Picture 2"/>
          <p:cNvPicPr>
            <a:picLocks noChangeAspect="1" noChangeArrowheads="1"/>
          </p:cNvPicPr>
          <p:nvPr/>
        </p:nvPicPr>
        <p:blipFill>
          <a:blip r:embed="rId2" cstate="print"/>
          <a:srcRect/>
          <a:stretch>
            <a:fillRect/>
          </a:stretch>
        </p:blipFill>
        <p:spPr bwMode="auto">
          <a:xfrm>
            <a:off x="4295801" y="2564905"/>
            <a:ext cx="3514725" cy="733425"/>
          </a:xfrm>
          <a:prstGeom prst="rect">
            <a:avLst/>
          </a:prstGeom>
          <a:noFill/>
          <a:ln w="9525">
            <a:noFill/>
            <a:miter lim="800000"/>
            <a:headEnd/>
            <a:tailEnd/>
          </a:ln>
        </p:spPr>
      </p:pic>
      <p:pic>
        <p:nvPicPr>
          <p:cNvPr id="30723" name="Picture 3"/>
          <p:cNvPicPr>
            <a:picLocks noChangeAspect="1" noChangeArrowheads="1"/>
          </p:cNvPicPr>
          <p:nvPr/>
        </p:nvPicPr>
        <p:blipFill>
          <a:blip r:embed="rId3" cstate="print"/>
          <a:srcRect/>
          <a:stretch>
            <a:fillRect/>
          </a:stretch>
        </p:blipFill>
        <p:spPr bwMode="auto">
          <a:xfrm>
            <a:off x="4943873" y="4437112"/>
            <a:ext cx="1857375" cy="64770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Kalman</a:t>
            </a:r>
            <a:r>
              <a:rPr lang="es-ES">
                <a:solidFill>
                  <a:srgbClr val="0070C0"/>
                </a:solidFill>
              </a:rPr>
              <a:t> </a:t>
            </a:r>
            <a:r>
              <a:rPr lang="es-ES" err="1">
                <a:solidFill>
                  <a:srgbClr val="0070C0"/>
                </a:solidFill>
              </a:rPr>
              <a:t>Filter</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     is the state of the system at time </a:t>
            </a:r>
            <a:r>
              <a:rPr lang="en-US" sz="2400" i="1"/>
              <a:t>k</a:t>
            </a:r>
            <a:r>
              <a:rPr lang="en-US" sz="2400"/>
              <a:t>. This is unknown to the software, which knows only the noisy measurements that it is receiving from the sensors</a:t>
            </a:r>
          </a:p>
          <a:p>
            <a:r>
              <a:rPr lang="en-US" sz="2400"/>
              <a:t>A is an </a:t>
            </a:r>
            <a:r>
              <a:rPr lang="en-US" sz="2400" i="1" err="1"/>
              <a:t>n</a:t>
            </a:r>
            <a:r>
              <a:rPr lang="en-US" sz="1600" i="1" err="1"/>
              <a:t>x</a:t>
            </a:r>
            <a:r>
              <a:rPr lang="en-US" sz="2400" i="1" err="1"/>
              <a:t>n</a:t>
            </a:r>
            <a:r>
              <a:rPr lang="en-US" sz="2400"/>
              <a:t> matrix that relates         to      according to the physics of the problem, assuming that there is no noise on the </a:t>
            </a:r>
            <a:r>
              <a:rPr lang="es-ES" sz="2400"/>
              <a:t>sensor </a:t>
            </a:r>
            <a:r>
              <a:rPr lang="es-ES" sz="2400" err="1"/>
              <a:t>readings</a:t>
            </a:r>
            <a:endParaRPr lang="en-US" sz="2400"/>
          </a:p>
          <a:p>
            <a:r>
              <a:rPr lang="en-US" sz="2400"/>
              <a:t>B is an </a:t>
            </a:r>
            <a:r>
              <a:rPr lang="en-US" sz="2400" i="1" err="1"/>
              <a:t>n</a:t>
            </a:r>
            <a:r>
              <a:rPr lang="en-US" sz="1800" i="1" err="1"/>
              <a:t>x</a:t>
            </a:r>
            <a:r>
              <a:rPr lang="en-US" sz="2400" i="1" err="1"/>
              <a:t>l</a:t>
            </a:r>
            <a:r>
              <a:rPr lang="en-US" sz="2400" i="1"/>
              <a:t> </a:t>
            </a:r>
            <a:r>
              <a:rPr lang="en-US" sz="2400"/>
              <a:t>matrix that relates one or more control inputs to the new values of </a:t>
            </a:r>
          </a:p>
          <a:p>
            <a:r>
              <a:rPr lang="en-US" sz="2400"/>
              <a:t>    is a vector of length </a:t>
            </a:r>
            <a:r>
              <a:rPr lang="en-US" sz="2400" i="1"/>
              <a:t>l</a:t>
            </a:r>
            <a:r>
              <a:rPr lang="en-US" sz="2400"/>
              <a:t> that relates the control input specified by B to the expected change</a:t>
            </a:r>
          </a:p>
          <a:p>
            <a:endParaRPr lang="en-US" sz="24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51</a:t>
            </a:fld>
            <a:endParaRPr lang="es-ES"/>
          </a:p>
        </p:txBody>
      </p:sp>
      <p:pic>
        <p:nvPicPr>
          <p:cNvPr id="30724" name="Picture 4"/>
          <p:cNvPicPr>
            <a:picLocks noChangeAspect="1" noChangeArrowheads="1"/>
          </p:cNvPicPr>
          <p:nvPr/>
        </p:nvPicPr>
        <p:blipFill>
          <a:blip r:embed="rId2" cstate="print"/>
          <a:srcRect/>
          <a:stretch>
            <a:fillRect/>
          </a:stretch>
        </p:blipFill>
        <p:spPr bwMode="auto">
          <a:xfrm>
            <a:off x="2423592" y="1700808"/>
            <a:ext cx="304800" cy="304800"/>
          </a:xfrm>
          <a:prstGeom prst="rect">
            <a:avLst/>
          </a:prstGeom>
          <a:noFill/>
          <a:ln w="9525">
            <a:noFill/>
            <a:miter lim="800000"/>
            <a:headEnd/>
            <a:tailEnd/>
          </a:ln>
        </p:spPr>
      </p:pic>
      <p:pic>
        <p:nvPicPr>
          <p:cNvPr id="8" name="Picture 4"/>
          <p:cNvPicPr>
            <a:picLocks noChangeAspect="1" noChangeArrowheads="1"/>
          </p:cNvPicPr>
          <p:nvPr/>
        </p:nvPicPr>
        <p:blipFill>
          <a:blip r:embed="rId2" cstate="print"/>
          <a:srcRect/>
          <a:stretch>
            <a:fillRect/>
          </a:stretch>
        </p:blipFill>
        <p:spPr bwMode="auto">
          <a:xfrm>
            <a:off x="7032104" y="2852936"/>
            <a:ext cx="304800" cy="304800"/>
          </a:xfrm>
          <a:prstGeom prst="rect">
            <a:avLst/>
          </a:prstGeom>
          <a:noFill/>
          <a:ln w="9525">
            <a:noFill/>
            <a:miter lim="800000"/>
            <a:headEnd/>
            <a:tailEnd/>
          </a:ln>
        </p:spPr>
      </p:pic>
      <p:pic>
        <p:nvPicPr>
          <p:cNvPr id="31747" name="Picture 3"/>
          <p:cNvPicPr>
            <a:picLocks noChangeAspect="1" noChangeArrowheads="1"/>
          </p:cNvPicPr>
          <p:nvPr/>
        </p:nvPicPr>
        <p:blipFill>
          <a:blip r:embed="rId3" cstate="print"/>
          <a:srcRect/>
          <a:stretch>
            <a:fillRect/>
          </a:stretch>
        </p:blipFill>
        <p:spPr bwMode="auto">
          <a:xfrm>
            <a:off x="6168009" y="2852936"/>
            <a:ext cx="485775" cy="285750"/>
          </a:xfrm>
          <a:prstGeom prst="rect">
            <a:avLst/>
          </a:prstGeom>
          <a:noFill/>
          <a:ln w="9525">
            <a:noFill/>
            <a:miter lim="800000"/>
            <a:headEnd/>
            <a:tailEnd/>
          </a:ln>
        </p:spPr>
      </p:pic>
      <p:pic>
        <p:nvPicPr>
          <p:cNvPr id="11" name="Picture 4"/>
          <p:cNvPicPr>
            <a:picLocks noChangeAspect="1" noChangeArrowheads="1"/>
          </p:cNvPicPr>
          <p:nvPr/>
        </p:nvPicPr>
        <p:blipFill>
          <a:blip r:embed="rId2" cstate="print"/>
          <a:srcRect/>
          <a:stretch>
            <a:fillRect/>
          </a:stretch>
        </p:blipFill>
        <p:spPr bwMode="auto">
          <a:xfrm>
            <a:off x="4727848" y="4365104"/>
            <a:ext cx="304800" cy="304800"/>
          </a:xfrm>
          <a:prstGeom prst="rect">
            <a:avLst/>
          </a:prstGeom>
          <a:noFill/>
          <a:ln w="9525">
            <a:noFill/>
            <a:miter lim="800000"/>
            <a:headEnd/>
            <a:tailEnd/>
          </a:ln>
        </p:spPr>
      </p:pic>
      <p:pic>
        <p:nvPicPr>
          <p:cNvPr id="31748" name="Picture 4"/>
          <p:cNvPicPr>
            <a:picLocks noChangeAspect="1" noChangeArrowheads="1"/>
          </p:cNvPicPr>
          <p:nvPr/>
        </p:nvPicPr>
        <p:blipFill>
          <a:blip r:embed="rId4" cstate="print"/>
          <a:srcRect/>
          <a:stretch>
            <a:fillRect/>
          </a:stretch>
        </p:blipFill>
        <p:spPr bwMode="auto">
          <a:xfrm>
            <a:off x="2351584" y="4797153"/>
            <a:ext cx="266700" cy="295275"/>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Kalman</a:t>
            </a:r>
            <a:r>
              <a:rPr lang="es-ES">
                <a:solidFill>
                  <a:srgbClr val="0070C0"/>
                </a:solidFill>
              </a:rPr>
              <a:t> </a:t>
            </a:r>
            <a:r>
              <a:rPr lang="es-ES" err="1">
                <a:solidFill>
                  <a:srgbClr val="0070C0"/>
                </a:solidFill>
              </a:rPr>
              <a:t>Filter</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     is the noise in the process itself (not the noise in the measurements). For many systems, the process itself is not noisy (is a vector set to zero values)</a:t>
            </a:r>
          </a:p>
          <a:p>
            <a:r>
              <a:rPr lang="en-US" sz="2400"/>
              <a:t>                is the measurement taken from the m sensors  </a:t>
            </a:r>
          </a:p>
          <a:p>
            <a:r>
              <a:rPr lang="en-US" sz="2400"/>
              <a:t>H is an </a:t>
            </a:r>
            <a:r>
              <a:rPr lang="en-US" sz="2400" i="1" err="1"/>
              <a:t>mxn</a:t>
            </a:r>
            <a:r>
              <a:rPr lang="en-US" sz="2400"/>
              <a:t> matrix that relates the actual system state to a measurement.  If there is a single sensor, then H would be a single number, normally with value 1   </a:t>
            </a:r>
          </a:p>
          <a:p>
            <a:r>
              <a:rPr lang="en-US" sz="2400"/>
              <a:t> is the noise in the measurements</a:t>
            </a:r>
          </a:p>
          <a:p>
            <a:endParaRPr lang="en-US" sz="24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52</a:t>
            </a:fld>
            <a:endParaRPr lang="es-ES"/>
          </a:p>
        </p:txBody>
      </p:sp>
      <p:pic>
        <p:nvPicPr>
          <p:cNvPr id="32770" name="Picture 2"/>
          <p:cNvPicPr>
            <a:picLocks noChangeAspect="1" noChangeArrowheads="1"/>
          </p:cNvPicPr>
          <p:nvPr/>
        </p:nvPicPr>
        <p:blipFill>
          <a:blip r:embed="rId2" cstate="print"/>
          <a:srcRect/>
          <a:stretch>
            <a:fillRect/>
          </a:stretch>
        </p:blipFill>
        <p:spPr bwMode="auto">
          <a:xfrm>
            <a:off x="2279576" y="1700809"/>
            <a:ext cx="361950" cy="276225"/>
          </a:xfrm>
          <a:prstGeom prst="rect">
            <a:avLst/>
          </a:prstGeom>
          <a:noFill/>
          <a:ln w="9525">
            <a:noFill/>
            <a:miter lim="800000"/>
            <a:headEnd/>
            <a:tailEnd/>
          </a:ln>
        </p:spPr>
      </p:pic>
      <p:pic>
        <p:nvPicPr>
          <p:cNvPr id="32771" name="Picture 3"/>
          <p:cNvPicPr>
            <a:picLocks noChangeAspect="1" noChangeArrowheads="1"/>
          </p:cNvPicPr>
          <p:nvPr/>
        </p:nvPicPr>
        <p:blipFill>
          <a:blip r:embed="rId3" cstate="print"/>
          <a:srcRect/>
          <a:stretch>
            <a:fillRect/>
          </a:stretch>
        </p:blipFill>
        <p:spPr bwMode="auto">
          <a:xfrm>
            <a:off x="2351584" y="2852936"/>
            <a:ext cx="1047750" cy="323850"/>
          </a:xfrm>
          <a:prstGeom prst="rect">
            <a:avLst/>
          </a:prstGeom>
          <a:noFill/>
          <a:ln w="9525">
            <a:noFill/>
            <a:miter lim="800000"/>
            <a:headEnd/>
            <a:tailEnd/>
          </a:ln>
        </p:spPr>
      </p:pic>
      <p:pic>
        <p:nvPicPr>
          <p:cNvPr id="32773" name="Picture 5"/>
          <p:cNvPicPr>
            <a:picLocks noChangeAspect="1" noChangeArrowheads="1"/>
          </p:cNvPicPr>
          <p:nvPr/>
        </p:nvPicPr>
        <p:blipFill>
          <a:blip r:embed="rId4" cstate="print"/>
          <a:srcRect/>
          <a:stretch>
            <a:fillRect/>
          </a:stretch>
        </p:blipFill>
        <p:spPr bwMode="auto">
          <a:xfrm>
            <a:off x="2423593" y="4437112"/>
            <a:ext cx="238125" cy="30480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Kalman</a:t>
            </a:r>
            <a:r>
              <a:rPr lang="es-ES">
                <a:solidFill>
                  <a:srgbClr val="0070C0"/>
                </a:solidFill>
              </a:rPr>
              <a:t> </a:t>
            </a:r>
            <a:r>
              <a:rPr lang="es-ES" err="1">
                <a:solidFill>
                  <a:srgbClr val="0070C0"/>
                </a:solidFill>
              </a:rPr>
              <a:t>Filter</a:t>
            </a:r>
            <a:r>
              <a:rPr lang="es-ES">
                <a:solidFill>
                  <a:srgbClr val="0070C0"/>
                </a:solidFill>
              </a:rPr>
              <a:t>: </a:t>
            </a:r>
            <a:r>
              <a:rPr lang="es-ES" err="1">
                <a:solidFill>
                  <a:srgbClr val="0070C0"/>
                </a:solidFill>
              </a:rPr>
              <a:t>Prediction</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Given the symbols listed above, the prediction and correction equations </a:t>
            </a:r>
            <a:r>
              <a:rPr lang="es-ES" sz="2400"/>
              <a:t>are as </a:t>
            </a:r>
            <a:r>
              <a:rPr lang="es-ES" sz="2400" err="1"/>
              <a:t>follows</a:t>
            </a:r>
            <a:r>
              <a:rPr lang="es-ES" sz="2400"/>
              <a:t>:</a:t>
            </a:r>
          </a:p>
          <a:p>
            <a:endParaRPr lang="es-ES_tradnl" sz="2400"/>
          </a:p>
          <a:p>
            <a:endParaRPr lang="es-ES_tradnl" sz="2400"/>
          </a:p>
          <a:p>
            <a:endParaRPr lang="es-ES_tradnl" sz="2400"/>
          </a:p>
          <a:p>
            <a:r>
              <a:rPr lang="en-US" sz="2400"/>
              <a:t>P is the covariance matrix of the errors and can be initialized to any nonzero value as it will iterate to a correct value over time.</a:t>
            </a:r>
          </a:p>
          <a:p>
            <a:r>
              <a:rPr lang="en-US" sz="2400"/>
              <a:t>Q is the process noise covariance and can normally be set to something very small (a value of 0 should be avoided, but for a one-dimensional model, a value such as Q = 10</a:t>
            </a:r>
            <a:r>
              <a:rPr lang="en-US" sz="2400" baseline="30000"/>
              <a:t>-5</a:t>
            </a:r>
            <a:r>
              <a:rPr lang="en-US" sz="2400"/>
              <a:t> would not be unreasonable)</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53</a:t>
            </a:fld>
            <a:endParaRPr lang="es-ES"/>
          </a:p>
        </p:txBody>
      </p:sp>
      <p:pic>
        <p:nvPicPr>
          <p:cNvPr id="33795" name="Picture 3"/>
          <p:cNvPicPr>
            <a:picLocks noChangeAspect="1" noChangeArrowheads="1"/>
          </p:cNvPicPr>
          <p:nvPr/>
        </p:nvPicPr>
        <p:blipFill>
          <a:blip r:embed="rId2" cstate="print"/>
          <a:srcRect/>
          <a:stretch>
            <a:fillRect/>
          </a:stretch>
        </p:blipFill>
        <p:spPr bwMode="auto">
          <a:xfrm>
            <a:off x="4871865" y="2473018"/>
            <a:ext cx="2447925" cy="106680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Kalman</a:t>
            </a:r>
            <a:r>
              <a:rPr lang="es-ES">
                <a:solidFill>
                  <a:srgbClr val="0070C0"/>
                </a:solidFill>
              </a:rPr>
              <a:t> </a:t>
            </a:r>
            <a:r>
              <a:rPr lang="es-ES" err="1">
                <a:solidFill>
                  <a:srgbClr val="0070C0"/>
                </a:solidFill>
              </a:rPr>
              <a:t>Filter:Correction</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The * indicates the predicted values</a:t>
            </a:r>
          </a:p>
          <a:p>
            <a:endParaRPr lang="en-US" sz="2400"/>
          </a:p>
          <a:p>
            <a:endParaRPr lang="en-US" sz="2400"/>
          </a:p>
          <a:p>
            <a:endParaRPr lang="en-US" sz="2400"/>
          </a:p>
          <a:p>
            <a:endParaRPr lang="en-US" sz="2400"/>
          </a:p>
          <a:p>
            <a:endParaRPr lang="en-US" sz="2400"/>
          </a:p>
          <a:p>
            <a:r>
              <a:rPr lang="en-US" sz="2400"/>
              <a:t>A </a:t>
            </a:r>
            <a:r>
              <a:rPr lang="en-US" sz="2400" err="1"/>
              <a:t>Kalman</a:t>
            </a:r>
            <a:r>
              <a:rPr lang="en-US" sz="2400"/>
              <a:t> filter can be used to detect anomalous values read from the sensors. A predicted value for the next reading can be compared with the actual reading when it arrives and the difference calculated</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54</a:t>
            </a:fld>
            <a:endParaRPr lang="es-ES"/>
          </a:p>
        </p:txBody>
      </p:sp>
      <p:pic>
        <p:nvPicPr>
          <p:cNvPr id="34818" name="Picture 2"/>
          <p:cNvPicPr>
            <a:picLocks noChangeAspect="1" noChangeArrowheads="1"/>
          </p:cNvPicPr>
          <p:nvPr/>
        </p:nvPicPr>
        <p:blipFill>
          <a:blip r:embed="rId2" cstate="print"/>
          <a:srcRect/>
          <a:stretch>
            <a:fillRect/>
          </a:stretch>
        </p:blipFill>
        <p:spPr bwMode="auto">
          <a:xfrm>
            <a:off x="4367809" y="2276873"/>
            <a:ext cx="3400425" cy="1781175"/>
          </a:xfrm>
          <a:prstGeom prst="rect">
            <a:avLst/>
          </a:prstGeom>
          <a:noFill/>
          <a:ln w="9525">
            <a:noFill/>
            <a:miter lim="800000"/>
            <a:headEnd/>
            <a:tailEnd/>
          </a:ln>
        </p:spPr>
      </p:pic>
      <p:pic>
        <p:nvPicPr>
          <p:cNvPr id="34819" name="Picture 3"/>
          <p:cNvPicPr>
            <a:picLocks noChangeAspect="1" noChangeArrowheads="1"/>
          </p:cNvPicPr>
          <p:nvPr/>
        </p:nvPicPr>
        <p:blipFill>
          <a:blip r:embed="rId3" cstate="print"/>
          <a:srcRect/>
          <a:stretch>
            <a:fillRect/>
          </a:stretch>
        </p:blipFill>
        <p:spPr bwMode="auto">
          <a:xfrm>
            <a:off x="5231905" y="5805264"/>
            <a:ext cx="1762125" cy="38100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Kalman</a:t>
            </a:r>
            <a:r>
              <a:rPr lang="es-ES">
                <a:solidFill>
                  <a:srgbClr val="0070C0"/>
                </a:solidFill>
              </a:rPr>
              <a:t> </a:t>
            </a:r>
            <a:r>
              <a:rPr lang="es-ES" err="1">
                <a:solidFill>
                  <a:srgbClr val="0070C0"/>
                </a:solidFill>
              </a:rPr>
              <a:t>Filter</a:t>
            </a:r>
            <a:r>
              <a:rPr lang="es-ES">
                <a:solidFill>
                  <a:srgbClr val="0070C0"/>
                </a:solidFill>
              </a:rPr>
              <a:t> </a:t>
            </a:r>
            <a:r>
              <a:rPr lang="es-ES" err="1">
                <a:solidFill>
                  <a:srgbClr val="0070C0"/>
                </a:solidFill>
              </a:rPr>
              <a:t>Code</a:t>
            </a:r>
            <a:endParaRPr lang="es-ES">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55</a:t>
            </a:fld>
            <a:endParaRPr lang="es-ES"/>
          </a:p>
        </p:txBody>
      </p:sp>
      <p:pic>
        <p:nvPicPr>
          <p:cNvPr id="35842" name="Picture 2"/>
          <p:cNvPicPr>
            <a:picLocks noChangeAspect="1" noChangeArrowheads="1"/>
          </p:cNvPicPr>
          <p:nvPr/>
        </p:nvPicPr>
        <p:blipFill>
          <a:blip r:embed="rId2" cstate="print"/>
          <a:srcRect/>
          <a:stretch>
            <a:fillRect/>
          </a:stretch>
        </p:blipFill>
        <p:spPr bwMode="auto">
          <a:xfrm>
            <a:off x="2351584" y="1412776"/>
            <a:ext cx="7620000" cy="516255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a:solidFill>
                  <a:srgbClr val="0070C0"/>
                </a:solidFill>
              </a:rPr>
              <a:t>Train </a:t>
            </a:r>
            <a:r>
              <a:rPr lang="es-ES" err="1">
                <a:solidFill>
                  <a:srgbClr val="0070C0"/>
                </a:solidFill>
              </a:rPr>
              <a:t>Example</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The figure illustrates the probability of anomaly of the values given</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56</a:t>
            </a:fld>
            <a:endParaRPr lang="es-ES"/>
          </a:p>
        </p:txBody>
      </p:sp>
      <p:pic>
        <p:nvPicPr>
          <p:cNvPr id="36867" name="Picture 3"/>
          <p:cNvPicPr>
            <a:picLocks noChangeAspect="1" noChangeArrowheads="1"/>
          </p:cNvPicPr>
          <p:nvPr/>
        </p:nvPicPr>
        <p:blipFill>
          <a:blip r:embed="rId2" cstate="print"/>
          <a:srcRect/>
          <a:stretch>
            <a:fillRect/>
          </a:stretch>
        </p:blipFill>
        <p:spPr bwMode="auto">
          <a:xfrm>
            <a:off x="3791744" y="2359460"/>
            <a:ext cx="4688954" cy="449854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Looking</a:t>
            </a:r>
            <a:r>
              <a:rPr lang="es-ES">
                <a:solidFill>
                  <a:srgbClr val="0070C0"/>
                </a:solidFill>
              </a:rPr>
              <a:t> </a:t>
            </a:r>
            <a:r>
              <a:rPr lang="es-ES" err="1">
                <a:solidFill>
                  <a:srgbClr val="0070C0"/>
                </a:solidFill>
              </a:rPr>
              <a:t>for</a:t>
            </a:r>
            <a:r>
              <a:rPr lang="es-ES">
                <a:solidFill>
                  <a:srgbClr val="0070C0"/>
                </a:solidFill>
              </a:rPr>
              <a:t> </a:t>
            </a:r>
            <a:r>
              <a:rPr lang="es-ES" err="1">
                <a:solidFill>
                  <a:srgbClr val="0070C0"/>
                </a:solidFill>
              </a:rPr>
              <a:t>an</a:t>
            </a:r>
            <a:r>
              <a:rPr lang="es-ES">
                <a:solidFill>
                  <a:srgbClr val="0070C0"/>
                </a:solidFill>
              </a:rPr>
              <a:t> </a:t>
            </a:r>
            <a:r>
              <a:rPr lang="es-ES" err="1">
                <a:solidFill>
                  <a:srgbClr val="0070C0"/>
                </a:solidFill>
              </a:rPr>
              <a:t>Anomaly</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As has been stated above, this is a particularly simple application of the </a:t>
            </a:r>
            <a:r>
              <a:rPr lang="en-US" sz="2400" err="1"/>
              <a:t>Kalman</a:t>
            </a:r>
            <a:r>
              <a:rPr lang="en-US" sz="2400"/>
              <a:t> filter because it is one-dimensional and the only value of interest is the train's speed. This means that all the vectors and matrices are numbers and the code to perform the algorithm is extremely simple.</a:t>
            </a:r>
          </a:p>
          <a:p>
            <a:r>
              <a:rPr lang="es-ES" sz="2400"/>
              <a:t>Once </a:t>
            </a:r>
            <a:r>
              <a:rPr lang="es-ES" sz="2400" err="1"/>
              <a:t>the</a:t>
            </a:r>
            <a:r>
              <a:rPr lang="es-ES" sz="2400"/>
              <a:t> </a:t>
            </a:r>
            <a:r>
              <a:rPr lang="es-ES" sz="2400" err="1"/>
              <a:t>system</a:t>
            </a:r>
            <a:r>
              <a:rPr lang="es-ES" sz="2400"/>
              <a:t> </a:t>
            </a:r>
            <a:r>
              <a:rPr lang="en-US" sz="2400"/>
              <a:t>has settled down and the filter is able to make reasonable predictions about the next value, the probability of anomaly remains generally low, apart from the value given at time t = 308, which we know from the figure that is anomalous</a:t>
            </a:r>
          </a:p>
          <a:p>
            <a:r>
              <a:rPr lang="en-US" sz="2400"/>
              <a:t>It is interesting that the other value that appears </a:t>
            </a:r>
            <a:r>
              <a:rPr lang="es-ES" sz="2400" err="1"/>
              <a:t>to</a:t>
            </a:r>
            <a:r>
              <a:rPr lang="es-ES" sz="2400"/>
              <a:t> </a:t>
            </a:r>
            <a:r>
              <a:rPr lang="es-ES" sz="2400" err="1"/>
              <a:t>be</a:t>
            </a:r>
            <a:r>
              <a:rPr lang="es-ES" sz="2400"/>
              <a:t> </a:t>
            </a:r>
            <a:r>
              <a:rPr lang="es-ES" sz="2400" err="1"/>
              <a:t>anomalous</a:t>
            </a:r>
            <a:r>
              <a:rPr lang="es-ES" sz="2400"/>
              <a:t> </a:t>
            </a:r>
            <a:r>
              <a:rPr lang="en-US" sz="2400"/>
              <a:t>when t = 437, appears as a spike in the graph</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57</a:t>
            </a:fld>
            <a:endParaRPr lang="es-ES"/>
          </a:p>
        </p:txBody>
      </p:sp>
    </p:spTree>
    <p:extLst>
      <p:ext uri="{BB962C8B-B14F-4D97-AF65-F5344CB8AC3E}">
        <p14:creationId xmlns:p14="http://schemas.microsoft.com/office/powerpoint/2010/main" val="100826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altLang="es-ES" sz="3600" err="1"/>
              <a:t>Diseño</a:t>
            </a:r>
            <a:r>
              <a:rPr lang="en-US" altLang="es-ES" sz="3600"/>
              <a:t> de Software </a:t>
            </a:r>
            <a:r>
              <a:rPr lang="en-US" altLang="es-ES" sz="3600" err="1"/>
              <a:t>Crítico</a:t>
            </a:r>
            <a:endParaRPr lang="es-ES" sz="3600"/>
          </a:p>
        </p:txBody>
      </p:sp>
      <p:sp>
        <p:nvSpPr>
          <p:cNvPr id="3" name="2 Marcador de contenido"/>
          <p:cNvSpPr>
            <a:spLocks noGrp="1"/>
          </p:cNvSpPr>
          <p:nvPr>
            <p:ph idx="1"/>
          </p:nvPr>
        </p:nvSpPr>
        <p:spPr/>
        <p:txBody>
          <a:bodyPr>
            <a:normAutofit/>
          </a:bodyPr>
          <a:lstStyle/>
          <a:p>
            <a:pPr marL="857250" lvl="1" indent="-457200">
              <a:lnSpc>
                <a:spcPct val="120000"/>
              </a:lnSpc>
            </a:pPr>
            <a:r>
              <a:rPr lang="en-US" altLang="es-ES" err="1"/>
              <a:t>Patrones</a:t>
            </a:r>
            <a:r>
              <a:rPr lang="en-US" altLang="es-ES"/>
              <a:t> </a:t>
            </a:r>
            <a:r>
              <a:rPr lang="en-US" altLang="es-ES" err="1"/>
              <a:t>para</a:t>
            </a:r>
            <a:r>
              <a:rPr lang="en-US" altLang="es-ES"/>
              <a:t> </a:t>
            </a:r>
            <a:r>
              <a:rPr lang="en-US" altLang="es-ES" err="1"/>
              <a:t>gestión</a:t>
            </a:r>
            <a:r>
              <a:rPr lang="en-US" altLang="es-ES"/>
              <a:t> de </a:t>
            </a:r>
            <a:r>
              <a:rPr lang="en-US" altLang="es-ES" err="1"/>
              <a:t>errores</a:t>
            </a:r>
            <a:endParaRPr lang="en-US" altLang="es-ES"/>
          </a:p>
          <a:p>
            <a:pPr marL="1257300" lvl="2" indent="-457200">
              <a:lnSpc>
                <a:spcPct val="120000"/>
              </a:lnSpc>
            </a:pPr>
            <a:r>
              <a:rPr lang="en-US" altLang="es-ES" err="1"/>
              <a:t>Detección</a:t>
            </a:r>
            <a:r>
              <a:rPr lang="en-US" altLang="es-ES"/>
              <a:t> de </a:t>
            </a:r>
            <a:r>
              <a:rPr lang="en-US" altLang="es-ES" err="1"/>
              <a:t>anomalías</a:t>
            </a:r>
            <a:r>
              <a:rPr lang="en-US" altLang="es-ES"/>
              <a:t>: </a:t>
            </a:r>
            <a:r>
              <a:rPr lang="en-US" altLang="es-ES" err="1"/>
              <a:t>cadenas</a:t>
            </a:r>
            <a:r>
              <a:rPr lang="en-US" altLang="es-ES"/>
              <a:t> de Markov y </a:t>
            </a:r>
            <a:r>
              <a:rPr lang="en-US" altLang="es-ES" err="1"/>
              <a:t>filtros</a:t>
            </a:r>
            <a:r>
              <a:rPr lang="en-US" altLang="es-ES"/>
              <a:t> de </a:t>
            </a:r>
            <a:r>
              <a:rPr lang="en-US" altLang="es-ES" err="1"/>
              <a:t>Kalman</a:t>
            </a:r>
            <a:endParaRPr lang="en-US" altLang="es-ES"/>
          </a:p>
          <a:p>
            <a:pPr marL="1257300" lvl="2" indent="-457200">
              <a:lnSpc>
                <a:spcPct val="120000"/>
              </a:lnSpc>
            </a:pPr>
            <a:r>
              <a:rPr lang="en-US" altLang="es-ES" err="1">
                <a:solidFill>
                  <a:schemeClr val="accent1"/>
                </a:solidFill>
              </a:rPr>
              <a:t>Manejo</a:t>
            </a:r>
            <a:r>
              <a:rPr lang="en-US" altLang="es-ES">
                <a:solidFill>
                  <a:schemeClr val="accent1"/>
                </a:solidFill>
              </a:rPr>
              <a:t> de </a:t>
            </a:r>
            <a:r>
              <a:rPr lang="en-US" altLang="es-ES" err="1">
                <a:solidFill>
                  <a:schemeClr val="accent1"/>
                </a:solidFill>
              </a:rPr>
              <a:t>errores</a:t>
            </a:r>
            <a:r>
              <a:rPr lang="en-US" altLang="es-ES">
                <a:solidFill>
                  <a:schemeClr val="accent1"/>
                </a:solidFill>
              </a:rPr>
              <a:t>: Rejuvenation y </a:t>
            </a:r>
            <a:r>
              <a:rPr lang="en-US" altLang="es-ES" err="1">
                <a:solidFill>
                  <a:schemeClr val="accent1"/>
                </a:solidFill>
              </a:rPr>
              <a:t>Bloques</a:t>
            </a:r>
            <a:r>
              <a:rPr lang="en-US" altLang="es-ES">
                <a:solidFill>
                  <a:schemeClr val="accent1"/>
                </a:solidFill>
              </a:rPr>
              <a:t> de </a:t>
            </a:r>
            <a:r>
              <a:rPr lang="en-US" altLang="es-ES" err="1">
                <a:solidFill>
                  <a:schemeClr val="accent1"/>
                </a:solidFill>
              </a:rPr>
              <a:t>Recuperación</a:t>
            </a:r>
            <a:endParaRPr lang="en-US" altLang="es-ES">
              <a:solidFill>
                <a:schemeClr val="accent1"/>
              </a:solidFill>
            </a:endParaRPr>
          </a:p>
          <a:p>
            <a:pPr marL="857250" lvl="1" indent="-457200">
              <a:lnSpc>
                <a:spcPct val="120000"/>
              </a:lnSpc>
            </a:pPr>
            <a:r>
              <a:rPr lang="en-US" altLang="es-ES" err="1"/>
              <a:t>Replicación</a:t>
            </a:r>
            <a:r>
              <a:rPr lang="en-US" altLang="es-ES"/>
              <a:t> y </a:t>
            </a:r>
            <a:r>
              <a:rPr lang="en-US" altLang="es-ES" err="1"/>
              <a:t>diversificación</a:t>
            </a:r>
            <a:endParaRPr lang="en-US" altLang="es-ES"/>
          </a:p>
          <a:p>
            <a:pPr marL="857250" lvl="1" indent="-457200">
              <a:lnSpc>
                <a:spcPct val="120000"/>
              </a:lnSpc>
            </a:pPr>
            <a:r>
              <a:rPr lang="en-US" altLang="es-ES"/>
              <a:t>Balances </a:t>
            </a:r>
            <a:r>
              <a:rPr lang="en-US" altLang="es-ES" err="1"/>
              <a:t>arquitectónicos</a:t>
            </a:r>
            <a:r>
              <a:rPr lang="en-US" altLang="es-ES"/>
              <a:t>: </a:t>
            </a:r>
            <a:r>
              <a:rPr lang="en-US" altLang="es-ES" err="1"/>
              <a:t>disponibilidad</a:t>
            </a:r>
            <a:r>
              <a:rPr lang="en-US" altLang="es-ES"/>
              <a:t>/</a:t>
            </a:r>
            <a:r>
              <a:rPr lang="en-US" altLang="es-ES" err="1"/>
              <a:t>fiabilidad</a:t>
            </a:r>
            <a:r>
              <a:rPr lang="en-US" altLang="es-ES"/>
              <a:t>, </a:t>
            </a:r>
            <a:r>
              <a:rPr lang="en-US" altLang="es-ES" err="1"/>
              <a:t>seguridad</a:t>
            </a:r>
            <a:r>
              <a:rPr lang="en-US" altLang="es-ES"/>
              <a:t>/</a:t>
            </a:r>
            <a:r>
              <a:rPr lang="en-US" altLang="es-ES" err="1"/>
              <a:t>prestaciones</a:t>
            </a:r>
            <a:r>
              <a:rPr lang="en-US" altLang="es-ES"/>
              <a:t>,…</a:t>
            </a:r>
          </a:p>
          <a:p>
            <a:pPr marL="857250" lvl="1" indent="-457200">
              <a:lnSpc>
                <a:spcPct val="120000"/>
              </a:lnSpc>
            </a:pPr>
            <a:endParaRPr lang="en-US" altLang="es-ES"/>
          </a:p>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58</a:t>
            </a:fld>
            <a:endParaRPr lang="es-E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a:solidFill>
                  <a:srgbClr val="0070C0"/>
                </a:solidFill>
              </a:rPr>
              <a:t>Error </a:t>
            </a:r>
            <a:r>
              <a:rPr lang="es-ES" err="1">
                <a:solidFill>
                  <a:srgbClr val="0070C0"/>
                </a:solidFill>
              </a:rPr>
              <a:t>Handling</a:t>
            </a:r>
            <a:r>
              <a:rPr lang="es-ES">
                <a:solidFill>
                  <a:srgbClr val="0070C0"/>
                </a:solidFill>
              </a:rPr>
              <a:t>: </a:t>
            </a:r>
            <a:r>
              <a:rPr lang="es-ES" err="1">
                <a:solidFill>
                  <a:srgbClr val="0070C0"/>
                </a:solidFill>
              </a:rPr>
              <a:t>Rejuvenation</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Our purpose is to prevent an error from becoming a failure or, if that is not possible, to prepare for the failure in as controlled a </a:t>
            </a:r>
            <a:r>
              <a:rPr lang="es-ES" sz="2400" err="1"/>
              <a:t>manner</a:t>
            </a:r>
            <a:r>
              <a:rPr lang="es-ES" sz="2400"/>
              <a:t> as </a:t>
            </a:r>
            <a:r>
              <a:rPr lang="es-ES" sz="2400" err="1"/>
              <a:t>possible</a:t>
            </a:r>
            <a:endParaRPr lang="es-ES" sz="2400"/>
          </a:p>
          <a:p>
            <a:r>
              <a:rPr lang="en-US" sz="2400"/>
              <a:t>Rejuvenation is one means of breaking the link between error and failure in a controlled manner</a:t>
            </a:r>
          </a:p>
          <a:p>
            <a:r>
              <a:rPr lang="en-US" sz="2400"/>
              <a:t>The term “rejuvenation" is just the formal way of saying, “press the RESET button from time to time“</a:t>
            </a:r>
          </a:p>
          <a:p>
            <a:r>
              <a:rPr lang="en-US" sz="2400"/>
              <a:t>The purpose behind rejuvenation is to intercept and remove errors before they become failures</a:t>
            </a:r>
          </a:p>
          <a:p>
            <a:r>
              <a:rPr lang="en-US" sz="2400"/>
              <a:t>Faults in the code may have caused a </a:t>
            </a:r>
            <a:r>
              <a:rPr lang="es-ES" sz="2400" err="1"/>
              <a:t>number</a:t>
            </a:r>
            <a:r>
              <a:rPr lang="es-ES" sz="2400"/>
              <a:t> of </a:t>
            </a:r>
            <a:r>
              <a:rPr lang="es-ES" sz="2400" err="1"/>
              <a:t>errors</a:t>
            </a:r>
            <a:r>
              <a:rPr lang="es-ES" sz="2400"/>
              <a:t> (</a:t>
            </a:r>
            <a:r>
              <a:rPr lang="es-ES" sz="2400" err="1"/>
              <a:t>e.g.</a:t>
            </a:r>
            <a:r>
              <a:rPr lang="es-ES" sz="2400"/>
              <a:t> </a:t>
            </a:r>
            <a:r>
              <a:rPr lang="en-US" sz="2400"/>
              <a:t>zombie threads, data fragmentation and </a:t>
            </a:r>
            <a:r>
              <a:rPr lang="en-US" sz="2400" err="1"/>
              <a:t>Heisenbug</a:t>
            </a:r>
            <a:r>
              <a:rPr lang="en-US" sz="2400"/>
              <a:t> corruptions of memory, resource leakage, etc) </a:t>
            </a:r>
            <a:r>
              <a:rPr lang="es-ES" sz="2400" err="1"/>
              <a:t>that</a:t>
            </a:r>
            <a:r>
              <a:rPr lang="es-ES" sz="2400"/>
              <a:t> </a:t>
            </a:r>
            <a:r>
              <a:rPr lang="es-ES" sz="2400" err="1"/>
              <a:t>have</a:t>
            </a:r>
            <a:r>
              <a:rPr lang="es-ES" sz="2400"/>
              <a:t> </a:t>
            </a:r>
            <a:r>
              <a:rPr lang="es-ES" sz="2400" err="1"/>
              <a:t>occurred</a:t>
            </a:r>
            <a:r>
              <a:rPr lang="es-ES" sz="2400"/>
              <a:t> </a:t>
            </a:r>
            <a:r>
              <a:rPr lang="es-ES" sz="2400" err="1"/>
              <a:t>but</a:t>
            </a:r>
            <a:r>
              <a:rPr lang="es-ES" sz="2400"/>
              <a:t> </a:t>
            </a:r>
            <a:r>
              <a:rPr lang="en-US" sz="2400"/>
              <a:t>have not yet caused failures</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59</a:t>
            </a:fld>
            <a:endParaRPr lang="es-ES"/>
          </a:p>
        </p:txBody>
      </p:sp>
    </p:spTree>
    <p:extLst>
      <p:ext uri="{BB962C8B-B14F-4D97-AF65-F5344CB8AC3E}">
        <p14:creationId xmlns:p14="http://schemas.microsoft.com/office/powerpoint/2010/main" val="1008263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Rejuvenation</a:t>
            </a:r>
            <a:r>
              <a:rPr lang="es-ES">
                <a:solidFill>
                  <a:srgbClr val="0070C0"/>
                </a:solidFill>
              </a:rPr>
              <a:t>: </a:t>
            </a:r>
            <a:r>
              <a:rPr lang="es-ES" err="1">
                <a:solidFill>
                  <a:srgbClr val="0070C0"/>
                </a:solidFill>
              </a:rPr>
              <a:t>When</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400"/>
              <a:t>Most embedded systems have a natural operating periodicity</a:t>
            </a:r>
          </a:p>
          <a:p>
            <a:pPr lvl="1"/>
            <a:r>
              <a:rPr lang="en-US" sz="2000"/>
              <a:t>An aircraft flies for no more than 36  hours</a:t>
            </a:r>
          </a:p>
          <a:p>
            <a:pPr lvl="1"/>
            <a:r>
              <a:rPr lang="en-US" sz="2000"/>
              <a:t>a medical device is in continuous use for no more than a month</a:t>
            </a:r>
          </a:p>
          <a:p>
            <a:pPr lvl="1"/>
            <a:r>
              <a:rPr lang="en-US" sz="2000"/>
              <a:t>a car is driven for no more than a few </a:t>
            </a:r>
            <a:r>
              <a:rPr lang="es-ES" sz="2000" err="1"/>
              <a:t>hours</a:t>
            </a:r>
            <a:r>
              <a:rPr lang="es-ES" sz="2000"/>
              <a:t>, </a:t>
            </a:r>
            <a:r>
              <a:rPr lang="es-ES" sz="2000" err="1"/>
              <a:t>etc</a:t>
            </a:r>
            <a:endParaRPr lang="es-ES" sz="2000"/>
          </a:p>
          <a:p>
            <a:r>
              <a:rPr lang="en-US" sz="2400"/>
              <a:t>Given this periodicity, it is unclear why a reboot should not be built into the operating requirements at these convenient times</a:t>
            </a:r>
          </a:p>
          <a:p>
            <a:pPr lvl="1"/>
            <a:r>
              <a:rPr lang="en-US" sz="2000"/>
              <a:t>For a designer, demanding a periodic rebooting of the system is considered by many to be failure in some way</a:t>
            </a:r>
          </a:p>
          <a:p>
            <a:pPr lvl="1"/>
            <a:endParaRPr lang="en-US" sz="20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60</a:t>
            </a:fld>
            <a:endParaRPr lang="es-ES"/>
          </a:p>
        </p:txBody>
      </p:sp>
    </p:spTree>
    <p:extLst>
      <p:ext uri="{BB962C8B-B14F-4D97-AF65-F5344CB8AC3E}">
        <p14:creationId xmlns:p14="http://schemas.microsoft.com/office/powerpoint/2010/main" val="1008263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Rejuvenation</a:t>
            </a:r>
            <a:r>
              <a:rPr lang="es-ES">
                <a:solidFill>
                  <a:srgbClr val="0070C0"/>
                </a:solidFill>
              </a:rPr>
              <a:t>: </a:t>
            </a:r>
            <a:r>
              <a:rPr lang="es-ES" err="1">
                <a:solidFill>
                  <a:srgbClr val="0070C0"/>
                </a:solidFill>
              </a:rPr>
              <a:t>What</a:t>
            </a:r>
            <a:endParaRPr lang="es-ES">
              <a:solidFill>
                <a:srgbClr val="0070C0"/>
              </a:solidFill>
            </a:endParaRPr>
          </a:p>
        </p:txBody>
      </p:sp>
      <p:sp>
        <p:nvSpPr>
          <p:cNvPr id="3" name="2 Marcador de contenido"/>
          <p:cNvSpPr>
            <a:spLocks noGrp="1"/>
          </p:cNvSpPr>
          <p:nvPr>
            <p:ph idx="1"/>
          </p:nvPr>
        </p:nvSpPr>
        <p:spPr/>
        <p:txBody>
          <a:bodyPr>
            <a:normAutofit fontScale="92500" lnSpcReduction="20000"/>
          </a:bodyPr>
          <a:lstStyle/>
          <a:p>
            <a:r>
              <a:rPr lang="en-US" sz="2400"/>
              <a:t>Viewed from an availability analyst's point of view, rejuvenation is a form of periodic replacement, such as occurs in hardware maintenance</a:t>
            </a:r>
          </a:p>
          <a:p>
            <a:endParaRPr lang="en-US" sz="2400"/>
          </a:p>
          <a:p>
            <a:endParaRPr lang="en-US" sz="2400"/>
          </a:p>
          <a:p>
            <a:endParaRPr lang="en-US" sz="2400"/>
          </a:p>
          <a:p>
            <a:endParaRPr lang="en-US" sz="2400"/>
          </a:p>
          <a:p>
            <a:endParaRPr lang="en-US" sz="2400"/>
          </a:p>
          <a:p>
            <a:endParaRPr lang="en-US" sz="2400"/>
          </a:p>
          <a:p>
            <a:endParaRPr lang="en-US" sz="2400"/>
          </a:p>
          <a:p>
            <a:r>
              <a:rPr lang="en-US" sz="2400"/>
              <a:t>Stale state  is a state where errors are emerging, but no failure has occurred) at a rate of r</a:t>
            </a:r>
            <a:r>
              <a:rPr lang="en-US" sz="2400" baseline="-25000"/>
              <a:t>1</a:t>
            </a:r>
            <a:r>
              <a:rPr lang="en-US" sz="2400"/>
              <a:t> per hour</a:t>
            </a:r>
          </a:p>
          <a:p>
            <a:r>
              <a:rPr lang="en-US" sz="2400"/>
              <a:t>Once in the stale state, there is a rate, r</a:t>
            </a:r>
            <a:r>
              <a:rPr lang="en-US" sz="2600" baseline="-25000"/>
              <a:t>2</a:t>
            </a:r>
            <a:r>
              <a:rPr lang="en-US" sz="2400"/>
              <a:t>, at which the system moves into its failure state (r</a:t>
            </a:r>
            <a:r>
              <a:rPr lang="en-US" sz="2600" baseline="-25000"/>
              <a:t>3</a:t>
            </a:r>
            <a:r>
              <a:rPr lang="en-US" sz="2600"/>
              <a:t> </a:t>
            </a:r>
            <a:r>
              <a:rPr lang="en-US" sz="2400"/>
              <a:t>is the repair rate)</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61</a:t>
            </a:fld>
            <a:endParaRPr lang="es-ES"/>
          </a:p>
        </p:txBody>
      </p:sp>
      <p:pic>
        <p:nvPicPr>
          <p:cNvPr id="1026" name="Picture 2"/>
          <p:cNvPicPr>
            <a:picLocks noChangeAspect="1" noChangeArrowheads="1"/>
          </p:cNvPicPr>
          <p:nvPr/>
        </p:nvPicPr>
        <p:blipFill>
          <a:blip r:embed="rId2" cstate="print"/>
          <a:srcRect/>
          <a:stretch>
            <a:fillRect/>
          </a:stretch>
        </p:blipFill>
        <p:spPr bwMode="auto">
          <a:xfrm>
            <a:off x="2999656" y="2492897"/>
            <a:ext cx="6264696" cy="2328322"/>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Rejuvenation</a:t>
            </a:r>
            <a:endParaRPr lang="es-ES">
              <a:solidFill>
                <a:srgbClr val="0070C0"/>
              </a:solidFill>
            </a:endParaRPr>
          </a:p>
        </p:txBody>
      </p:sp>
      <p:sp>
        <p:nvSpPr>
          <p:cNvPr id="3" name="2 Marcador de contenido"/>
          <p:cNvSpPr>
            <a:spLocks noGrp="1"/>
          </p:cNvSpPr>
          <p:nvPr>
            <p:ph idx="1"/>
          </p:nvPr>
        </p:nvSpPr>
        <p:spPr/>
        <p:txBody>
          <a:bodyPr>
            <a:normAutofit/>
          </a:bodyPr>
          <a:lstStyle/>
          <a:p>
            <a:r>
              <a:rPr lang="es-ES_tradnl" sz="2400" err="1"/>
              <a:t>When</a:t>
            </a:r>
            <a:r>
              <a:rPr lang="es-ES_tradnl" sz="2400"/>
              <a:t> </a:t>
            </a:r>
            <a:r>
              <a:rPr lang="es-ES_tradnl" sz="2400" err="1"/>
              <a:t>the</a:t>
            </a:r>
            <a:r>
              <a:rPr lang="es-ES_tradnl" sz="2400"/>
              <a:t> </a:t>
            </a:r>
            <a:r>
              <a:rPr lang="es-ES_tradnl" sz="2400" err="1"/>
              <a:t>system</a:t>
            </a:r>
            <a:r>
              <a:rPr lang="es-ES_tradnl" sz="2400"/>
              <a:t> </a:t>
            </a:r>
            <a:r>
              <a:rPr lang="es-ES_tradnl" sz="2400" err="1"/>
              <a:t>is</a:t>
            </a:r>
            <a:r>
              <a:rPr lang="es-ES_tradnl" sz="2400"/>
              <a:t> </a:t>
            </a:r>
            <a:r>
              <a:rPr lang="es-ES_tradnl" sz="2400" err="1"/>
              <a:t>stale</a:t>
            </a:r>
            <a:r>
              <a:rPr lang="es-ES_tradnl" sz="2400"/>
              <a:t>, </a:t>
            </a:r>
            <a:r>
              <a:rPr lang="en-US" sz="2400"/>
              <a:t>rejuvenation occurs at a rate r</a:t>
            </a:r>
            <a:r>
              <a:rPr lang="en-US" sz="2400" baseline="-25000"/>
              <a:t>4</a:t>
            </a:r>
            <a:r>
              <a:rPr lang="en-US" sz="2400"/>
              <a:t>, and this can avoid the move to the failed state.</a:t>
            </a:r>
          </a:p>
          <a:p>
            <a:r>
              <a:rPr lang="en-US" sz="2400"/>
              <a:t>The main problems associated with rejuvenation are determining the </a:t>
            </a:r>
            <a:r>
              <a:rPr lang="es-ES" sz="2400" err="1"/>
              <a:t>correct</a:t>
            </a:r>
            <a:r>
              <a:rPr lang="es-ES" sz="2400"/>
              <a:t> </a:t>
            </a:r>
            <a:r>
              <a:rPr lang="es-ES" sz="2400" err="1"/>
              <a:t>rejuvenation</a:t>
            </a:r>
            <a:r>
              <a:rPr lang="es-ES" sz="2400"/>
              <a:t> </a:t>
            </a:r>
            <a:r>
              <a:rPr lang="es-ES" sz="2400" err="1"/>
              <a:t>rate</a:t>
            </a:r>
            <a:endParaRPr lang="es-ES" sz="2400"/>
          </a:p>
          <a:p>
            <a:r>
              <a:rPr lang="en-US" sz="2400"/>
              <a:t>If r</a:t>
            </a:r>
            <a:r>
              <a:rPr lang="en-US" sz="2400" baseline="-25000"/>
              <a:t>4</a:t>
            </a:r>
            <a:r>
              <a:rPr lang="en-US" sz="2400"/>
              <a:t> is too large, representing very frequent pressing of the reset button, then system availability </a:t>
            </a:r>
            <a:r>
              <a:rPr lang="es-ES" sz="2400" err="1"/>
              <a:t>drops</a:t>
            </a:r>
            <a:endParaRPr lang="es-ES" sz="2400"/>
          </a:p>
          <a:p>
            <a:r>
              <a:rPr lang="en-US" sz="2400"/>
              <a:t>If r</a:t>
            </a:r>
            <a:r>
              <a:rPr lang="en-US" sz="2400" baseline="-25000"/>
              <a:t>4</a:t>
            </a:r>
            <a:r>
              <a:rPr lang="en-US" sz="2400"/>
              <a:t> is too small the technique has limited use, because the r</a:t>
            </a:r>
            <a:r>
              <a:rPr lang="en-US" sz="2400" baseline="-25000"/>
              <a:t>2</a:t>
            </a:r>
            <a:r>
              <a:rPr lang="en-US" sz="2400"/>
              <a:t> transition can dominate when the system is stale, causing a failure and again impacting the availability of the system</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62</a:t>
            </a:fld>
            <a:endParaRPr lang="es-ES"/>
          </a:p>
        </p:txBody>
      </p:sp>
    </p:spTree>
    <p:extLst>
      <p:ext uri="{BB962C8B-B14F-4D97-AF65-F5344CB8AC3E}">
        <p14:creationId xmlns:p14="http://schemas.microsoft.com/office/powerpoint/2010/main" val="1008263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Rejuvenation</a:t>
            </a:r>
            <a:endParaRPr lang="es-ES">
              <a:solidFill>
                <a:srgbClr val="0070C0"/>
              </a:solidFill>
            </a:endParaRPr>
          </a:p>
        </p:txBody>
      </p:sp>
      <p:sp>
        <p:nvSpPr>
          <p:cNvPr id="3" name="2 Marcador de contenido"/>
          <p:cNvSpPr>
            <a:spLocks noGrp="1"/>
          </p:cNvSpPr>
          <p:nvPr>
            <p:ph idx="1"/>
          </p:nvPr>
        </p:nvSpPr>
        <p:spPr/>
        <p:txBody>
          <a:bodyPr>
            <a:normAutofit/>
          </a:bodyPr>
          <a:lstStyle/>
          <a:p>
            <a:r>
              <a:rPr lang="es-ES_tradnl" sz="2400" err="1"/>
              <a:t>Selecting</a:t>
            </a:r>
            <a:r>
              <a:rPr lang="es-ES_tradnl" sz="2400"/>
              <a:t> </a:t>
            </a:r>
            <a:r>
              <a:rPr lang="en-US" sz="2400"/>
              <a:t>r</a:t>
            </a:r>
            <a:r>
              <a:rPr lang="en-US" sz="2400" baseline="-25000"/>
              <a:t>4</a:t>
            </a:r>
            <a:r>
              <a:rPr lang="en-US" sz="2400"/>
              <a:t> </a:t>
            </a:r>
            <a:r>
              <a:rPr lang="es-ES_tradnl" sz="2400"/>
              <a:t>:</a:t>
            </a:r>
          </a:p>
          <a:p>
            <a:pPr lvl="1"/>
            <a:r>
              <a:rPr lang="en-US" sz="2000"/>
              <a:t>If the system has an operating </a:t>
            </a:r>
            <a:r>
              <a:rPr lang="es-ES" sz="2000"/>
              <a:t>time 1/r&gt;&gt;1/r</a:t>
            </a:r>
            <a:r>
              <a:rPr lang="es-ES" sz="2000" baseline="-25000"/>
              <a:t>2</a:t>
            </a:r>
            <a:r>
              <a:rPr lang="es-ES" sz="2000"/>
              <a:t> </a:t>
            </a:r>
            <a:r>
              <a:rPr lang="en-US" sz="2000"/>
              <a:t>then rejuvenation can take place </a:t>
            </a:r>
            <a:r>
              <a:rPr lang="es-ES" sz="2000" err="1"/>
              <a:t>during</a:t>
            </a:r>
            <a:r>
              <a:rPr lang="es-ES" sz="2000"/>
              <a:t> </a:t>
            </a:r>
            <a:r>
              <a:rPr lang="es-ES" sz="2000" err="1"/>
              <a:t>its</a:t>
            </a:r>
            <a:r>
              <a:rPr lang="es-ES" sz="2000"/>
              <a:t> </a:t>
            </a:r>
            <a:r>
              <a:rPr lang="es-ES" sz="2000" err="1"/>
              <a:t>maintenance</a:t>
            </a:r>
            <a:r>
              <a:rPr lang="es-ES" sz="2000"/>
              <a:t> </a:t>
            </a:r>
            <a:r>
              <a:rPr lang="es-ES" sz="2000" err="1"/>
              <a:t>period</a:t>
            </a:r>
            <a:r>
              <a:rPr lang="es-ES" sz="2000"/>
              <a:t> </a:t>
            </a:r>
          </a:p>
          <a:p>
            <a:pPr lvl="1"/>
            <a:r>
              <a:rPr lang="es-ES" sz="2000" err="1"/>
              <a:t>this</a:t>
            </a:r>
            <a:r>
              <a:rPr lang="es-ES" sz="2000"/>
              <a:t> </a:t>
            </a:r>
            <a:r>
              <a:rPr lang="es-ES" sz="2000" err="1"/>
              <a:t>may</a:t>
            </a:r>
            <a:r>
              <a:rPr lang="es-ES" sz="2000"/>
              <a:t> </a:t>
            </a:r>
            <a:r>
              <a:rPr lang="es-ES" sz="2000" err="1"/>
              <a:t>be</a:t>
            </a:r>
            <a:r>
              <a:rPr lang="es-ES" sz="2000"/>
              <a:t> </a:t>
            </a:r>
            <a:r>
              <a:rPr lang="es-ES" sz="2000" err="1"/>
              <a:t>valid</a:t>
            </a:r>
            <a:r>
              <a:rPr lang="es-ES" sz="2000"/>
              <a:t> </a:t>
            </a:r>
            <a:r>
              <a:rPr lang="en-US" sz="2000"/>
              <a:t>for systems in aircraft, cars, railway trains, medical devices, and other systems regularly taken out of service</a:t>
            </a:r>
          </a:p>
          <a:p>
            <a:pPr lvl="1"/>
            <a:r>
              <a:rPr lang="en-US" sz="2000"/>
              <a:t>In this case, it is essential that the maximum rejuvenation interval be explicit in the safety manual and be included as part of the claim in the safety case</a:t>
            </a:r>
          </a:p>
          <a:p>
            <a:pPr lvl="1"/>
            <a:r>
              <a:rPr lang="en-US" sz="2000"/>
              <a:t>In other cases, the rejuvenation may need to be triggered by an</a:t>
            </a:r>
            <a:r>
              <a:rPr lang="es-ES" sz="2000"/>
              <a:t> </a:t>
            </a:r>
            <a:r>
              <a:rPr lang="es-ES" sz="2000" err="1"/>
              <a:t>anomaly</a:t>
            </a:r>
            <a:r>
              <a:rPr lang="es-ES" sz="2000"/>
              <a:t> </a:t>
            </a:r>
            <a:r>
              <a:rPr lang="es-ES" sz="2000" err="1"/>
              <a:t>detection</a:t>
            </a:r>
            <a:r>
              <a:rPr lang="es-ES" sz="2000"/>
              <a:t> </a:t>
            </a:r>
            <a:r>
              <a:rPr lang="es-ES" sz="2000" err="1"/>
              <a:t>system</a:t>
            </a:r>
            <a:endParaRPr lang="en-US" sz="20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63</a:t>
            </a:fld>
            <a:endParaRPr lang="es-ES"/>
          </a:p>
        </p:txBody>
      </p:sp>
    </p:spTree>
    <p:extLst>
      <p:ext uri="{BB962C8B-B14F-4D97-AF65-F5344CB8AC3E}">
        <p14:creationId xmlns:p14="http://schemas.microsoft.com/office/powerpoint/2010/main" val="1008263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Rejuvenation</a:t>
            </a:r>
            <a:r>
              <a:rPr lang="es-ES">
                <a:solidFill>
                  <a:srgbClr val="0070C0"/>
                </a:solidFill>
              </a:rPr>
              <a:t> in </a:t>
            </a:r>
            <a:r>
              <a:rPr lang="es-ES" err="1">
                <a:solidFill>
                  <a:srgbClr val="0070C0"/>
                </a:solidFill>
              </a:rPr>
              <a:t>Replicated</a:t>
            </a:r>
            <a:r>
              <a:rPr lang="es-ES">
                <a:solidFill>
                  <a:srgbClr val="0070C0"/>
                </a:solidFill>
              </a:rPr>
              <a:t> </a:t>
            </a:r>
            <a:r>
              <a:rPr lang="es-ES" err="1">
                <a:solidFill>
                  <a:srgbClr val="0070C0"/>
                </a:solidFill>
              </a:rPr>
              <a:t>Systems</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000"/>
              <a:t>In cases where a replicated or diverse design has been employed rejuvenation may be useful not only to cleanse the operating (hot) subsystem, but also to exercise the changeover mechanism and ensure that the cold (non operating) subsystem has not failed silently</a:t>
            </a:r>
          </a:p>
          <a:p>
            <a:endParaRPr lang="en-US" sz="200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64</a:t>
            </a:fld>
            <a:endParaRPr lang="es-ES"/>
          </a:p>
        </p:txBody>
      </p:sp>
      <p:pic>
        <p:nvPicPr>
          <p:cNvPr id="2051" name="Picture 3"/>
          <p:cNvPicPr>
            <a:picLocks noChangeAspect="1" noChangeArrowheads="1"/>
          </p:cNvPicPr>
          <p:nvPr/>
        </p:nvPicPr>
        <p:blipFill>
          <a:blip r:embed="rId2" cstate="print"/>
          <a:srcRect/>
          <a:stretch>
            <a:fillRect/>
          </a:stretch>
        </p:blipFill>
        <p:spPr bwMode="auto">
          <a:xfrm>
            <a:off x="3503713" y="2996952"/>
            <a:ext cx="5229225" cy="346710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Rejuvenation</a:t>
            </a:r>
            <a:r>
              <a:rPr lang="es-ES">
                <a:solidFill>
                  <a:srgbClr val="0070C0"/>
                </a:solidFill>
              </a:rPr>
              <a:t> in </a:t>
            </a:r>
            <a:r>
              <a:rPr lang="es-ES" err="1">
                <a:solidFill>
                  <a:srgbClr val="0070C0"/>
                </a:solidFill>
              </a:rPr>
              <a:t>Replicated</a:t>
            </a:r>
            <a:r>
              <a:rPr lang="es-ES">
                <a:solidFill>
                  <a:srgbClr val="0070C0"/>
                </a:solidFill>
              </a:rPr>
              <a:t> </a:t>
            </a:r>
            <a:r>
              <a:rPr lang="es-ES" err="1">
                <a:solidFill>
                  <a:srgbClr val="0070C0"/>
                </a:solidFill>
              </a:rPr>
              <a:t>Systems</a:t>
            </a:r>
            <a:endParaRPr lang="es-ES">
              <a:solidFill>
                <a:srgbClr val="0070C0"/>
              </a:solidFill>
            </a:endParaRPr>
          </a:p>
        </p:txBody>
      </p:sp>
      <p:sp>
        <p:nvSpPr>
          <p:cNvPr id="3" name="2 Marcador de contenido"/>
          <p:cNvSpPr>
            <a:spLocks noGrp="1"/>
          </p:cNvSpPr>
          <p:nvPr>
            <p:ph idx="1"/>
          </p:nvPr>
        </p:nvSpPr>
        <p:spPr/>
        <p:txBody>
          <a:bodyPr>
            <a:normAutofit/>
          </a:bodyPr>
          <a:lstStyle/>
          <a:p>
            <a:r>
              <a:rPr lang="en-US" sz="2000"/>
              <a:t>If this is done before the hot subsystem has failed, a rapid switch may still be possible back to the original subsystem if it is found that the </a:t>
            </a:r>
            <a:r>
              <a:rPr lang="es-ES" sz="2000" err="1"/>
              <a:t>standby</a:t>
            </a:r>
            <a:r>
              <a:rPr lang="es-ES" sz="2000"/>
              <a:t> has </a:t>
            </a:r>
            <a:r>
              <a:rPr lang="es-ES" sz="2000" err="1"/>
              <a:t>failed</a:t>
            </a:r>
            <a:r>
              <a:rPr lang="es-ES" sz="2000"/>
              <a:t> </a:t>
            </a:r>
            <a:r>
              <a:rPr lang="es-ES" sz="2000" err="1"/>
              <a:t>silently</a:t>
            </a:r>
            <a:endParaRPr lang="es-ES" sz="2000"/>
          </a:p>
          <a:p>
            <a:r>
              <a:rPr lang="en-US" sz="2000"/>
              <a:t>In this model, rejuvenation may be triggered by time (invoking the switch-over every X hours) or whenever an anomaly is detected in the </a:t>
            </a:r>
            <a:r>
              <a:rPr lang="es-ES" sz="2000" err="1"/>
              <a:t>hot</a:t>
            </a:r>
            <a:r>
              <a:rPr lang="es-ES" sz="2000"/>
              <a:t> (</a:t>
            </a:r>
            <a:r>
              <a:rPr lang="es-ES" sz="2000" err="1"/>
              <a:t>operating</a:t>
            </a:r>
            <a:r>
              <a:rPr lang="es-ES" sz="2000"/>
              <a:t>) </a:t>
            </a:r>
            <a:r>
              <a:rPr lang="es-ES" sz="2000" err="1"/>
              <a:t>subsystem</a:t>
            </a:r>
            <a:r>
              <a:rPr lang="es-ES" sz="2000"/>
              <a:t> </a:t>
            </a:r>
          </a:p>
          <a:p>
            <a:r>
              <a:rPr lang="en-US" sz="2000"/>
              <a:t>IEC 61508-2, the hardware section of IEC 61508, refers to the concept of “proof testing" for hardware</a:t>
            </a:r>
          </a:p>
          <a:p>
            <a:pPr lvl="1">
              <a:buNone/>
            </a:pPr>
            <a:r>
              <a:rPr lang="en-US" sz="1600"/>
              <a:t>	</a:t>
            </a:r>
          </a:p>
          <a:p>
            <a:pPr lvl="1">
              <a:buNone/>
            </a:pPr>
            <a:r>
              <a:rPr lang="en-US" sz="1600" b="1">
                <a:solidFill>
                  <a:schemeClr val="accent1"/>
                </a:solidFill>
              </a:rPr>
              <a:t>	proof test: periodic test performed to detect dangerous hidden failures in a safety-related system so that, if necessary, a repair can restore the system to an “as new” condition or as close as practical to this condition</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65</a:t>
            </a:fld>
            <a:endParaRPr lang="es-ES"/>
          </a:p>
        </p:txBody>
      </p:sp>
    </p:spTree>
    <p:extLst>
      <p:ext uri="{BB962C8B-B14F-4D97-AF65-F5344CB8AC3E}">
        <p14:creationId xmlns:p14="http://schemas.microsoft.com/office/powerpoint/2010/main" val="1008263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Recovery</a:t>
            </a:r>
            <a:r>
              <a:rPr lang="es-ES">
                <a:solidFill>
                  <a:srgbClr val="0070C0"/>
                </a:solidFill>
              </a:rPr>
              <a:t> Blocks</a:t>
            </a:r>
          </a:p>
        </p:txBody>
      </p:sp>
      <p:sp>
        <p:nvSpPr>
          <p:cNvPr id="3" name="2 Marcador de contenido"/>
          <p:cNvSpPr>
            <a:spLocks noGrp="1"/>
          </p:cNvSpPr>
          <p:nvPr>
            <p:ph idx="1"/>
          </p:nvPr>
        </p:nvSpPr>
        <p:spPr/>
        <p:txBody>
          <a:bodyPr>
            <a:normAutofit/>
          </a:bodyPr>
          <a:lstStyle/>
          <a:p>
            <a:r>
              <a:rPr lang="en-US" sz="2000"/>
              <a:t>Another particularly simple (and effective) technique for detecting an error and recovering is that of “recovery blocks“</a:t>
            </a:r>
          </a:p>
          <a:p>
            <a:pPr lvl="1"/>
            <a:r>
              <a:rPr lang="en-US" sz="1800"/>
              <a:t> The term “block” reflects the origin of the method back in the ALGOL language that was in use in the 1970s</a:t>
            </a:r>
          </a:p>
          <a:p>
            <a:r>
              <a:rPr lang="en-US" sz="2000"/>
              <a:t>Recovery blocks are explicitly mentioned in Table 5 of ISO 26262-6 as a “Mechanism for error handling at the software architectural level.“</a:t>
            </a:r>
          </a:p>
          <a:p>
            <a:r>
              <a:rPr lang="en-US" sz="2000"/>
              <a:t>The basic pattern of a recovery block is that, instead of calling a particular function to carry out a computation, we instead structure </a:t>
            </a:r>
            <a:r>
              <a:rPr lang="es-ES" sz="2000" err="1"/>
              <a:t>the</a:t>
            </a:r>
            <a:r>
              <a:rPr lang="es-ES" sz="2000"/>
              <a:t> </a:t>
            </a:r>
            <a:r>
              <a:rPr lang="es-ES" sz="2000" err="1"/>
              <a:t>code</a:t>
            </a:r>
            <a:r>
              <a:rPr lang="es-ES" sz="2000"/>
              <a:t> as </a:t>
            </a:r>
            <a:r>
              <a:rPr lang="es-ES" sz="2000" err="1"/>
              <a:t>follows</a:t>
            </a:r>
            <a:r>
              <a:rPr lang="es-ES" sz="2000"/>
              <a:t>:</a:t>
            </a:r>
            <a:endParaRPr lang="en-US" sz="2000" b="1">
              <a:solidFill>
                <a:schemeClr val="accent1"/>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66</a:t>
            </a:fld>
            <a:endParaRPr lang="es-ES"/>
          </a:p>
        </p:txBody>
      </p:sp>
      <p:pic>
        <p:nvPicPr>
          <p:cNvPr id="3075" name="Picture 3"/>
          <p:cNvPicPr>
            <a:picLocks noChangeAspect="1" noChangeArrowheads="1"/>
          </p:cNvPicPr>
          <p:nvPr/>
        </p:nvPicPr>
        <p:blipFill>
          <a:blip r:embed="rId2" cstate="print"/>
          <a:srcRect/>
          <a:stretch>
            <a:fillRect/>
          </a:stretch>
        </p:blipFill>
        <p:spPr bwMode="auto">
          <a:xfrm>
            <a:off x="3575720" y="4797152"/>
            <a:ext cx="5505450" cy="148590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Recovery</a:t>
            </a:r>
            <a:r>
              <a:rPr lang="es-ES">
                <a:solidFill>
                  <a:srgbClr val="0070C0"/>
                </a:solidFill>
              </a:rPr>
              <a:t> Blocks</a:t>
            </a:r>
          </a:p>
        </p:txBody>
      </p:sp>
      <p:sp>
        <p:nvSpPr>
          <p:cNvPr id="3" name="2 Marcador de contenido"/>
          <p:cNvSpPr>
            <a:spLocks noGrp="1"/>
          </p:cNvSpPr>
          <p:nvPr>
            <p:ph idx="1"/>
          </p:nvPr>
        </p:nvSpPr>
        <p:spPr/>
        <p:txBody>
          <a:bodyPr>
            <a:normAutofit/>
          </a:bodyPr>
          <a:lstStyle/>
          <a:p>
            <a:r>
              <a:rPr lang="es-ES_tradnl" sz="2000" err="1"/>
              <a:t>The</a:t>
            </a:r>
            <a:r>
              <a:rPr lang="es-ES_tradnl" sz="2000"/>
              <a:t> </a:t>
            </a:r>
            <a:r>
              <a:rPr lang="es-ES_tradnl" sz="2000" err="1"/>
              <a:t>acceptance</a:t>
            </a:r>
            <a:r>
              <a:rPr lang="es-ES_tradnl" sz="2000"/>
              <a:t> test </a:t>
            </a:r>
            <a:r>
              <a:rPr lang="en-US" sz="2000"/>
              <a:t>is a routine that evaluates the result returned by the function and indicates whether it is acceptable or not in the </a:t>
            </a:r>
            <a:r>
              <a:rPr lang="es-ES" sz="2000" err="1"/>
              <a:t>context</a:t>
            </a:r>
            <a:endParaRPr lang="en-US" sz="2000" b="1">
              <a:solidFill>
                <a:schemeClr val="accent1"/>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67</a:t>
            </a:fld>
            <a:endParaRPr lang="es-ES"/>
          </a:p>
        </p:txBody>
      </p:sp>
      <p:pic>
        <p:nvPicPr>
          <p:cNvPr id="4098" name="Picture 2"/>
          <p:cNvPicPr>
            <a:picLocks noChangeAspect="1" noChangeArrowheads="1"/>
          </p:cNvPicPr>
          <p:nvPr/>
        </p:nvPicPr>
        <p:blipFill>
          <a:blip r:embed="rId2" cstate="print"/>
          <a:srcRect/>
          <a:stretch>
            <a:fillRect/>
          </a:stretch>
        </p:blipFill>
        <p:spPr bwMode="auto">
          <a:xfrm>
            <a:off x="4223792" y="2348881"/>
            <a:ext cx="3312368" cy="4524931"/>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Recovery</a:t>
            </a:r>
            <a:r>
              <a:rPr lang="es-ES">
                <a:solidFill>
                  <a:srgbClr val="0070C0"/>
                </a:solidFill>
              </a:rPr>
              <a:t> Blocks</a:t>
            </a:r>
          </a:p>
        </p:txBody>
      </p:sp>
      <p:sp>
        <p:nvSpPr>
          <p:cNvPr id="3" name="2 Marcador de contenido"/>
          <p:cNvSpPr>
            <a:spLocks noGrp="1"/>
          </p:cNvSpPr>
          <p:nvPr>
            <p:ph idx="1"/>
          </p:nvPr>
        </p:nvSpPr>
        <p:spPr/>
        <p:txBody>
          <a:bodyPr>
            <a:normAutofit/>
          </a:bodyPr>
          <a:lstStyle/>
          <a:p>
            <a:r>
              <a:rPr lang="en-US" sz="2400"/>
              <a:t>There are many variants of this basic technique, which can be thought of as a version of N-version programming</a:t>
            </a:r>
          </a:p>
          <a:p>
            <a:pPr lvl="1"/>
            <a:r>
              <a:rPr lang="en-US" sz="2000"/>
              <a:t>One variant stems from the observation that the different implementations of the function do not need to calculate identical results, they only need to return acceptable results</a:t>
            </a:r>
          </a:p>
          <a:p>
            <a:pPr lvl="1"/>
            <a:r>
              <a:rPr lang="es-ES" sz="2100"/>
              <a:t>So function1 </a:t>
            </a:r>
            <a:r>
              <a:rPr lang="es-ES" sz="2100" err="1"/>
              <a:t>might</a:t>
            </a:r>
            <a:r>
              <a:rPr lang="es-ES" sz="2100"/>
              <a:t> </a:t>
            </a:r>
            <a:r>
              <a:rPr lang="en-US" sz="2100"/>
              <a:t>try to handle the input parameters fully, whereas function2 might perform a simpler computation giving a more approximate answer.</a:t>
            </a:r>
          </a:p>
          <a:p>
            <a:pPr lvl="1"/>
            <a:r>
              <a:rPr lang="en-US" sz="2100"/>
              <a:t>A second observation arises from the fact that most faults remaining in shipped code are likely to be </a:t>
            </a:r>
            <a:r>
              <a:rPr lang="en-US" sz="2100" err="1"/>
              <a:t>Heisenbugs</a:t>
            </a:r>
            <a:r>
              <a:rPr lang="en-US" sz="2100"/>
              <a:t>. If this is the case then the </a:t>
            </a:r>
            <a:r>
              <a:rPr lang="es-ES" sz="2100" err="1"/>
              <a:t>pattern</a:t>
            </a:r>
            <a:r>
              <a:rPr lang="es-ES" sz="2100"/>
              <a:t> can </a:t>
            </a:r>
            <a:r>
              <a:rPr lang="es-ES" sz="2100" err="1"/>
              <a:t>be</a:t>
            </a:r>
            <a:r>
              <a:rPr lang="es-ES" sz="2100"/>
              <a:t> </a:t>
            </a:r>
            <a:r>
              <a:rPr lang="es-ES" sz="2100" err="1"/>
              <a:t>simplified</a:t>
            </a:r>
            <a:r>
              <a:rPr lang="es-ES" sz="2100"/>
              <a:t>:</a:t>
            </a:r>
            <a:endParaRPr lang="en-US" sz="21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68</a:t>
            </a:fld>
            <a:endParaRPr lang="es-ES"/>
          </a:p>
        </p:txBody>
      </p:sp>
      <p:pic>
        <p:nvPicPr>
          <p:cNvPr id="5122" name="Picture 2"/>
          <p:cNvPicPr>
            <a:picLocks noChangeAspect="1" noChangeArrowheads="1"/>
          </p:cNvPicPr>
          <p:nvPr/>
        </p:nvPicPr>
        <p:blipFill>
          <a:blip r:embed="rId2" cstate="print"/>
          <a:srcRect/>
          <a:stretch>
            <a:fillRect/>
          </a:stretch>
        </p:blipFill>
        <p:spPr bwMode="auto">
          <a:xfrm>
            <a:off x="4367808" y="5584359"/>
            <a:ext cx="3240360" cy="1047299"/>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Recovery</a:t>
            </a:r>
            <a:r>
              <a:rPr lang="es-ES">
                <a:solidFill>
                  <a:srgbClr val="0070C0"/>
                </a:solidFill>
              </a:rPr>
              <a:t> Blocks</a:t>
            </a:r>
          </a:p>
        </p:txBody>
      </p:sp>
      <p:sp>
        <p:nvSpPr>
          <p:cNvPr id="3" name="2 Marcador de contenido"/>
          <p:cNvSpPr>
            <a:spLocks noGrp="1"/>
          </p:cNvSpPr>
          <p:nvPr>
            <p:ph idx="1"/>
          </p:nvPr>
        </p:nvSpPr>
        <p:spPr/>
        <p:txBody>
          <a:bodyPr>
            <a:normAutofit/>
          </a:bodyPr>
          <a:lstStyle/>
          <a:p>
            <a:r>
              <a:rPr lang="en-US" sz="2400"/>
              <a:t>One disadvantage of recovery blocks is that any side effects (system changes) made by a routine whose output is eventually rejected by the acceptance routine must be undone before the computation is repeated</a:t>
            </a:r>
          </a:p>
          <a:p>
            <a:pPr lvl="1"/>
            <a:r>
              <a:rPr lang="en-US" sz="1800"/>
              <a:t>These side effects include “information smuggling” when the routine changes data structures outside the group of programs engaged in the processing or even dynamically creates new </a:t>
            </a:r>
            <a:r>
              <a:rPr lang="es-ES" sz="1800"/>
              <a:t>proceses</a:t>
            </a:r>
          </a:p>
          <a:p>
            <a:r>
              <a:rPr lang="en-US" sz="2400"/>
              <a:t>Recovery blocks can also provide some level of protection against security attacks, because the attacker has to corrupt both the implementation and the acceptance test before a bad value can be silently </a:t>
            </a:r>
            <a:r>
              <a:rPr lang="es-ES" sz="2400" err="1"/>
              <a:t>generated</a:t>
            </a:r>
            <a:endParaRPr lang="en-US" sz="22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69</a:t>
            </a:fld>
            <a:endParaRPr lang="es-ES"/>
          </a:p>
        </p:txBody>
      </p:sp>
    </p:spTree>
    <p:extLst>
      <p:ext uri="{BB962C8B-B14F-4D97-AF65-F5344CB8AC3E}">
        <p14:creationId xmlns:p14="http://schemas.microsoft.com/office/powerpoint/2010/main" val="1008263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altLang="es-ES" sz="3600" err="1">
                <a:solidFill>
                  <a:schemeClr val="accent1"/>
                </a:solidFill>
              </a:rPr>
              <a:t>Diseño</a:t>
            </a:r>
            <a:r>
              <a:rPr lang="en-US" altLang="es-ES" sz="3600">
                <a:solidFill>
                  <a:schemeClr val="accent1"/>
                </a:solidFill>
              </a:rPr>
              <a:t> de Software </a:t>
            </a:r>
            <a:r>
              <a:rPr lang="en-US" altLang="es-ES" sz="3600" err="1">
                <a:solidFill>
                  <a:schemeClr val="accent1"/>
                </a:solidFill>
              </a:rPr>
              <a:t>Crítico</a:t>
            </a:r>
            <a:endParaRPr lang="es-ES" sz="3600">
              <a:solidFill>
                <a:schemeClr val="accent1"/>
              </a:solidFill>
            </a:endParaRPr>
          </a:p>
        </p:txBody>
      </p:sp>
      <p:sp>
        <p:nvSpPr>
          <p:cNvPr id="3" name="2 Marcador de contenido"/>
          <p:cNvSpPr>
            <a:spLocks noGrp="1"/>
          </p:cNvSpPr>
          <p:nvPr>
            <p:ph idx="1"/>
          </p:nvPr>
        </p:nvSpPr>
        <p:spPr/>
        <p:txBody>
          <a:bodyPr>
            <a:normAutofit/>
          </a:bodyPr>
          <a:lstStyle/>
          <a:p>
            <a:pPr marL="857250" lvl="1" indent="-457200">
              <a:lnSpc>
                <a:spcPct val="120000"/>
              </a:lnSpc>
            </a:pPr>
            <a:r>
              <a:rPr lang="en-US" altLang="es-ES" err="1"/>
              <a:t>Patrones</a:t>
            </a:r>
            <a:r>
              <a:rPr lang="en-US" altLang="es-ES"/>
              <a:t> </a:t>
            </a:r>
            <a:r>
              <a:rPr lang="en-US" altLang="es-ES" err="1"/>
              <a:t>para</a:t>
            </a:r>
            <a:r>
              <a:rPr lang="en-US" altLang="es-ES"/>
              <a:t> </a:t>
            </a:r>
            <a:r>
              <a:rPr lang="en-US" altLang="es-ES" err="1"/>
              <a:t>gestión</a:t>
            </a:r>
            <a:r>
              <a:rPr lang="en-US" altLang="es-ES"/>
              <a:t> de </a:t>
            </a:r>
            <a:r>
              <a:rPr lang="en-US" altLang="es-ES" err="1"/>
              <a:t>errores</a:t>
            </a:r>
            <a:endParaRPr lang="en-US" altLang="es-ES"/>
          </a:p>
          <a:p>
            <a:pPr marL="1257300" lvl="2" indent="-457200">
              <a:lnSpc>
                <a:spcPct val="120000"/>
              </a:lnSpc>
            </a:pPr>
            <a:r>
              <a:rPr lang="en-US" altLang="es-ES" err="1"/>
              <a:t>Detección</a:t>
            </a:r>
            <a:r>
              <a:rPr lang="en-US" altLang="es-ES"/>
              <a:t> de </a:t>
            </a:r>
            <a:r>
              <a:rPr lang="en-US" altLang="es-ES" err="1"/>
              <a:t>anomalías</a:t>
            </a:r>
            <a:r>
              <a:rPr lang="en-US" altLang="es-ES"/>
              <a:t>: </a:t>
            </a:r>
            <a:r>
              <a:rPr lang="en-US" altLang="es-ES" err="1"/>
              <a:t>cadenas</a:t>
            </a:r>
            <a:r>
              <a:rPr lang="en-US" altLang="es-ES"/>
              <a:t> de Markov y </a:t>
            </a:r>
            <a:r>
              <a:rPr lang="en-US" altLang="es-ES" err="1"/>
              <a:t>filtros</a:t>
            </a:r>
            <a:r>
              <a:rPr lang="en-US" altLang="es-ES"/>
              <a:t> de </a:t>
            </a:r>
            <a:r>
              <a:rPr lang="en-US" altLang="es-ES" err="1"/>
              <a:t>Kalman</a:t>
            </a:r>
            <a:endParaRPr lang="en-US" altLang="es-ES"/>
          </a:p>
          <a:p>
            <a:pPr marL="1257300" lvl="2" indent="-457200">
              <a:lnSpc>
                <a:spcPct val="120000"/>
              </a:lnSpc>
            </a:pPr>
            <a:r>
              <a:rPr lang="en-US" altLang="es-ES" err="1"/>
              <a:t>Manejo</a:t>
            </a:r>
            <a:r>
              <a:rPr lang="en-US" altLang="es-ES"/>
              <a:t> de </a:t>
            </a:r>
            <a:r>
              <a:rPr lang="en-US" altLang="es-ES" err="1"/>
              <a:t>errores</a:t>
            </a:r>
            <a:r>
              <a:rPr lang="en-US" altLang="es-ES"/>
              <a:t>: Rejuvenation y </a:t>
            </a:r>
            <a:r>
              <a:rPr lang="en-US" altLang="es-ES" err="1"/>
              <a:t>Bloques</a:t>
            </a:r>
            <a:r>
              <a:rPr lang="en-US" altLang="es-ES"/>
              <a:t> de </a:t>
            </a:r>
            <a:r>
              <a:rPr lang="en-US" altLang="es-ES" err="1"/>
              <a:t>Recuperación</a:t>
            </a:r>
            <a:endParaRPr lang="en-US" altLang="es-ES"/>
          </a:p>
          <a:p>
            <a:pPr marL="857250" lvl="1" indent="-457200">
              <a:lnSpc>
                <a:spcPct val="120000"/>
              </a:lnSpc>
            </a:pPr>
            <a:r>
              <a:rPr lang="en-US" altLang="es-ES" err="1">
                <a:solidFill>
                  <a:schemeClr val="accent1"/>
                </a:solidFill>
              </a:rPr>
              <a:t>Replicación</a:t>
            </a:r>
            <a:r>
              <a:rPr lang="en-US" altLang="es-ES">
                <a:solidFill>
                  <a:schemeClr val="accent1"/>
                </a:solidFill>
              </a:rPr>
              <a:t> y </a:t>
            </a:r>
            <a:r>
              <a:rPr lang="en-US" altLang="es-ES" err="1">
                <a:solidFill>
                  <a:schemeClr val="accent1"/>
                </a:solidFill>
              </a:rPr>
              <a:t>diversificación</a:t>
            </a:r>
            <a:endParaRPr lang="en-US" altLang="es-ES">
              <a:solidFill>
                <a:schemeClr val="accent1"/>
              </a:solidFill>
            </a:endParaRPr>
          </a:p>
          <a:p>
            <a:pPr marL="857250" lvl="1" indent="-457200">
              <a:lnSpc>
                <a:spcPct val="120000"/>
              </a:lnSpc>
            </a:pPr>
            <a:r>
              <a:rPr lang="en-US" altLang="es-ES"/>
              <a:t>Balances </a:t>
            </a:r>
            <a:r>
              <a:rPr lang="en-US" altLang="es-ES" err="1"/>
              <a:t>arquitectónicos</a:t>
            </a:r>
            <a:r>
              <a:rPr lang="en-US" altLang="es-ES"/>
              <a:t>: </a:t>
            </a:r>
            <a:r>
              <a:rPr lang="en-US" altLang="es-ES" err="1"/>
              <a:t>disponibilidad</a:t>
            </a:r>
            <a:r>
              <a:rPr lang="en-US" altLang="es-ES"/>
              <a:t>/</a:t>
            </a:r>
            <a:r>
              <a:rPr lang="en-US" altLang="es-ES" err="1"/>
              <a:t>fiabilidad</a:t>
            </a:r>
            <a:r>
              <a:rPr lang="en-US" altLang="es-ES"/>
              <a:t>, </a:t>
            </a:r>
            <a:r>
              <a:rPr lang="en-US" altLang="es-ES" err="1"/>
              <a:t>seguridad</a:t>
            </a:r>
            <a:r>
              <a:rPr lang="en-US" altLang="es-ES"/>
              <a:t>/</a:t>
            </a:r>
            <a:r>
              <a:rPr lang="en-US" altLang="es-ES" err="1"/>
              <a:t>prestaciones</a:t>
            </a:r>
            <a:r>
              <a:rPr lang="en-US" altLang="es-ES"/>
              <a:t>,…</a:t>
            </a:r>
          </a:p>
          <a:p>
            <a:pPr marL="857250" lvl="1" indent="-457200">
              <a:lnSpc>
                <a:spcPct val="120000"/>
              </a:lnSpc>
            </a:pPr>
            <a:endParaRPr lang="en-US" altLang="es-ES"/>
          </a:p>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70</a:t>
            </a:fld>
            <a:endParaRPr lang="es-E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err="1">
                <a:solidFill>
                  <a:srgbClr val="0070C0"/>
                </a:solidFill>
              </a:rPr>
              <a:t>Expecting</a:t>
            </a:r>
            <a:r>
              <a:rPr lang="es-ES">
                <a:solidFill>
                  <a:srgbClr val="0070C0"/>
                </a:solidFill>
              </a:rPr>
              <a:t> </a:t>
            </a:r>
            <a:r>
              <a:rPr lang="es-ES" err="1">
                <a:solidFill>
                  <a:srgbClr val="0070C0"/>
                </a:solidFill>
              </a:rPr>
              <a:t>the</a:t>
            </a:r>
            <a:r>
              <a:rPr lang="es-ES">
                <a:solidFill>
                  <a:srgbClr val="0070C0"/>
                </a:solidFill>
              </a:rPr>
              <a:t> </a:t>
            </a:r>
            <a:r>
              <a:rPr lang="es-ES" err="1">
                <a:solidFill>
                  <a:srgbClr val="0070C0"/>
                </a:solidFill>
              </a:rPr>
              <a:t>Unexpected</a:t>
            </a:r>
            <a:br>
              <a:rPr lang="es-ES">
                <a:solidFill>
                  <a:srgbClr val="0070C0"/>
                </a:solidFill>
              </a:rPr>
            </a:br>
            <a:r>
              <a:rPr lang="es-ES" err="1">
                <a:solidFill>
                  <a:srgbClr val="0070C0"/>
                </a:solidFill>
              </a:rPr>
              <a:t>Design</a:t>
            </a:r>
            <a:r>
              <a:rPr lang="es-ES">
                <a:solidFill>
                  <a:srgbClr val="0070C0"/>
                </a:solidFill>
              </a:rPr>
              <a:t> </a:t>
            </a:r>
            <a:r>
              <a:rPr lang="es-ES" err="1">
                <a:solidFill>
                  <a:srgbClr val="0070C0"/>
                </a:solidFill>
              </a:rPr>
              <a:t>Safe</a:t>
            </a:r>
            <a:r>
              <a:rPr lang="es-ES">
                <a:solidFill>
                  <a:srgbClr val="0070C0"/>
                </a:solidFill>
              </a:rPr>
              <a:t> </a:t>
            </a:r>
            <a:r>
              <a:rPr lang="es-ES" err="1">
                <a:solidFill>
                  <a:srgbClr val="0070C0"/>
                </a:solidFill>
              </a:rPr>
              <a:t>State</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400"/>
              <a:t>For a system with safety implications, it is essential to acknowledge that it will sometimes encounter conditions that it was not designed </a:t>
            </a:r>
            <a:r>
              <a:rPr lang="es-ES" sz="2400" err="1"/>
              <a:t>to</a:t>
            </a:r>
            <a:r>
              <a:rPr lang="es-ES" sz="2400"/>
              <a:t> </a:t>
            </a:r>
            <a:r>
              <a:rPr lang="es-ES" sz="2400" err="1"/>
              <a:t>handle</a:t>
            </a:r>
            <a:endParaRPr lang="es-ES" sz="2400"/>
          </a:p>
          <a:p>
            <a:r>
              <a:rPr lang="en-US" sz="2400"/>
              <a:t>These conditions may occur because of random corruption caused by hardware or software (</a:t>
            </a:r>
            <a:r>
              <a:rPr lang="en-US" sz="2400" err="1"/>
              <a:t>Heisenbugs</a:t>
            </a:r>
            <a:r>
              <a:rPr lang="en-US" sz="2400"/>
              <a:t>) or may simply be a circumstance unforeseen in the design that leads to a deadlock or </a:t>
            </a:r>
            <a:r>
              <a:rPr lang="en-US" sz="2400" err="1"/>
              <a:t>livelock</a:t>
            </a:r>
            <a:endParaRPr lang="en-US" sz="2400"/>
          </a:p>
          <a:p>
            <a:r>
              <a:rPr lang="en-US" sz="2400"/>
              <a:t>The behavior of the system under these conditions must be defined and must be included in the accompanying safety manual so that the designer of any larger system into which this one is incorporated can detect the condition and take the appropriate action</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71</a:t>
            </a:fld>
            <a:endParaRPr lang="es-ES"/>
          </a:p>
        </p:txBody>
      </p:sp>
    </p:spTree>
    <p:extLst>
      <p:ext uri="{BB962C8B-B14F-4D97-AF65-F5344CB8AC3E}">
        <p14:creationId xmlns:p14="http://schemas.microsoft.com/office/powerpoint/2010/main" val="1008263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err="1">
                <a:solidFill>
                  <a:srgbClr val="0070C0"/>
                </a:solidFill>
              </a:rPr>
              <a:t>Expecting</a:t>
            </a:r>
            <a:r>
              <a:rPr lang="es-ES">
                <a:solidFill>
                  <a:srgbClr val="0070C0"/>
                </a:solidFill>
              </a:rPr>
              <a:t> </a:t>
            </a:r>
            <a:r>
              <a:rPr lang="es-ES" err="1">
                <a:solidFill>
                  <a:srgbClr val="0070C0"/>
                </a:solidFill>
              </a:rPr>
              <a:t>the</a:t>
            </a:r>
            <a:r>
              <a:rPr lang="es-ES">
                <a:solidFill>
                  <a:srgbClr val="0070C0"/>
                </a:solidFill>
              </a:rPr>
              <a:t> </a:t>
            </a:r>
            <a:r>
              <a:rPr lang="es-ES" err="1">
                <a:solidFill>
                  <a:srgbClr val="0070C0"/>
                </a:solidFill>
              </a:rPr>
              <a:t>Unexpected</a:t>
            </a:r>
            <a:br>
              <a:rPr lang="es-ES">
                <a:solidFill>
                  <a:srgbClr val="0070C0"/>
                </a:solidFill>
              </a:rPr>
            </a:br>
            <a:r>
              <a:rPr lang="es-ES" err="1">
                <a:solidFill>
                  <a:srgbClr val="0070C0"/>
                </a:solidFill>
              </a:rPr>
              <a:t>Design</a:t>
            </a:r>
            <a:r>
              <a:rPr lang="es-ES">
                <a:solidFill>
                  <a:srgbClr val="0070C0"/>
                </a:solidFill>
              </a:rPr>
              <a:t> </a:t>
            </a:r>
            <a:r>
              <a:rPr lang="es-ES" err="1">
                <a:solidFill>
                  <a:srgbClr val="0070C0"/>
                </a:solidFill>
              </a:rPr>
              <a:t>Safe</a:t>
            </a:r>
            <a:r>
              <a:rPr lang="es-ES">
                <a:solidFill>
                  <a:srgbClr val="0070C0"/>
                </a:solidFill>
              </a:rPr>
              <a:t> </a:t>
            </a:r>
            <a:r>
              <a:rPr lang="es-ES" err="1">
                <a:solidFill>
                  <a:srgbClr val="0070C0"/>
                </a:solidFill>
              </a:rPr>
              <a:t>State</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400"/>
              <a:t>The action to be taken is to move, if possible, to the system's currently applicable  “design safe state" defined during the system design</a:t>
            </a:r>
          </a:p>
          <a:p>
            <a:r>
              <a:rPr lang="en-US" sz="2400"/>
              <a:t>For some systems, the design safe state may be obvious and unchanging over time</a:t>
            </a:r>
          </a:p>
          <a:p>
            <a:r>
              <a:rPr lang="en-US" sz="2400"/>
              <a:t>For example:</a:t>
            </a:r>
          </a:p>
          <a:p>
            <a:pPr lvl="1"/>
            <a:r>
              <a:rPr lang="en-US" sz="2000"/>
              <a:t>traffic lights at a busy road intersection might all be set to red,</a:t>
            </a:r>
          </a:p>
          <a:p>
            <a:pPr lvl="1"/>
            <a:r>
              <a:rPr lang="en-US" sz="2000"/>
              <a:t>a system that controls the brakes on a train might always apply the brakes</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72</a:t>
            </a:fld>
            <a:endParaRPr lang="es-ES"/>
          </a:p>
        </p:txBody>
      </p:sp>
    </p:spTree>
    <p:extLst>
      <p:ext uri="{BB962C8B-B14F-4D97-AF65-F5344CB8AC3E}">
        <p14:creationId xmlns:p14="http://schemas.microsoft.com/office/powerpoint/2010/main" val="1008263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err="1">
                <a:solidFill>
                  <a:srgbClr val="0070C0"/>
                </a:solidFill>
              </a:rPr>
              <a:t>Expecting</a:t>
            </a:r>
            <a:r>
              <a:rPr lang="es-ES">
                <a:solidFill>
                  <a:srgbClr val="0070C0"/>
                </a:solidFill>
              </a:rPr>
              <a:t> </a:t>
            </a:r>
            <a:r>
              <a:rPr lang="es-ES" err="1">
                <a:solidFill>
                  <a:srgbClr val="0070C0"/>
                </a:solidFill>
              </a:rPr>
              <a:t>the</a:t>
            </a:r>
            <a:r>
              <a:rPr lang="es-ES">
                <a:solidFill>
                  <a:srgbClr val="0070C0"/>
                </a:solidFill>
              </a:rPr>
              <a:t> </a:t>
            </a:r>
            <a:r>
              <a:rPr lang="es-ES" err="1">
                <a:solidFill>
                  <a:srgbClr val="0070C0"/>
                </a:solidFill>
              </a:rPr>
              <a:t>Unexpected</a:t>
            </a:r>
            <a:br>
              <a:rPr lang="es-ES">
                <a:solidFill>
                  <a:srgbClr val="0070C0"/>
                </a:solidFill>
              </a:rPr>
            </a:br>
            <a:r>
              <a:rPr lang="es-ES" err="1">
                <a:solidFill>
                  <a:srgbClr val="0070C0"/>
                </a:solidFill>
              </a:rPr>
              <a:t>Design</a:t>
            </a:r>
            <a:r>
              <a:rPr lang="es-ES">
                <a:solidFill>
                  <a:srgbClr val="0070C0"/>
                </a:solidFill>
              </a:rPr>
              <a:t> </a:t>
            </a:r>
            <a:r>
              <a:rPr lang="es-ES" err="1">
                <a:solidFill>
                  <a:srgbClr val="0070C0"/>
                </a:solidFill>
              </a:rPr>
              <a:t>Safe</a:t>
            </a:r>
            <a:r>
              <a:rPr lang="es-ES">
                <a:solidFill>
                  <a:srgbClr val="0070C0"/>
                </a:solidFill>
              </a:rPr>
              <a:t> </a:t>
            </a:r>
            <a:r>
              <a:rPr lang="es-ES" err="1">
                <a:solidFill>
                  <a:srgbClr val="0070C0"/>
                </a:solidFill>
              </a:rPr>
              <a:t>State</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400"/>
              <a:t>For other systems, the design safe state may not be so obvious and may vary from situation to situation</a:t>
            </a:r>
          </a:p>
          <a:p>
            <a:pPr lvl="1"/>
            <a:r>
              <a:rPr lang="en-US" sz="2000"/>
              <a:t>For a medical device that dispenses drugs, is it safer to continue drug administration when the monitoring system meets an unexpected condition or to stop the drug flow?</a:t>
            </a:r>
          </a:p>
          <a:p>
            <a:pPr lvl="1"/>
            <a:r>
              <a:rPr lang="en-US" sz="2000"/>
              <a:t>For a car's instrument cluster, if the software in the graphics system meets an unanticipated situation, is it best to blank the screen, to freeze the information that is on the screen, or to display sane but incorrect </a:t>
            </a:r>
            <a:r>
              <a:rPr lang="es-ES" sz="2000" err="1"/>
              <a:t>information</a:t>
            </a:r>
            <a:r>
              <a:rPr lang="es-ES" sz="2000"/>
              <a:t>?</a:t>
            </a:r>
          </a:p>
          <a:p>
            <a:pPr lvl="1"/>
            <a:r>
              <a:rPr lang="en-US" sz="2000"/>
              <a:t>For a system that controls the braking of a car, perhaps part of a collision detection system. When the car is travelling at 10 km/hr on a deserted side road, a suitable design safe state might be for the failing system to apply the brakes. At 120 km/hr on a highway, suddenly applying the brakes might be exactly the wrong </a:t>
            </a:r>
            <a:r>
              <a:rPr lang="es-ES" sz="2000" err="1"/>
              <a:t>thing</a:t>
            </a:r>
            <a:r>
              <a:rPr lang="es-ES" sz="2000"/>
              <a:t> </a:t>
            </a:r>
            <a:r>
              <a:rPr lang="es-ES" sz="2000" err="1"/>
              <a:t>to</a:t>
            </a:r>
            <a:r>
              <a:rPr lang="es-ES" sz="2000"/>
              <a:t> do.</a:t>
            </a:r>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73</a:t>
            </a:fld>
            <a:endParaRPr lang="es-ES"/>
          </a:p>
        </p:txBody>
      </p:sp>
    </p:spTree>
    <p:extLst>
      <p:ext uri="{BB962C8B-B14F-4D97-AF65-F5344CB8AC3E}">
        <p14:creationId xmlns:p14="http://schemas.microsoft.com/office/powerpoint/2010/main" val="1008263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Design</a:t>
            </a:r>
            <a:r>
              <a:rPr lang="es-ES">
                <a:solidFill>
                  <a:srgbClr val="0070C0"/>
                </a:solidFill>
              </a:rPr>
              <a:t> </a:t>
            </a:r>
            <a:r>
              <a:rPr lang="es-ES" err="1">
                <a:solidFill>
                  <a:srgbClr val="0070C0"/>
                </a:solidFill>
              </a:rPr>
              <a:t>Safe</a:t>
            </a:r>
            <a:r>
              <a:rPr lang="es-ES">
                <a:solidFill>
                  <a:srgbClr val="0070C0"/>
                </a:solidFill>
              </a:rPr>
              <a:t> </a:t>
            </a:r>
            <a:r>
              <a:rPr lang="es-ES" err="1">
                <a:solidFill>
                  <a:srgbClr val="0070C0"/>
                </a:solidFill>
              </a:rPr>
              <a:t>State</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400"/>
              <a:t>Whatever the design safe state, it must have three characteristics:</a:t>
            </a:r>
          </a:p>
          <a:p>
            <a:pPr marL="857250" lvl="1" indent="-457200">
              <a:buFont typeface="+mj-lt"/>
              <a:buAutoNum type="arabicPeriod"/>
            </a:pPr>
            <a:r>
              <a:rPr lang="en-US" sz="2000"/>
              <a:t>It must be externally visible in an unambiguous manner</a:t>
            </a:r>
          </a:p>
          <a:p>
            <a:pPr marL="857250" lvl="1" indent="-457200">
              <a:buFont typeface="+mj-lt"/>
              <a:buAutoNum type="arabicPeriod"/>
            </a:pPr>
            <a:r>
              <a:rPr lang="en-US" sz="2000"/>
              <a:t>It must be entered within a predefined, and published, time of </a:t>
            </a:r>
            <a:r>
              <a:rPr lang="es-ES" sz="2000" err="1"/>
              <a:t>the</a:t>
            </a:r>
            <a:r>
              <a:rPr lang="es-ES" sz="2000"/>
              <a:t> </a:t>
            </a:r>
            <a:r>
              <a:rPr lang="es-ES" sz="2000" err="1"/>
              <a:t>condition</a:t>
            </a:r>
            <a:r>
              <a:rPr lang="es-ES" sz="2000"/>
              <a:t> </a:t>
            </a:r>
            <a:r>
              <a:rPr lang="es-ES" sz="2000" err="1"/>
              <a:t>being</a:t>
            </a:r>
            <a:r>
              <a:rPr lang="es-ES" sz="2000"/>
              <a:t> </a:t>
            </a:r>
            <a:r>
              <a:rPr lang="es-ES" sz="2000" err="1"/>
              <a:t>detected</a:t>
            </a:r>
            <a:endParaRPr lang="es-ES" sz="2000"/>
          </a:p>
          <a:p>
            <a:pPr marL="857250" lvl="1" indent="-457200">
              <a:buFont typeface="+mj-lt"/>
              <a:buAutoNum type="arabicPeriod"/>
            </a:pPr>
            <a:r>
              <a:rPr lang="en-US" sz="2000"/>
              <a:t>It must be documented in the safety manual so that a designer using the component can incorporate it into a larger design</a:t>
            </a:r>
          </a:p>
          <a:p>
            <a:r>
              <a:rPr lang="en-US" sz="2400"/>
              <a:t>It is also useful if entering the design safe state causes some form of diagnostics to be stored so that the condition can be investigated</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74</a:t>
            </a:fld>
            <a:endParaRPr lang="es-ES"/>
          </a:p>
        </p:txBody>
      </p:sp>
    </p:spTree>
    <p:extLst>
      <p:ext uri="{BB962C8B-B14F-4D97-AF65-F5344CB8AC3E}">
        <p14:creationId xmlns:p14="http://schemas.microsoft.com/office/powerpoint/2010/main" val="1008263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Design</a:t>
            </a:r>
            <a:r>
              <a:rPr lang="es-ES">
                <a:solidFill>
                  <a:srgbClr val="0070C0"/>
                </a:solidFill>
              </a:rPr>
              <a:t> </a:t>
            </a:r>
            <a:r>
              <a:rPr lang="es-ES" err="1">
                <a:solidFill>
                  <a:srgbClr val="0070C0"/>
                </a:solidFill>
              </a:rPr>
              <a:t>Safe</a:t>
            </a:r>
            <a:r>
              <a:rPr lang="es-ES">
                <a:solidFill>
                  <a:srgbClr val="0070C0"/>
                </a:solidFill>
              </a:rPr>
              <a:t> </a:t>
            </a:r>
            <a:r>
              <a:rPr lang="es-ES" err="1">
                <a:solidFill>
                  <a:srgbClr val="0070C0"/>
                </a:solidFill>
              </a:rPr>
              <a:t>State</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However well the design safe state is defined, it must also be accepted that it will sometimes be impossible for the system to reach it</a:t>
            </a:r>
          </a:p>
          <a:p>
            <a:pPr lvl="1"/>
            <a:r>
              <a:rPr lang="en-US" sz="1800"/>
              <a:t>The internal corruption that has caused the unexpected condition may be so severe as to prevent the system from taking any form of coherent action.</a:t>
            </a:r>
          </a:p>
          <a:p>
            <a:pPr lvl="1"/>
            <a:r>
              <a:rPr lang="en-US" sz="1800"/>
              <a:t>There is always some level of hardware that must behave properly to allow even a simple software process to execute</a:t>
            </a:r>
          </a:p>
          <a:p>
            <a:r>
              <a:rPr lang="en-US" sz="2000"/>
              <a:t>Knowing the design safe states of components allows the designer who incorporates those components into a larger system to plan accordingly</a:t>
            </a:r>
          </a:p>
          <a:p>
            <a:r>
              <a:rPr lang="en-US" sz="2000"/>
              <a:t>If moving into the design safe state causes the system to discard input already received and assumed processed, then this must also be defined in the safety manual so that the designer of the larger system can handle the condition</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75</a:t>
            </a:fld>
            <a:endParaRPr lang="es-ES"/>
          </a:p>
        </p:txBody>
      </p:sp>
    </p:spTree>
    <p:extLst>
      <p:ext uri="{BB962C8B-B14F-4D97-AF65-F5344CB8AC3E}">
        <p14:creationId xmlns:p14="http://schemas.microsoft.com/office/powerpoint/2010/main" val="1008263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err="1">
                <a:solidFill>
                  <a:srgbClr val="0070C0"/>
                </a:solidFill>
              </a:rPr>
              <a:t>Design</a:t>
            </a:r>
            <a:r>
              <a:rPr lang="es-ES">
                <a:solidFill>
                  <a:srgbClr val="0070C0"/>
                </a:solidFill>
              </a:rPr>
              <a:t> </a:t>
            </a:r>
            <a:r>
              <a:rPr lang="es-ES" err="1">
                <a:solidFill>
                  <a:srgbClr val="0070C0"/>
                </a:solidFill>
              </a:rPr>
              <a:t>Safe</a:t>
            </a:r>
            <a:r>
              <a:rPr lang="es-ES">
                <a:solidFill>
                  <a:srgbClr val="0070C0"/>
                </a:solidFill>
              </a:rPr>
              <a:t> </a:t>
            </a:r>
            <a:r>
              <a:rPr lang="es-ES" err="1">
                <a:solidFill>
                  <a:srgbClr val="0070C0"/>
                </a:solidFill>
              </a:rPr>
              <a:t>State</a:t>
            </a:r>
            <a:br>
              <a:rPr lang="es-ES">
                <a:solidFill>
                  <a:srgbClr val="0070C0"/>
                </a:solidFill>
              </a:rPr>
            </a:br>
            <a:r>
              <a:rPr lang="es-ES" err="1">
                <a:solidFill>
                  <a:srgbClr val="0070C0"/>
                </a:solidFill>
              </a:rPr>
              <a:t>Standards</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ISO 26262-3 addresses the system's safe state including the statement that, “If a safe state cannot be reached by a transition within an acceptable time interval, an emergency operation shall be </a:t>
            </a:r>
            <a:r>
              <a:rPr lang="es-ES" sz="2000" err="1"/>
              <a:t>specified</a:t>
            </a:r>
            <a:r>
              <a:rPr lang="es-ES" sz="2000"/>
              <a:t>.“</a:t>
            </a:r>
          </a:p>
          <a:p>
            <a:r>
              <a:rPr lang="en-US" sz="2000"/>
              <a:t>ISO 26262 also specify designers that the system must not only be able to move to its safe state, but mechanisms must also be in place to hold it there until external action </a:t>
            </a:r>
            <a:r>
              <a:rPr lang="es-ES" sz="2000" err="1"/>
              <a:t>is</a:t>
            </a:r>
            <a:r>
              <a:rPr lang="es-ES" sz="2000"/>
              <a:t> </a:t>
            </a:r>
            <a:r>
              <a:rPr lang="es-ES" sz="2000" err="1"/>
              <a:t>taken</a:t>
            </a:r>
            <a:endParaRPr lang="es-ES" sz="2000"/>
          </a:p>
          <a:p>
            <a:r>
              <a:rPr lang="en-US" sz="2000"/>
              <a:t>IEC 61508 also has many references to the design safe state</a:t>
            </a:r>
          </a:p>
          <a:p>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76</a:t>
            </a:fld>
            <a:endParaRPr lang="es-ES"/>
          </a:p>
        </p:txBody>
      </p:sp>
      <p:sp>
        <p:nvSpPr>
          <p:cNvPr id="5" name="4 Rectángulo"/>
          <p:cNvSpPr/>
          <p:nvPr/>
        </p:nvSpPr>
        <p:spPr>
          <a:xfrm>
            <a:off x="3431704" y="4293096"/>
            <a:ext cx="5616624" cy="1477328"/>
          </a:xfrm>
          <a:prstGeom prst="rect">
            <a:avLst/>
          </a:prstGeom>
          <a:solidFill>
            <a:srgbClr val="FFC000"/>
          </a:solidFill>
        </p:spPr>
        <p:txBody>
          <a:bodyPr wrap="square">
            <a:spAutoFit/>
          </a:bodyPr>
          <a:lstStyle/>
          <a:p>
            <a:pPr algn="just"/>
            <a:r>
              <a:rPr lang="en-US"/>
              <a:t>Design safe state: In certain circumstances, upon controlled failure of the system application, the element may revert to a design safe state. In such circumstances, the precise definition of design safe state should be specified for consideration by the integrator.</a:t>
            </a:r>
            <a:endParaRPr lang="es-ES"/>
          </a:p>
        </p:txBody>
      </p:sp>
    </p:spTree>
    <p:extLst>
      <p:ext uri="{BB962C8B-B14F-4D97-AF65-F5344CB8AC3E}">
        <p14:creationId xmlns:p14="http://schemas.microsoft.com/office/powerpoint/2010/main" val="1008263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err="1">
                <a:solidFill>
                  <a:srgbClr val="0070C0"/>
                </a:solidFill>
              </a:rPr>
              <a:t>Design</a:t>
            </a:r>
            <a:r>
              <a:rPr lang="es-ES">
                <a:solidFill>
                  <a:srgbClr val="0070C0"/>
                </a:solidFill>
              </a:rPr>
              <a:t> </a:t>
            </a:r>
            <a:r>
              <a:rPr lang="es-ES" err="1">
                <a:solidFill>
                  <a:srgbClr val="0070C0"/>
                </a:solidFill>
              </a:rPr>
              <a:t>Safe</a:t>
            </a:r>
            <a:r>
              <a:rPr lang="es-ES">
                <a:solidFill>
                  <a:srgbClr val="0070C0"/>
                </a:solidFill>
              </a:rPr>
              <a:t> </a:t>
            </a:r>
            <a:r>
              <a:rPr lang="es-ES" err="1">
                <a:solidFill>
                  <a:srgbClr val="0070C0"/>
                </a:solidFill>
              </a:rPr>
              <a:t>State</a:t>
            </a:r>
            <a:r>
              <a:rPr lang="es-ES">
                <a:solidFill>
                  <a:srgbClr val="0070C0"/>
                </a:solidFill>
              </a:rPr>
              <a:t> and</a:t>
            </a:r>
            <a:br>
              <a:rPr lang="es-ES">
                <a:solidFill>
                  <a:srgbClr val="0070C0"/>
                </a:solidFill>
              </a:rPr>
            </a:br>
            <a:r>
              <a:rPr lang="es-ES" err="1">
                <a:solidFill>
                  <a:srgbClr val="0070C0"/>
                </a:solidFill>
              </a:rPr>
              <a:t>Dangereous</a:t>
            </a:r>
            <a:r>
              <a:rPr lang="es-ES">
                <a:solidFill>
                  <a:srgbClr val="0070C0"/>
                </a:solidFill>
              </a:rPr>
              <a:t> </a:t>
            </a:r>
            <a:r>
              <a:rPr lang="es-ES" err="1">
                <a:solidFill>
                  <a:srgbClr val="0070C0"/>
                </a:solidFill>
              </a:rPr>
              <a:t>Failure</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The purpose of the design safe state is to provide the designer with a way of handling unexpected conditions</a:t>
            </a:r>
          </a:p>
          <a:p>
            <a:r>
              <a:rPr lang="en-US" sz="2000"/>
              <a:t>The question is often asked whether moving to the design safe state constitutes a dangerous failure and should therefore be considered in the calculation of the failure rate for IEC 61508's safety integrity level (SIL)</a:t>
            </a:r>
          </a:p>
          <a:p>
            <a:r>
              <a:rPr lang="en-US" sz="2000"/>
              <a:t>To meet the requirements of SIL 3, for example, a dangerous failure rate of &lt; 10</a:t>
            </a:r>
            <a:r>
              <a:rPr lang="en-US" sz="2000" baseline="30000"/>
              <a:t>-7</a:t>
            </a:r>
            <a:r>
              <a:rPr lang="en-US" sz="2000"/>
              <a:t> failures per hour of operation has to be demonstrated</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77</a:t>
            </a:fld>
            <a:endParaRPr lang="es-ES"/>
          </a:p>
        </p:txBody>
      </p:sp>
      <p:sp>
        <p:nvSpPr>
          <p:cNvPr id="6" name="5 Rectángulo"/>
          <p:cNvSpPr/>
          <p:nvPr/>
        </p:nvSpPr>
        <p:spPr>
          <a:xfrm>
            <a:off x="4007768" y="4365104"/>
            <a:ext cx="4572000" cy="1754326"/>
          </a:xfrm>
          <a:prstGeom prst="rect">
            <a:avLst/>
          </a:prstGeom>
          <a:solidFill>
            <a:srgbClr val="FFC000"/>
          </a:solidFill>
        </p:spPr>
        <p:txBody>
          <a:bodyPr>
            <a:spAutoFit/>
          </a:bodyPr>
          <a:lstStyle/>
          <a:p>
            <a:pPr algn="just"/>
            <a:r>
              <a:rPr lang="en-US"/>
              <a:t>If a system is so poorly designed that, on average, it meets an unexpected condition every 1000 hours, but always detects that condition and moves to its design safe state, then can that system be considered to meet the requirements of SIL 3?</a:t>
            </a:r>
            <a:endParaRPr lang="es-ES"/>
          </a:p>
        </p:txBody>
      </p:sp>
    </p:spTree>
    <p:extLst>
      <p:ext uri="{BB962C8B-B14F-4D97-AF65-F5344CB8AC3E}">
        <p14:creationId xmlns:p14="http://schemas.microsoft.com/office/powerpoint/2010/main" val="1008263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err="1">
                <a:solidFill>
                  <a:srgbClr val="0070C0"/>
                </a:solidFill>
              </a:rPr>
              <a:t>Design</a:t>
            </a:r>
            <a:r>
              <a:rPr lang="es-ES">
                <a:solidFill>
                  <a:srgbClr val="0070C0"/>
                </a:solidFill>
              </a:rPr>
              <a:t> </a:t>
            </a:r>
            <a:r>
              <a:rPr lang="es-ES" err="1">
                <a:solidFill>
                  <a:srgbClr val="0070C0"/>
                </a:solidFill>
              </a:rPr>
              <a:t>Safe</a:t>
            </a:r>
            <a:r>
              <a:rPr lang="es-ES">
                <a:solidFill>
                  <a:srgbClr val="0070C0"/>
                </a:solidFill>
              </a:rPr>
              <a:t> </a:t>
            </a:r>
            <a:r>
              <a:rPr lang="es-ES" err="1">
                <a:solidFill>
                  <a:srgbClr val="0070C0"/>
                </a:solidFill>
              </a:rPr>
              <a:t>State</a:t>
            </a:r>
            <a:r>
              <a:rPr lang="es-ES">
                <a:solidFill>
                  <a:srgbClr val="0070C0"/>
                </a:solidFill>
              </a:rPr>
              <a:t> and</a:t>
            </a:r>
            <a:br>
              <a:rPr lang="es-ES">
                <a:solidFill>
                  <a:srgbClr val="0070C0"/>
                </a:solidFill>
              </a:rPr>
            </a:br>
            <a:r>
              <a:rPr lang="es-ES" err="1">
                <a:solidFill>
                  <a:srgbClr val="0070C0"/>
                </a:solidFill>
              </a:rPr>
              <a:t>Dangereous</a:t>
            </a:r>
            <a:r>
              <a:rPr lang="es-ES">
                <a:solidFill>
                  <a:srgbClr val="0070C0"/>
                </a:solidFill>
              </a:rPr>
              <a:t> </a:t>
            </a:r>
            <a:r>
              <a:rPr lang="es-ES" err="1">
                <a:solidFill>
                  <a:srgbClr val="0070C0"/>
                </a:solidFill>
              </a:rPr>
              <a:t>Failure</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400"/>
              <a:t>This is a question of the usefulness/safety balance, to be discussed later on software architecture balance</a:t>
            </a:r>
          </a:p>
          <a:p>
            <a:pPr lvl="1"/>
            <a:r>
              <a:rPr lang="en-US" sz="1800"/>
              <a:t>It can be argued that, almost by definition, a move to the design safe state is not a dangerous failure. </a:t>
            </a:r>
            <a:r>
              <a:rPr lang="en-US" sz="1800" b="1">
                <a:solidFill>
                  <a:srgbClr val="FF0000"/>
                </a:solidFill>
              </a:rPr>
              <a:t>Why?</a:t>
            </a:r>
          </a:p>
          <a:p>
            <a:pPr lvl="1"/>
            <a:r>
              <a:rPr lang="en-US" sz="1800">
                <a:solidFill>
                  <a:schemeClr val="accent1"/>
                </a:solidFill>
              </a:rPr>
              <a:t>include it where possible in the IEC 61508 calculation because, even though the larger system should be designed to handle a component moving to its design safe state, such moves will always place stress on the larger system and move it closer to a dangerous condition</a:t>
            </a:r>
          </a:p>
          <a:p>
            <a:endParaRPr lang="en-US" sz="2000"/>
          </a:p>
          <a:p>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78</a:t>
            </a:fld>
            <a:endParaRPr lang="es-ES"/>
          </a:p>
        </p:txBody>
      </p:sp>
    </p:spTree>
    <p:extLst>
      <p:ext uri="{BB962C8B-B14F-4D97-AF65-F5344CB8AC3E}">
        <p14:creationId xmlns:p14="http://schemas.microsoft.com/office/powerpoint/2010/main" val="1008263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Recovery</a:t>
            </a:r>
            <a:endParaRPr lang="es-ES">
              <a:solidFill>
                <a:srgbClr val="0070C0"/>
              </a:solidFill>
            </a:endParaRPr>
          </a:p>
        </p:txBody>
      </p:sp>
      <p:sp>
        <p:nvSpPr>
          <p:cNvPr id="3" name="2 Marcador de contenido"/>
          <p:cNvSpPr>
            <a:spLocks noGrp="1"/>
          </p:cNvSpPr>
          <p:nvPr>
            <p:ph idx="1"/>
          </p:nvPr>
        </p:nvSpPr>
        <p:spPr>
          <a:xfrm>
            <a:off x="1991544" y="1340769"/>
            <a:ext cx="8229600" cy="4525963"/>
          </a:xfrm>
        </p:spPr>
        <p:txBody>
          <a:bodyPr>
            <a:noAutofit/>
          </a:bodyPr>
          <a:lstStyle/>
          <a:p>
            <a:r>
              <a:rPr lang="en-US" sz="2400"/>
              <a:t>When an unanticipated condition occurs, there are two possible actions:</a:t>
            </a:r>
          </a:p>
          <a:p>
            <a:pPr lvl="1"/>
            <a:r>
              <a:rPr lang="en-US" sz="2000"/>
              <a:t>to attempt to recover, for example, by using recovery blocks</a:t>
            </a:r>
          </a:p>
          <a:p>
            <a:pPr lvl="1"/>
            <a:r>
              <a:rPr lang="en-US" sz="2000"/>
              <a:t>to move directly to the design safe state</a:t>
            </a:r>
          </a:p>
          <a:p>
            <a:r>
              <a:rPr lang="en-US" sz="2000"/>
              <a:t>Software-based recovery often takes the shape of executing scripts </a:t>
            </a:r>
            <a:r>
              <a:rPr lang="es-ES" sz="2000" err="1"/>
              <a:t>from</a:t>
            </a:r>
            <a:r>
              <a:rPr lang="es-ES" sz="2000"/>
              <a:t> a “</a:t>
            </a:r>
            <a:r>
              <a:rPr lang="es-ES" sz="2000" err="1"/>
              <a:t>recovery</a:t>
            </a:r>
            <a:r>
              <a:rPr lang="es-ES" sz="2000"/>
              <a:t> </a:t>
            </a:r>
            <a:r>
              <a:rPr lang="es-ES" sz="2000" err="1"/>
              <a:t>tree</a:t>
            </a:r>
            <a:r>
              <a:rPr lang="es-ES" sz="2000"/>
              <a:t>.“</a:t>
            </a:r>
          </a:p>
          <a:p>
            <a:endParaRPr lang="es-ES_tradnl" sz="2000"/>
          </a:p>
          <a:p>
            <a:endParaRPr lang="es-ES_tradnl" sz="2000"/>
          </a:p>
          <a:p>
            <a:endParaRPr lang="es-ES_tradnl" sz="2000"/>
          </a:p>
          <a:p>
            <a:endParaRPr lang="es-ES_tradnl" sz="2000"/>
          </a:p>
          <a:p>
            <a:r>
              <a:rPr lang="en-US" sz="2000"/>
              <a:t>The intent is to try to </a:t>
            </a:r>
            <a:r>
              <a:rPr lang="en-US" sz="2000">
                <a:solidFill>
                  <a:srgbClr val="FF0000"/>
                </a:solidFill>
              </a:rPr>
              <a:t>preserve as much of the state of the system as possible</a:t>
            </a:r>
            <a:r>
              <a:rPr lang="en-US" sz="2000"/>
              <a:t>, to </a:t>
            </a:r>
            <a:r>
              <a:rPr lang="en-US" sz="2000">
                <a:solidFill>
                  <a:srgbClr val="FF0000"/>
                </a:solidFill>
              </a:rPr>
              <a:t>restrict the corruption </a:t>
            </a:r>
            <a:r>
              <a:rPr lang="en-US" sz="2000"/>
              <a:t>that could be caused by invalid information being transferred to another part of the system, and then to </a:t>
            </a:r>
            <a:r>
              <a:rPr lang="en-US" sz="2000">
                <a:solidFill>
                  <a:srgbClr val="FF0000"/>
                </a:solidFill>
              </a:rPr>
              <a:t>restart and resynchronize the affected subsystems </a:t>
            </a:r>
            <a:r>
              <a:rPr lang="en-US" sz="2000"/>
              <a:t>with as little system level </a:t>
            </a:r>
            <a:r>
              <a:rPr lang="es-ES" sz="2000" err="1"/>
              <a:t>disruption</a:t>
            </a:r>
            <a:r>
              <a:rPr lang="es-ES" sz="2000"/>
              <a:t> as </a:t>
            </a:r>
            <a:r>
              <a:rPr lang="es-ES" sz="2000" err="1"/>
              <a:t>possible</a:t>
            </a:r>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79</a:t>
            </a:fld>
            <a:endParaRPr lang="es-ES"/>
          </a:p>
        </p:txBody>
      </p:sp>
      <p:sp>
        <p:nvSpPr>
          <p:cNvPr id="5" name="4 Rectángulo"/>
          <p:cNvSpPr/>
          <p:nvPr/>
        </p:nvSpPr>
        <p:spPr>
          <a:xfrm>
            <a:off x="3503712" y="3645025"/>
            <a:ext cx="5760640" cy="1200329"/>
          </a:xfrm>
          <a:prstGeom prst="rect">
            <a:avLst/>
          </a:prstGeom>
          <a:solidFill>
            <a:srgbClr val="FFC000"/>
          </a:solidFill>
        </p:spPr>
        <p:txBody>
          <a:bodyPr wrap="square">
            <a:spAutoFit/>
          </a:bodyPr>
          <a:lstStyle/>
          <a:p>
            <a:r>
              <a:rPr lang="en-US"/>
              <a:t>If process X reports that it has met an unexpected situation, then kill processes X, Y, and Z. Then restart Z, wait 200ms, restart Y, wait until </a:t>
            </a:r>
            <a:r>
              <a:rPr lang="en-US" err="1"/>
              <a:t>ag</a:t>
            </a:r>
            <a:r>
              <a:rPr lang="en-US"/>
              <a:t> A has been set, and</a:t>
            </a:r>
          </a:p>
          <a:p>
            <a:r>
              <a:rPr lang="es-ES" err="1"/>
              <a:t>then</a:t>
            </a:r>
            <a:r>
              <a:rPr lang="es-ES"/>
              <a:t> </a:t>
            </a:r>
            <a:r>
              <a:rPr lang="es-ES" err="1"/>
              <a:t>restart</a:t>
            </a:r>
            <a:r>
              <a:rPr lang="es-ES"/>
              <a:t> X</a:t>
            </a:r>
          </a:p>
        </p:txBody>
      </p:sp>
    </p:spTree>
    <p:extLst>
      <p:ext uri="{BB962C8B-B14F-4D97-AF65-F5344CB8AC3E}">
        <p14:creationId xmlns:p14="http://schemas.microsoft.com/office/powerpoint/2010/main" val="1008263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a:solidFill>
                  <a:srgbClr val="0070C0"/>
                </a:solidFill>
              </a:rPr>
              <a:t>Do </a:t>
            </a:r>
            <a:r>
              <a:rPr lang="es-ES" err="1">
                <a:solidFill>
                  <a:srgbClr val="0070C0"/>
                </a:solidFill>
              </a:rPr>
              <a:t>you</a:t>
            </a:r>
            <a:r>
              <a:rPr lang="es-ES">
                <a:solidFill>
                  <a:srgbClr val="0070C0"/>
                </a:solidFill>
              </a:rPr>
              <a:t> </a:t>
            </a:r>
            <a:r>
              <a:rPr lang="es-ES" err="1">
                <a:solidFill>
                  <a:srgbClr val="0070C0"/>
                </a:solidFill>
              </a:rPr>
              <a:t>want</a:t>
            </a:r>
            <a:r>
              <a:rPr lang="es-ES">
                <a:solidFill>
                  <a:srgbClr val="0070C0"/>
                </a:solidFill>
              </a:rPr>
              <a:t> </a:t>
            </a:r>
            <a:r>
              <a:rPr lang="es-ES" err="1">
                <a:solidFill>
                  <a:srgbClr val="0070C0"/>
                </a:solidFill>
              </a:rPr>
              <a:t>to</a:t>
            </a:r>
            <a:r>
              <a:rPr lang="es-ES">
                <a:solidFill>
                  <a:srgbClr val="0070C0"/>
                </a:solidFill>
              </a:rPr>
              <a:t> </a:t>
            </a:r>
            <a:r>
              <a:rPr lang="es-ES" err="1">
                <a:solidFill>
                  <a:srgbClr val="0070C0"/>
                </a:solidFill>
              </a:rPr>
              <a:t>recover</a:t>
            </a:r>
            <a:r>
              <a:rPr lang="es-ES">
                <a:solidFill>
                  <a:srgbClr val="0070C0"/>
                </a:solidFill>
              </a:rPr>
              <a:t>?</a:t>
            </a:r>
          </a:p>
        </p:txBody>
      </p:sp>
      <p:sp>
        <p:nvSpPr>
          <p:cNvPr id="3" name="2 Marcador de contenido"/>
          <p:cNvSpPr>
            <a:spLocks noGrp="1"/>
          </p:cNvSpPr>
          <p:nvPr>
            <p:ph idx="1"/>
          </p:nvPr>
        </p:nvSpPr>
        <p:spPr/>
        <p:txBody>
          <a:bodyPr>
            <a:noAutofit/>
          </a:bodyPr>
          <a:lstStyle/>
          <a:p>
            <a:r>
              <a:rPr lang="en-US" sz="2400"/>
              <a:t>By definition, any attempt to recover from an unanticipated situation means executing an algorithm that has not been tested, and this execution will happen at a time when the system state is ill-defined</a:t>
            </a:r>
          </a:p>
          <a:p>
            <a:pPr lvl="1"/>
            <a:r>
              <a:rPr lang="es-ES" sz="2000" err="1"/>
              <a:t>For</a:t>
            </a:r>
            <a:r>
              <a:rPr lang="es-ES" sz="2000"/>
              <a:t> </a:t>
            </a:r>
            <a:r>
              <a:rPr lang="en-US" sz="2000"/>
              <a:t>many systems it can be argued that executing untested code that implements an untested algorithm on a system whose state is ill-defined and certainly unexpected, is not suitable for a safety-critical device</a:t>
            </a:r>
            <a:endParaRPr lang="en-US" sz="4000"/>
          </a:p>
          <a:p>
            <a:endParaRPr lang="en-US" sz="1600"/>
          </a:p>
          <a:p>
            <a:r>
              <a:rPr lang="en-US" sz="2400"/>
              <a:t>Quite often such heroic recovery attempts to avoid moving to the design safe state are only partially successful, leaving the system in a worse condition than it might have been in before.</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80</a:t>
            </a:fld>
            <a:endParaRPr lang="es-ES"/>
          </a:p>
        </p:txBody>
      </p:sp>
    </p:spTree>
    <p:extLst>
      <p:ext uri="{BB962C8B-B14F-4D97-AF65-F5344CB8AC3E}">
        <p14:creationId xmlns:p14="http://schemas.microsoft.com/office/powerpoint/2010/main" val="1008263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Crash</a:t>
            </a:r>
            <a:r>
              <a:rPr lang="es-ES">
                <a:solidFill>
                  <a:srgbClr val="0070C0"/>
                </a:solidFill>
              </a:rPr>
              <a:t> </a:t>
            </a:r>
            <a:r>
              <a:rPr lang="es-ES" err="1">
                <a:solidFill>
                  <a:srgbClr val="0070C0"/>
                </a:solidFill>
              </a:rPr>
              <a:t>only</a:t>
            </a:r>
            <a:r>
              <a:rPr lang="es-ES">
                <a:solidFill>
                  <a:srgbClr val="0070C0"/>
                </a:solidFill>
              </a:rPr>
              <a:t> </a:t>
            </a:r>
            <a:r>
              <a:rPr lang="es-ES" err="1">
                <a:solidFill>
                  <a:srgbClr val="0070C0"/>
                </a:solidFill>
              </a:rPr>
              <a:t>model</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400"/>
              <a:t>The crash-only model is self-explanatory:   on detecting an unanticipated condition, the system crashes and stops any form of further </a:t>
            </a:r>
            <a:r>
              <a:rPr lang="es-ES" sz="2400" err="1"/>
              <a:t>processing</a:t>
            </a:r>
            <a:endParaRPr lang="es-ES" sz="2400"/>
          </a:p>
          <a:p>
            <a:r>
              <a:rPr lang="es-ES_tradnl" sz="2400" err="1"/>
              <a:t>Advantages</a:t>
            </a:r>
            <a:r>
              <a:rPr lang="es-ES_tradnl" sz="2400"/>
              <a:t>:</a:t>
            </a:r>
          </a:p>
          <a:p>
            <a:pPr lvl="1"/>
            <a:r>
              <a:rPr lang="en-US" sz="2000"/>
              <a:t>It relies on only a small part of the system continuing to operate; recovery often depends on most of the system continuing to </a:t>
            </a:r>
            <a:r>
              <a:rPr lang="es-ES" sz="2000" err="1"/>
              <a:t>operate</a:t>
            </a:r>
            <a:endParaRPr lang="es-ES" sz="2000"/>
          </a:p>
          <a:p>
            <a:pPr lvl="1"/>
            <a:r>
              <a:rPr lang="en-US" sz="2000"/>
              <a:t>It reduces outage time by eliminating almost all of the time associated with an orderly shutdown (only to store some information about the event)</a:t>
            </a:r>
          </a:p>
          <a:p>
            <a:pPr lvl="1"/>
            <a:r>
              <a:rPr lang="en-US" sz="2000"/>
              <a:t>It simplifies the failure model by reducing the size of the recovery </a:t>
            </a:r>
            <a:r>
              <a:rPr lang="es-ES" sz="2000" err="1"/>
              <a:t>state</a:t>
            </a:r>
            <a:r>
              <a:rPr lang="es-ES" sz="2000"/>
              <a:t> </a:t>
            </a:r>
            <a:r>
              <a:rPr lang="es-ES" sz="2000" err="1"/>
              <a:t>table</a:t>
            </a:r>
            <a:endParaRPr lang="es-ES" sz="2000"/>
          </a:p>
          <a:p>
            <a:pPr lvl="1"/>
            <a:r>
              <a:rPr lang="en-US" sz="2000"/>
              <a:t>It simplifies testing by reducing the failure combinations that </a:t>
            </a:r>
            <a:r>
              <a:rPr lang="es-ES" sz="2000" err="1"/>
              <a:t>need</a:t>
            </a:r>
            <a:r>
              <a:rPr lang="es-ES" sz="2000"/>
              <a:t> </a:t>
            </a:r>
            <a:r>
              <a:rPr lang="es-ES" sz="2000" err="1"/>
              <a:t>verification</a:t>
            </a:r>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81</a:t>
            </a:fld>
            <a:endParaRPr lang="es-ES"/>
          </a:p>
        </p:txBody>
      </p:sp>
    </p:spTree>
    <p:extLst>
      <p:ext uri="{BB962C8B-B14F-4D97-AF65-F5344CB8AC3E}">
        <p14:creationId xmlns:p14="http://schemas.microsoft.com/office/powerpoint/2010/main" val="1008263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Replication</a:t>
            </a:r>
            <a:r>
              <a:rPr lang="es-ES">
                <a:solidFill>
                  <a:srgbClr val="0070C0"/>
                </a:solidFill>
              </a:rPr>
              <a:t> and </a:t>
            </a:r>
            <a:r>
              <a:rPr lang="es-ES" err="1">
                <a:solidFill>
                  <a:srgbClr val="0070C0"/>
                </a:solidFill>
              </a:rPr>
              <a:t>Diversification</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400"/>
              <a:t>The distinction between them is that replication deploys two or more identical copies of a system, whereas diversification incorporates different implementations of the same function</a:t>
            </a:r>
          </a:p>
          <a:p>
            <a:r>
              <a:rPr lang="en-US" sz="2400"/>
              <a:t>The purpose of using replication or diversification is to increase either the availability or the reliability of a system</a:t>
            </a:r>
          </a:p>
          <a:p>
            <a:r>
              <a:rPr lang="en-US" sz="2400"/>
              <a:t>Generally, requiring two systems to present the same response to a particular stimulus will increase reliability while decreasing availability (because both systems have to be running to provide any response)</a:t>
            </a:r>
          </a:p>
          <a:p>
            <a:r>
              <a:rPr lang="en-US" sz="2400"/>
              <a:t>Replication and diversity are techniques recommended in both IEC 61508 and ISO 26262</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82</a:t>
            </a:fld>
            <a:endParaRPr lang="es-ES"/>
          </a:p>
        </p:txBody>
      </p:sp>
    </p:spTree>
    <p:extLst>
      <p:ext uri="{BB962C8B-B14F-4D97-AF65-F5344CB8AC3E}">
        <p14:creationId xmlns:p14="http://schemas.microsoft.com/office/powerpoint/2010/main" val="1008263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Component</a:t>
            </a:r>
            <a:r>
              <a:rPr lang="es-ES">
                <a:solidFill>
                  <a:srgbClr val="0070C0"/>
                </a:solidFill>
              </a:rPr>
              <a:t> </a:t>
            </a:r>
            <a:r>
              <a:rPr lang="es-ES" err="1">
                <a:solidFill>
                  <a:srgbClr val="0070C0"/>
                </a:solidFill>
              </a:rPr>
              <a:t>or</a:t>
            </a:r>
            <a:r>
              <a:rPr lang="es-ES">
                <a:solidFill>
                  <a:srgbClr val="0070C0"/>
                </a:solidFill>
              </a:rPr>
              <a:t> </a:t>
            </a:r>
            <a:r>
              <a:rPr lang="es-ES" err="1">
                <a:solidFill>
                  <a:srgbClr val="0070C0"/>
                </a:solidFill>
              </a:rPr>
              <a:t>System</a:t>
            </a:r>
            <a:r>
              <a:rPr lang="es-ES">
                <a:solidFill>
                  <a:srgbClr val="0070C0"/>
                </a:solidFill>
              </a:rPr>
              <a:t> </a:t>
            </a:r>
            <a:r>
              <a:rPr lang="es-ES" err="1">
                <a:solidFill>
                  <a:srgbClr val="0070C0"/>
                </a:solidFill>
              </a:rPr>
              <a:t>Replication</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If replication or diversification is to be used, is it better to replicate </a:t>
            </a:r>
            <a:r>
              <a:rPr lang="es-ES" sz="2000" err="1"/>
              <a:t>components</a:t>
            </a:r>
            <a:r>
              <a:rPr lang="es-ES" sz="2000"/>
              <a:t> </a:t>
            </a:r>
            <a:r>
              <a:rPr lang="es-ES" sz="2000" err="1"/>
              <a:t>or</a:t>
            </a:r>
            <a:r>
              <a:rPr lang="es-ES" sz="2000"/>
              <a:t> </a:t>
            </a:r>
            <a:r>
              <a:rPr lang="es-ES" sz="2000" err="1"/>
              <a:t>systems</a:t>
            </a:r>
            <a:r>
              <a:rPr lang="es-ES" sz="2000"/>
              <a:t>: </a:t>
            </a:r>
            <a:r>
              <a:rPr lang="en-US" sz="2000"/>
              <a:t>Which of the two designs in the lower part of the figure is likely to deliver higher dependability?</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83</a:t>
            </a:fld>
            <a:endParaRPr lang="es-ES"/>
          </a:p>
        </p:txBody>
      </p:sp>
      <p:pic>
        <p:nvPicPr>
          <p:cNvPr id="6146" name="Picture 2"/>
          <p:cNvPicPr>
            <a:picLocks noChangeAspect="1" noChangeArrowheads="1"/>
          </p:cNvPicPr>
          <p:nvPr/>
        </p:nvPicPr>
        <p:blipFill>
          <a:blip r:embed="rId2" cstate="print"/>
          <a:srcRect/>
          <a:stretch>
            <a:fillRect/>
          </a:stretch>
        </p:blipFill>
        <p:spPr bwMode="auto">
          <a:xfrm>
            <a:off x="4727848" y="2708921"/>
            <a:ext cx="2232248" cy="1349239"/>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2063552" y="4293096"/>
            <a:ext cx="2223714" cy="2376264"/>
          </a:xfrm>
          <a:prstGeom prst="rect">
            <a:avLst/>
          </a:prstGeom>
          <a:noFill/>
          <a:ln w="9525">
            <a:noFill/>
            <a:miter lim="800000"/>
            <a:headEnd/>
            <a:tailEnd/>
          </a:ln>
        </p:spPr>
      </p:pic>
      <p:pic>
        <p:nvPicPr>
          <p:cNvPr id="6148" name="Picture 4"/>
          <p:cNvPicPr>
            <a:picLocks noChangeAspect="1" noChangeArrowheads="1"/>
          </p:cNvPicPr>
          <p:nvPr/>
        </p:nvPicPr>
        <p:blipFill>
          <a:blip r:embed="rId4" cstate="print"/>
          <a:srcRect/>
          <a:stretch>
            <a:fillRect/>
          </a:stretch>
        </p:blipFill>
        <p:spPr bwMode="auto">
          <a:xfrm>
            <a:off x="7320136" y="4221088"/>
            <a:ext cx="3024336" cy="2374664"/>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Component</a:t>
            </a:r>
            <a:r>
              <a:rPr lang="es-ES">
                <a:solidFill>
                  <a:srgbClr val="0070C0"/>
                </a:solidFill>
              </a:rPr>
              <a:t> </a:t>
            </a:r>
            <a:r>
              <a:rPr lang="es-ES" err="1">
                <a:solidFill>
                  <a:srgbClr val="0070C0"/>
                </a:solidFill>
              </a:rPr>
              <a:t>or</a:t>
            </a:r>
            <a:r>
              <a:rPr lang="es-ES">
                <a:solidFill>
                  <a:srgbClr val="0070C0"/>
                </a:solidFill>
              </a:rPr>
              <a:t> </a:t>
            </a:r>
            <a:r>
              <a:rPr lang="es-ES" err="1">
                <a:solidFill>
                  <a:srgbClr val="0070C0"/>
                </a:solidFill>
              </a:rPr>
              <a:t>System</a:t>
            </a:r>
            <a:r>
              <a:rPr lang="es-ES">
                <a:solidFill>
                  <a:srgbClr val="0070C0"/>
                </a:solidFill>
              </a:rPr>
              <a:t> </a:t>
            </a:r>
            <a:r>
              <a:rPr lang="es-ES" err="1">
                <a:solidFill>
                  <a:srgbClr val="0070C0"/>
                </a:solidFill>
              </a:rPr>
              <a:t>Replication</a:t>
            </a:r>
            <a:endParaRPr lang="es-ES">
              <a:solidFill>
                <a:srgbClr val="0070C0"/>
              </a:solidFill>
            </a:endParaRPr>
          </a:p>
        </p:txBody>
      </p:sp>
      <p:sp>
        <p:nvSpPr>
          <p:cNvPr id="3" name="2 Marcador de contenido"/>
          <p:cNvSpPr>
            <a:spLocks noGrp="1"/>
          </p:cNvSpPr>
          <p:nvPr>
            <p:ph idx="1"/>
          </p:nvPr>
        </p:nvSpPr>
        <p:spPr/>
        <p:txBody>
          <a:bodyPr>
            <a:noAutofit/>
          </a:bodyPr>
          <a:lstStyle/>
          <a:p>
            <a:r>
              <a:rPr lang="es-ES" sz="2000" err="1"/>
              <a:t>The</a:t>
            </a:r>
            <a:r>
              <a:rPr lang="es-ES" sz="2000"/>
              <a:t> </a:t>
            </a:r>
            <a:r>
              <a:rPr lang="es-ES" sz="2000" err="1"/>
              <a:t>answer</a:t>
            </a:r>
            <a:r>
              <a:rPr lang="es-ES" sz="2000"/>
              <a:t> </a:t>
            </a:r>
            <a:r>
              <a:rPr lang="en-US" sz="2000"/>
              <a:t>may vary from system to system, particularly if a system has several different failure modes, but in general, replicating components is better than replicating systems. This result follows from the inequality:</a:t>
            </a:r>
          </a:p>
          <a:p>
            <a:endParaRPr lang="en-US" sz="2000"/>
          </a:p>
          <a:p>
            <a:endParaRPr lang="en-US" sz="2000"/>
          </a:p>
          <a:p>
            <a:endParaRPr lang="en-US" sz="2000"/>
          </a:p>
          <a:p>
            <a:endParaRPr lang="en-US" sz="2000"/>
          </a:p>
          <a:p>
            <a:endParaRPr lang="en-US" sz="2000"/>
          </a:p>
          <a:p>
            <a:r>
              <a:rPr lang="en-US" sz="2000"/>
              <a:t>As an extra advantage, if the components are hardware, it may be unnecessary to replicate all of them to achieve the necessary dependability, leading to a product that is cheaper than would result from </a:t>
            </a:r>
            <a:r>
              <a:rPr lang="es-ES" sz="2000"/>
              <a:t>complete </a:t>
            </a:r>
            <a:r>
              <a:rPr lang="es-ES" sz="2000" err="1"/>
              <a:t>system</a:t>
            </a:r>
            <a:r>
              <a:rPr lang="es-ES" sz="2000"/>
              <a:t> </a:t>
            </a:r>
            <a:r>
              <a:rPr lang="es-ES" sz="2000" err="1"/>
              <a:t>replication</a:t>
            </a:r>
            <a:r>
              <a:rPr lang="es-ES" sz="2000"/>
              <a:t>.</a:t>
            </a:r>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84</a:t>
            </a:fld>
            <a:endParaRPr lang="es-ES"/>
          </a:p>
        </p:txBody>
      </p:sp>
      <p:pic>
        <p:nvPicPr>
          <p:cNvPr id="6151" name="Picture 7"/>
          <p:cNvPicPr>
            <a:picLocks noChangeAspect="1" noChangeArrowheads="1"/>
          </p:cNvPicPr>
          <p:nvPr/>
        </p:nvPicPr>
        <p:blipFill>
          <a:blip r:embed="rId2" cstate="print"/>
          <a:srcRect/>
          <a:stretch>
            <a:fillRect/>
          </a:stretch>
        </p:blipFill>
        <p:spPr bwMode="auto">
          <a:xfrm>
            <a:off x="4439817" y="2996952"/>
            <a:ext cx="3286125" cy="457200"/>
          </a:xfrm>
          <a:prstGeom prst="rect">
            <a:avLst/>
          </a:prstGeom>
          <a:noFill/>
          <a:ln w="9525">
            <a:noFill/>
            <a:miter lim="800000"/>
            <a:headEnd/>
            <a:tailEnd/>
          </a:ln>
        </p:spPr>
      </p:pic>
      <p:pic>
        <p:nvPicPr>
          <p:cNvPr id="6153" name="Picture 9"/>
          <p:cNvPicPr>
            <a:picLocks noChangeAspect="1" noChangeArrowheads="1"/>
          </p:cNvPicPr>
          <p:nvPr/>
        </p:nvPicPr>
        <p:blipFill>
          <a:blip r:embed="rId3" cstate="print"/>
          <a:srcRect/>
          <a:stretch>
            <a:fillRect/>
          </a:stretch>
        </p:blipFill>
        <p:spPr bwMode="auto">
          <a:xfrm>
            <a:off x="3575720" y="3645024"/>
            <a:ext cx="4896544" cy="720536"/>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The</a:t>
            </a:r>
            <a:r>
              <a:rPr lang="es-ES">
                <a:solidFill>
                  <a:srgbClr val="0070C0"/>
                </a:solidFill>
              </a:rPr>
              <a:t> </a:t>
            </a:r>
            <a:r>
              <a:rPr lang="es-ES" err="1">
                <a:solidFill>
                  <a:srgbClr val="0070C0"/>
                </a:solidFill>
              </a:rPr>
              <a:t>Structure</a:t>
            </a:r>
            <a:r>
              <a:rPr lang="es-ES">
                <a:solidFill>
                  <a:srgbClr val="0070C0"/>
                </a:solidFill>
              </a:rPr>
              <a:t> </a:t>
            </a:r>
            <a:r>
              <a:rPr lang="es-ES" err="1">
                <a:solidFill>
                  <a:srgbClr val="0070C0"/>
                </a:solidFill>
              </a:rPr>
              <a:t>Function</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A system that consists of N components can be described by a vector of N elements, each representing the state (1 = functioning, 0 = failed) </a:t>
            </a:r>
            <a:r>
              <a:rPr lang="es-ES" sz="2000"/>
              <a:t>of </a:t>
            </a:r>
            <a:r>
              <a:rPr lang="es-ES" sz="2000" err="1"/>
              <a:t>one</a:t>
            </a:r>
            <a:r>
              <a:rPr lang="es-ES" sz="2000"/>
              <a:t> </a:t>
            </a:r>
            <a:r>
              <a:rPr lang="es-ES" sz="2000" err="1"/>
              <a:t>component</a:t>
            </a:r>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85</a:t>
            </a:fld>
            <a:endParaRPr lang="es-ES"/>
          </a:p>
        </p:txBody>
      </p:sp>
      <p:pic>
        <p:nvPicPr>
          <p:cNvPr id="8194" name="Picture 2"/>
          <p:cNvPicPr>
            <a:picLocks noChangeAspect="1" noChangeArrowheads="1"/>
          </p:cNvPicPr>
          <p:nvPr/>
        </p:nvPicPr>
        <p:blipFill>
          <a:blip r:embed="rId2" cstate="print"/>
          <a:srcRect/>
          <a:stretch>
            <a:fillRect/>
          </a:stretch>
        </p:blipFill>
        <p:spPr bwMode="auto">
          <a:xfrm>
            <a:off x="1775520" y="3356993"/>
            <a:ext cx="3528392" cy="577225"/>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5951984" y="2636912"/>
            <a:ext cx="1600200" cy="2400300"/>
          </a:xfrm>
          <a:prstGeom prst="rect">
            <a:avLst/>
          </a:prstGeom>
          <a:noFill/>
          <a:ln w="9525">
            <a:noFill/>
            <a:miter lim="800000"/>
            <a:headEnd/>
            <a:tailEnd/>
          </a:ln>
        </p:spPr>
      </p:pic>
      <p:pic>
        <p:nvPicPr>
          <p:cNvPr id="8" name="Picture 2"/>
          <p:cNvPicPr>
            <a:picLocks noChangeAspect="1" noChangeArrowheads="1"/>
          </p:cNvPicPr>
          <p:nvPr/>
        </p:nvPicPr>
        <p:blipFill>
          <a:blip r:embed="rId4" cstate="print"/>
          <a:srcRect/>
          <a:stretch>
            <a:fillRect/>
          </a:stretch>
        </p:blipFill>
        <p:spPr bwMode="auto">
          <a:xfrm>
            <a:off x="8184232" y="3068961"/>
            <a:ext cx="2232248" cy="1349239"/>
          </a:xfrm>
          <a:prstGeom prst="rect">
            <a:avLst/>
          </a:prstGeom>
          <a:noFill/>
          <a:ln w="9525">
            <a:noFill/>
            <a:miter lim="800000"/>
            <a:headEnd/>
            <a:tailEnd/>
          </a:ln>
        </p:spPr>
      </p:pic>
      <p:pic>
        <p:nvPicPr>
          <p:cNvPr id="8196" name="Picture 4"/>
          <p:cNvPicPr>
            <a:picLocks noChangeAspect="1" noChangeArrowheads="1"/>
          </p:cNvPicPr>
          <p:nvPr/>
        </p:nvPicPr>
        <p:blipFill>
          <a:blip r:embed="rId5" cstate="print"/>
          <a:srcRect/>
          <a:stretch>
            <a:fillRect/>
          </a:stretch>
        </p:blipFill>
        <p:spPr bwMode="auto">
          <a:xfrm>
            <a:off x="2495600" y="4293096"/>
            <a:ext cx="1924050" cy="30480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Components</a:t>
            </a:r>
            <a:r>
              <a:rPr lang="es-ES">
                <a:solidFill>
                  <a:srgbClr val="0070C0"/>
                </a:solidFill>
              </a:rPr>
              <a:t> in </a:t>
            </a:r>
            <a:r>
              <a:rPr lang="es-ES" err="1">
                <a:solidFill>
                  <a:srgbClr val="0070C0"/>
                </a:solidFill>
              </a:rPr>
              <a:t>Parallel</a:t>
            </a:r>
            <a:r>
              <a:rPr lang="es-ES">
                <a:solidFill>
                  <a:srgbClr val="0070C0"/>
                </a:solidFill>
              </a:rPr>
              <a:t> and Series</a:t>
            </a:r>
          </a:p>
        </p:txBody>
      </p:sp>
      <p:sp>
        <p:nvSpPr>
          <p:cNvPr id="3" name="2 Marcador de contenido"/>
          <p:cNvSpPr>
            <a:spLocks noGrp="1"/>
          </p:cNvSpPr>
          <p:nvPr>
            <p:ph idx="1"/>
          </p:nvPr>
        </p:nvSpPr>
        <p:spPr/>
        <p:txBody>
          <a:bodyPr>
            <a:noAutofit/>
          </a:bodyPr>
          <a:lstStyle/>
          <a:p>
            <a:r>
              <a:rPr lang="en-US" sz="2000"/>
              <a:t>Given this definition it is easy to see that for a set of components in series (as with old-fashioned Christmas tree lights), where all components must operate correctly for the system to operate</a:t>
            </a:r>
          </a:p>
          <a:p>
            <a:endParaRPr lang="en-US" sz="2000"/>
          </a:p>
          <a:p>
            <a:endParaRPr lang="en-US" sz="2000"/>
          </a:p>
          <a:p>
            <a:endParaRPr lang="en-US" sz="2000"/>
          </a:p>
          <a:p>
            <a:endParaRPr lang="en-US" sz="2000"/>
          </a:p>
          <a:p>
            <a:r>
              <a:rPr lang="en-US" sz="2000"/>
              <a:t>For components in parallel, where the system continues to operate until </a:t>
            </a:r>
            <a:r>
              <a:rPr lang="es-ES" sz="2000" err="1"/>
              <a:t>all</a:t>
            </a:r>
            <a:r>
              <a:rPr lang="es-ES" sz="2000"/>
              <a:t> </a:t>
            </a:r>
            <a:r>
              <a:rPr lang="es-ES" sz="2000" err="1"/>
              <a:t>components</a:t>
            </a:r>
            <a:r>
              <a:rPr lang="es-ES" sz="2000"/>
              <a:t> </a:t>
            </a:r>
            <a:r>
              <a:rPr lang="es-ES" sz="2000" err="1"/>
              <a:t>have</a:t>
            </a:r>
            <a:r>
              <a:rPr lang="es-ES" sz="2000"/>
              <a:t> </a:t>
            </a:r>
            <a:r>
              <a:rPr lang="es-ES" sz="2000" err="1"/>
              <a:t>failed</a:t>
            </a:r>
            <a:r>
              <a:rPr lang="es-ES" sz="2000"/>
              <a:t>:</a:t>
            </a:r>
          </a:p>
          <a:p>
            <a:endParaRPr lang="es-ES_tradnl" sz="2000"/>
          </a:p>
          <a:p>
            <a:endParaRPr lang="es-ES_tradnl" sz="2000"/>
          </a:p>
          <a:p>
            <a:endParaRPr lang="es-ES_tradnl" sz="2000"/>
          </a:p>
          <a:p>
            <a:r>
              <a:rPr lang="es-ES_tradnl" sz="2000" err="1"/>
              <a:t>What</a:t>
            </a:r>
            <a:r>
              <a:rPr lang="es-ES_tradnl" sz="2000"/>
              <a:t> </a:t>
            </a:r>
            <a:r>
              <a:rPr lang="es-ES_tradnl" sz="2000" err="1"/>
              <a:t>is</a:t>
            </a:r>
            <a:r>
              <a:rPr lang="es-ES_tradnl" sz="2000"/>
              <a:t> </a:t>
            </a:r>
            <a:r>
              <a:rPr lang="es-ES_tradnl" sz="2000" err="1"/>
              <a:t>the</a:t>
            </a:r>
            <a:r>
              <a:rPr lang="es-ES_tradnl" sz="2000"/>
              <a:t> </a:t>
            </a:r>
            <a:r>
              <a:rPr lang="es-ES_tradnl" sz="2000" err="1"/>
              <a:t>value</a:t>
            </a:r>
            <a:r>
              <a:rPr lang="es-ES_tradnl" sz="2000"/>
              <a:t> </a:t>
            </a:r>
            <a:r>
              <a:rPr lang="es-ES_tradnl" sz="2000" err="1"/>
              <a:t>for</a:t>
            </a:r>
            <a:r>
              <a:rPr lang="es-ES_tradnl" sz="2000"/>
              <a:t> a 2oo3 (</a:t>
            </a:r>
            <a:r>
              <a:rPr lang="es-ES_tradnl" sz="2000" err="1"/>
              <a:t>two</a:t>
            </a:r>
            <a:r>
              <a:rPr lang="es-ES_tradnl" sz="2000"/>
              <a:t> </a:t>
            </a:r>
            <a:r>
              <a:rPr lang="es-ES_tradnl" sz="2000" err="1"/>
              <a:t>out</a:t>
            </a:r>
            <a:r>
              <a:rPr lang="es-ES_tradnl" sz="2000"/>
              <a:t> of </a:t>
            </a:r>
            <a:r>
              <a:rPr lang="es-ES_tradnl" sz="2000" err="1"/>
              <a:t>three</a:t>
            </a:r>
            <a:r>
              <a:rPr lang="es-ES_tradnl" sz="2000"/>
              <a:t>) </a:t>
            </a:r>
            <a:r>
              <a:rPr lang="es-ES_tradnl" sz="2000" err="1"/>
              <a:t>system</a:t>
            </a:r>
            <a:r>
              <a:rPr lang="es-ES_tradnl" sz="2000"/>
              <a:t>?</a:t>
            </a:r>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86</a:t>
            </a:fld>
            <a:endParaRPr lang="es-ES"/>
          </a:p>
        </p:txBody>
      </p:sp>
      <p:pic>
        <p:nvPicPr>
          <p:cNvPr id="9218" name="Picture 2"/>
          <p:cNvPicPr>
            <a:picLocks noChangeAspect="1" noChangeArrowheads="1"/>
          </p:cNvPicPr>
          <p:nvPr/>
        </p:nvPicPr>
        <p:blipFill>
          <a:blip r:embed="rId2" cstate="print"/>
          <a:srcRect/>
          <a:stretch>
            <a:fillRect/>
          </a:stretch>
        </p:blipFill>
        <p:spPr bwMode="auto">
          <a:xfrm>
            <a:off x="4439817" y="2996952"/>
            <a:ext cx="3564805" cy="769204"/>
          </a:xfrm>
          <a:prstGeom prst="rect">
            <a:avLst/>
          </a:prstGeom>
          <a:noFill/>
          <a:ln w="9525">
            <a:noFill/>
            <a:miter lim="800000"/>
            <a:headEnd/>
            <a:tailEnd/>
          </a:ln>
        </p:spPr>
      </p:pic>
      <p:pic>
        <p:nvPicPr>
          <p:cNvPr id="9219" name="Picture 3"/>
          <p:cNvPicPr>
            <a:picLocks noChangeAspect="1" noChangeArrowheads="1"/>
          </p:cNvPicPr>
          <p:nvPr/>
        </p:nvPicPr>
        <p:blipFill>
          <a:blip r:embed="rId3" cstate="print"/>
          <a:srcRect/>
          <a:stretch>
            <a:fillRect/>
          </a:stretch>
        </p:blipFill>
        <p:spPr bwMode="auto">
          <a:xfrm>
            <a:off x="3791744" y="4869160"/>
            <a:ext cx="5256584" cy="742284"/>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Components</a:t>
            </a:r>
            <a:r>
              <a:rPr lang="es-ES">
                <a:solidFill>
                  <a:srgbClr val="0070C0"/>
                </a:solidFill>
              </a:rPr>
              <a:t> in </a:t>
            </a:r>
            <a:r>
              <a:rPr lang="es-ES" err="1">
                <a:solidFill>
                  <a:srgbClr val="0070C0"/>
                </a:solidFill>
              </a:rPr>
              <a:t>Parallel</a:t>
            </a:r>
            <a:r>
              <a:rPr lang="es-ES">
                <a:solidFill>
                  <a:srgbClr val="0070C0"/>
                </a:solidFill>
              </a:rPr>
              <a:t> and Series</a:t>
            </a:r>
          </a:p>
        </p:txBody>
      </p:sp>
      <p:sp>
        <p:nvSpPr>
          <p:cNvPr id="3" name="2 Marcador de contenido"/>
          <p:cNvSpPr>
            <a:spLocks noGrp="1"/>
          </p:cNvSpPr>
          <p:nvPr>
            <p:ph idx="1"/>
          </p:nvPr>
        </p:nvSpPr>
        <p:spPr/>
        <p:txBody>
          <a:bodyPr>
            <a:noAutofit/>
          </a:bodyPr>
          <a:lstStyle/>
          <a:p>
            <a:r>
              <a:rPr lang="en-US" sz="2000"/>
              <a:t>A structure that is functioning if and only if at least k of the n components are functioning, is called a k-out-of-n structure</a:t>
            </a:r>
          </a:p>
          <a:p>
            <a:r>
              <a:rPr lang="en-US" sz="2000"/>
              <a:t>The structure function of a k-out-of-n structure can be written</a:t>
            </a:r>
          </a:p>
          <a:p>
            <a:endParaRPr lang="en-US" sz="2000"/>
          </a:p>
          <a:p>
            <a:endParaRPr lang="en-US" sz="2000"/>
          </a:p>
          <a:p>
            <a:endParaRPr lang="en-US" sz="2000"/>
          </a:p>
          <a:p>
            <a:endParaRPr lang="en-US" sz="2000"/>
          </a:p>
          <a:p>
            <a:r>
              <a:rPr lang="en-US" sz="2000"/>
              <a:t>A k-out-of-n structure is often called a </a:t>
            </a:r>
            <a:r>
              <a:rPr lang="en-US" sz="2000" err="1"/>
              <a:t>KooN</a:t>
            </a:r>
            <a:r>
              <a:rPr lang="en-US" sz="2000"/>
              <a:t> structure. Notice that:</a:t>
            </a:r>
          </a:p>
          <a:p>
            <a:pPr lvl="1"/>
            <a:r>
              <a:rPr lang="en-US" sz="1600"/>
              <a:t>A 1oo1 structure is a single component</a:t>
            </a:r>
          </a:p>
          <a:p>
            <a:pPr lvl="1"/>
            <a:r>
              <a:rPr lang="en-US" sz="1600"/>
              <a:t>An </a:t>
            </a:r>
            <a:r>
              <a:rPr lang="en-US" sz="1600" err="1"/>
              <a:t>NooN</a:t>
            </a:r>
            <a:r>
              <a:rPr lang="en-US" sz="1600"/>
              <a:t> structure is a series structure of n components (All the n components must function for the structure to function)</a:t>
            </a:r>
          </a:p>
          <a:p>
            <a:pPr lvl="1"/>
            <a:r>
              <a:rPr lang="en-US" sz="1600"/>
              <a:t>A 1ooN structure is a parallel structure of n components (It is sufficient that one component is functioning for the structure to function)</a:t>
            </a:r>
          </a:p>
          <a:p>
            <a:pPr lvl="1"/>
            <a:endParaRPr lang="en-US" sz="1600"/>
          </a:p>
          <a:p>
            <a:pPr lvl="1"/>
            <a:endParaRPr lang="en-US" sz="16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87</a:t>
            </a:fld>
            <a:endParaRPr lang="es-ES"/>
          </a:p>
        </p:txBody>
      </p:sp>
      <p:pic>
        <p:nvPicPr>
          <p:cNvPr id="1026" name="Picture 2"/>
          <p:cNvPicPr>
            <a:picLocks noChangeAspect="1" noChangeArrowheads="1"/>
          </p:cNvPicPr>
          <p:nvPr/>
        </p:nvPicPr>
        <p:blipFill>
          <a:blip r:embed="rId2" cstate="print"/>
          <a:srcRect/>
          <a:stretch>
            <a:fillRect/>
          </a:stretch>
        </p:blipFill>
        <p:spPr bwMode="auto">
          <a:xfrm>
            <a:off x="4223792" y="2852937"/>
            <a:ext cx="2376264" cy="1089121"/>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a:solidFill>
                  <a:srgbClr val="0070C0"/>
                </a:solidFill>
              </a:rPr>
              <a:t>2-out-of-3 </a:t>
            </a:r>
            <a:r>
              <a:rPr lang="es-ES" err="1">
                <a:solidFill>
                  <a:srgbClr val="0070C0"/>
                </a:solidFill>
              </a:rPr>
              <a:t>structure</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A 2-out-of-3 (2oo3) structure is functioning when at least 2 of its 3 </a:t>
            </a:r>
            <a:r>
              <a:rPr lang="es-ES" sz="2000" err="1"/>
              <a:t>components</a:t>
            </a:r>
            <a:r>
              <a:rPr lang="es-ES" sz="2000"/>
              <a:t> are </a:t>
            </a:r>
            <a:r>
              <a:rPr lang="es-ES" sz="2000" err="1"/>
              <a:t>functioning</a:t>
            </a:r>
            <a:endParaRPr lang="en-US" sz="2000"/>
          </a:p>
          <a:p>
            <a:endParaRPr lang="en-US" sz="2000"/>
          </a:p>
          <a:p>
            <a:endParaRPr lang="en-US" sz="2000"/>
          </a:p>
          <a:p>
            <a:endParaRPr lang="en-US" sz="2000"/>
          </a:p>
          <a:p>
            <a:endParaRPr lang="en-US" sz="2000"/>
          </a:p>
          <a:p>
            <a:r>
              <a:rPr lang="en-US" sz="2000"/>
              <a:t>Note that each component appears twice in the reliability block diagram</a:t>
            </a:r>
          </a:p>
          <a:p>
            <a:r>
              <a:rPr lang="en-US" sz="2000"/>
              <a:t>Note also that since x</a:t>
            </a:r>
            <a:r>
              <a:rPr lang="en-US" sz="2000" baseline="-25000"/>
              <a:t>i </a:t>
            </a:r>
            <a:r>
              <a:rPr lang="en-US" sz="2000"/>
              <a:t>is a binary </a:t>
            </a:r>
            <a:r>
              <a:rPr lang="es-ES" sz="2000"/>
              <a:t>variable, </a:t>
            </a:r>
            <a:r>
              <a:rPr lang="es-ES" sz="2000" err="1"/>
              <a:t>x</a:t>
            </a:r>
            <a:r>
              <a:rPr lang="es-ES" sz="2000" baseline="-25000" err="1"/>
              <a:t>k</a:t>
            </a:r>
            <a:r>
              <a:rPr lang="es-ES" sz="2000" baseline="30000" err="1"/>
              <a:t>i</a:t>
            </a:r>
            <a:r>
              <a:rPr lang="es-ES" sz="2000"/>
              <a:t> = x</a:t>
            </a:r>
            <a:r>
              <a:rPr lang="es-ES" sz="2000" baseline="-25000"/>
              <a:t>i</a:t>
            </a:r>
            <a:r>
              <a:rPr lang="es-ES" sz="2000"/>
              <a:t> </a:t>
            </a:r>
            <a:r>
              <a:rPr lang="es-ES" sz="2000" err="1"/>
              <a:t>for</a:t>
            </a:r>
            <a:r>
              <a:rPr lang="es-ES" sz="2000"/>
              <a:t> </a:t>
            </a:r>
            <a:r>
              <a:rPr lang="es-ES" sz="2000" err="1"/>
              <a:t>all</a:t>
            </a:r>
            <a:r>
              <a:rPr lang="es-ES" sz="2000"/>
              <a:t> i and k.</a:t>
            </a:r>
            <a:endParaRPr lang="en-US" sz="2000"/>
          </a:p>
          <a:p>
            <a:endParaRPr lang="en-US" sz="1600"/>
          </a:p>
          <a:p>
            <a:pPr lvl="1"/>
            <a:endParaRPr lang="en-US" sz="1600"/>
          </a:p>
          <a:p>
            <a:pPr lvl="1"/>
            <a:endParaRPr lang="en-US" sz="16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88</a:t>
            </a:fld>
            <a:endParaRPr lang="es-ES"/>
          </a:p>
        </p:txBody>
      </p:sp>
      <p:pic>
        <p:nvPicPr>
          <p:cNvPr id="2050" name="Picture 2"/>
          <p:cNvPicPr>
            <a:picLocks noChangeAspect="1" noChangeArrowheads="1"/>
          </p:cNvPicPr>
          <p:nvPr/>
        </p:nvPicPr>
        <p:blipFill>
          <a:blip r:embed="rId2" cstate="print"/>
          <a:srcRect/>
          <a:stretch>
            <a:fillRect/>
          </a:stretch>
        </p:blipFill>
        <p:spPr bwMode="auto">
          <a:xfrm>
            <a:off x="4583833" y="2420888"/>
            <a:ext cx="2050157" cy="1180226"/>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3071664" y="4653137"/>
            <a:ext cx="6529734" cy="1561955"/>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a:solidFill>
                  <a:srgbClr val="0070C0"/>
                </a:solidFill>
              </a:rPr>
              <a:t>2-out-of-3 </a:t>
            </a:r>
            <a:r>
              <a:rPr lang="es-ES" err="1">
                <a:solidFill>
                  <a:srgbClr val="0070C0"/>
                </a:solidFill>
              </a:rPr>
              <a:t>structure</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Failure probability of a parallel system</a:t>
            </a:r>
          </a:p>
          <a:p>
            <a:pPr algn="ctr">
              <a:buNone/>
            </a:pPr>
            <a:r>
              <a:rPr lang="en-US" sz="2000"/>
              <a:t>P[system failure] = P[ (Y</a:t>
            </a:r>
            <a:r>
              <a:rPr lang="en-US" sz="2000" baseline="-25000"/>
              <a:t>1</a:t>
            </a:r>
            <a:r>
              <a:rPr lang="en-US" sz="2000"/>
              <a:t> = 1) ∩ (Y</a:t>
            </a:r>
            <a:r>
              <a:rPr lang="en-US" sz="2000" baseline="-25000"/>
              <a:t>2</a:t>
            </a:r>
            <a:r>
              <a:rPr lang="en-US" sz="2000"/>
              <a:t> = 1) ∩…. ∩ (</a:t>
            </a:r>
            <a:r>
              <a:rPr lang="en-US" sz="2000" err="1"/>
              <a:t>Y</a:t>
            </a:r>
            <a:r>
              <a:rPr lang="en-US" sz="2000" baseline="-25000" err="1"/>
              <a:t>n</a:t>
            </a:r>
            <a:r>
              <a:rPr lang="en-US" sz="2000"/>
              <a:t> = 1) ] = </a:t>
            </a:r>
            <a:r>
              <a:rPr lang="el-GR" sz="2800"/>
              <a:t>Π</a:t>
            </a:r>
            <a:r>
              <a:rPr lang="es-ES" sz="1800" baseline="62000"/>
              <a:t>n</a:t>
            </a:r>
            <a:r>
              <a:rPr lang="es-ES" sz="2000" baseline="-25000"/>
              <a:t>i=1 </a:t>
            </a:r>
            <a:r>
              <a:rPr lang="en-US" sz="2000"/>
              <a:t>P</a:t>
            </a:r>
            <a:r>
              <a:rPr lang="en-US" sz="2000" baseline="-25000"/>
              <a:t>i </a:t>
            </a:r>
            <a:endParaRPr lang="en-US" sz="2000"/>
          </a:p>
          <a:p>
            <a:pPr>
              <a:buNone/>
            </a:pPr>
            <a:endParaRPr lang="en-US" sz="1600"/>
          </a:p>
          <a:p>
            <a:r>
              <a:rPr lang="en-US" sz="2000"/>
              <a:t>Failure probability of a serial system</a:t>
            </a:r>
          </a:p>
          <a:p>
            <a:endParaRPr lang="en-US" sz="2000"/>
          </a:p>
          <a:p>
            <a:pPr algn="ctr">
              <a:buNone/>
            </a:pPr>
            <a:r>
              <a:rPr lang="en-US" sz="2000"/>
              <a:t>P[system failure] = 1- P[system survival] = </a:t>
            </a:r>
          </a:p>
          <a:p>
            <a:pPr algn="ctr">
              <a:buNone/>
            </a:pPr>
            <a:r>
              <a:rPr lang="en-US" sz="2000"/>
              <a:t>= 1 - P[ (Y</a:t>
            </a:r>
            <a:r>
              <a:rPr lang="en-US" sz="2000" baseline="-25000"/>
              <a:t>1</a:t>
            </a:r>
            <a:r>
              <a:rPr lang="en-US" sz="2000"/>
              <a:t> = 0) ∩ (Y</a:t>
            </a:r>
            <a:r>
              <a:rPr lang="en-US" sz="2000" baseline="-25000"/>
              <a:t>2</a:t>
            </a:r>
            <a:r>
              <a:rPr lang="en-US" sz="2000"/>
              <a:t> = 0) ∩…. ∩ (</a:t>
            </a:r>
            <a:r>
              <a:rPr lang="en-US" sz="2000" err="1"/>
              <a:t>Y</a:t>
            </a:r>
            <a:r>
              <a:rPr lang="en-US" sz="2000" baseline="-25000" err="1"/>
              <a:t>n</a:t>
            </a:r>
            <a:r>
              <a:rPr lang="en-US" sz="2000"/>
              <a:t> = 0) ] = 1-  </a:t>
            </a:r>
            <a:r>
              <a:rPr lang="el-GR" sz="2800"/>
              <a:t>Π</a:t>
            </a:r>
            <a:r>
              <a:rPr lang="es-ES" sz="1800" baseline="62000"/>
              <a:t>n</a:t>
            </a:r>
            <a:r>
              <a:rPr lang="es-ES" sz="2000" baseline="-25000"/>
              <a:t>i=1 </a:t>
            </a:r>
            <a:r>
              <a:rPr lang="en-US" sz="2000"/>
              <a:t>P</a:t>
            </a:r>
            <a:r>
              <a:rPr lang="en-US" sz="2000" baseline="-25000"/>
              <a:t>i </a:t>
            </a:r>
            <a:endParaRPr lang="en-US" sz="2000"/>
          </a:p>
          <a:p>
            <a:pPr algn="ctr">
              <a:buNone/>
            </a:pPr>
            <a:endParaRPr lang="en-US" sz="2000"/>
          </a:p>
          <a:p>
            <a:r>
              <a:rPr lang="en-US" sz="2000"/>
              <a:t>In general, if the probabilities are the same, for K failures out of n</a:t>
            </a:r>
          </a:p>
          <a:p>
            <a:pPr>
              <a:buNone/>
            </a:pPr>
            <a:endParaRPr lang="en-US" sz="2000"/>
          </a:p>
          <a:p>
            <a:endParaRPr lang="en-US" sz="2000"/>
          </a:p>
          <a:p>
            <a:endParaRPr lang="en-US" sz="2000"/>
          </a:p>
          <a:p>
            <a:pPr lvl="1"/>
            <a:endParaRPr lang="en-US" sz="16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89</a:t>
            </a:fld>
            <a:endParaRPr lang="es-ES"/>
          </a:p>
        </p:txBody>
      </p:sp>
      <p:pic>
        <p:nvPicPr>
          <p:cNvPr id="3075" name="Picture 3"/>
          <p:cNvPicPr>
            <a:picLocks noChangeAspect="1" noChangeArrowheads="1"/>
          </p:cNvPicPr>
          <p:nvPr/>
        </p:nvPicPr>
        <p:blipFill>
          <a:blip r:embed="rId3" cstate="print"/>
          <a:srcRect/>
          <a:stretch>
            <a:fillRect/>
          </a:stretch>
        </p:blipFill>
        <p:spPr bwMode="auto">
          <a:xfrm>
            <a:off x="4079777" y="5373216"/>
            <a:ext cx="3190875" cy="514350"/>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Examples</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b="1"/>
              <a:t>Example 1</a:t>
            </a:r>
            <a:r>
              <a:rPr lang="en-US" sz="2000"/>
              <a:t>. Consider a car with one spare tire. The car will become impaired if 2 (or more) tires are flat. In a conservative approximation, one may assume that all 5 tires are simultaneously subject to punctures.</a:t>
            </a:r>
          </a:p>
          <a:p>
            <a:endParaRPr lang="en-US" sz="2000"/>
          </a:p>
          <a:p>
            <a:r>
              <a:rPr lang="en-US" sz="2000" b="1"/>
              <a:t>Example 2</a:t>
            </a:r>
            <a:r>
              <a:rPr lang="en-US" sz="2000"/>
              <a:t>. In order to fly, an airplane needs at </a:t>
            </a:r>
            <a:r>
              <a:rPr lang="en-US" sz="2000" err="1"/>
              <a:t>leat</a:t>
            </a:r>
            <a:r>
              <a:rPr lang="en-US" sz="2000"/>
              <a:t> half of its engines to be functioning.  Suppose that, during any given flight, engines fail independently, with probability P. Would you be safer in an airplane with 1, 2, 3 or 4 engines?</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90</a:t>
            </a:fld>
            <a:endParaRPr lang="es-ES"/>
          </a:p>
        </p:txBody>
      </p:sp>
    </p:spTree>
    <p:extLst>
      <p:ext uri="{BB962C8B-B14F-4D97-AF65-F5344CB8AC3E}">
        <p14:creationId xmlns:p14="http://schemas.microsoft.com/office/powerpoint/2010/main" val="1008263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System</a:t>
            </a:r>
            <a:r>
              <a:rPr lang="es-ES">
                <a:solidFill>
                  <a:srgbClr val="0070C0"/>
                </a:solidFill>
              </a:rPr>
              <a:t> </a:t>
            </a:r>
            <a:r>
              <a:rPr lang="es-ES" err="1">
                <a:solidFill>
                  <a:srgbClr val="0070C0"/>
                </a:solidFill>
              </a:rPr>
              <a:t>Replication</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The drive for replication often stems from the view that, if a single system cannot meet the necessary dependability requirements, then by replicating it, a much higher level of dependability can be obtained</a:t>
            </a:r>
          </a:p>
          <a:p>
            <a:r>
              <a:rPr lang="en-US" sz="2000"/>
              <a:t>This can be true if the replication is treated very carefully, but </a:t>
            </a:r>
            <a:r>
              <a:rPr lang="en-US" sz="2000">
                <a:solidFill>
                  <a:srgbClr val="FF0000"/>
                </a:solidFill>
              </a:rPr>
              <a:t>often the increased complexity of replication outweighs the advantages</a:t>
            </a:r>
            <a:endParaRPr lang="en-US" sz="2000" b="1"/>
          </a:p>
          <a:p>
            <a:endParaRPr lang="en-US" sz="2000" b="1">
              <a:solidFill>
                <a:srgbClr val="FF000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91</a:t>
            </a:fld>
            <a:endParaRPr lang="es-ES"/>
          </a:p>
        </p:txBody>
      </p:sp>
      <p:pic>
        <p:nvPicPr>
          <p:cNvPr id="10243" name="Picture 3"/>
          <p:cNvPicPr>
            <a:picLocks noChangeAspect="1" noChangeArrowheads="1"/>
          </p:cNvPicPr>
          <p:nvPr/>
        </p:nvPicPr>
        <p:blipFill>
          <a:blip r:embed="rId2" cstate="print"/>
          <a:srcRect/>
          <a:stretch>
            <a:fillRect/>
          </a:stretch>
        </p:blipFill>
        <p:spPr bwMode="auto">
          <a:xfrm>
            <a:off x="3719736" y="3501008"/>
            <a:ext cx="4680520" cy="3140534"/>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System</a:t>
            </a:r>
            <a:r>
              <a:rPr lang="es-ES">
                <a:solidFill>
                  <a:srgbClr val="0070C0"/>
                </a:solidFill>
              </a:rPr>
              <a:t> </a:t>
            </a:r>
            <a:r>
              <a:rPr lang="es-ES" err="1">
                <a:solidFill>
                  <a:srgbClr val="0070C0"/>
                </a:solidFill>
              </a:rPr>
              <a:t>Replication</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The selector has been introduced to compare the two outputs and choose </a:t>
            </a:r>
            <a:r>
              <a:rPr lang="es-ES" sz="2000" err="1"/>
              <a:t>between</a:t>
            </a:r>
            <a:r>
              <a:rPr lang="es-ES" sz="2000"/>
              <a:t> </a:t>
            </a:r>
            <a:r>
              <a:rPr lang="es-ES" sz="2000" err="1"/>
              <a:t>them</a:t>
            </a:r>
            <a:endParaRPr lang="es-ES" sz="2000"/>
          </a:p>
          <a:p>
            <a:pPr lvl="1"/>
            <a:r>
              <a:rPr lang="es-ES_tradnl" sz="1600" err="1"/>
              <a:t>Increase</a:t>
            </a:r>
            <a:r>
              <a:rPr lang="es-ES_tradnl" sz="1600"/>
              <a:t> </a:t>
            </a:r>
            <a:r>
              <a:rPr lang="es-ES_tradnl" sz="1600" err="1"/>
              <a:t>Reliability</a:t>
            </a:r>
            <a:r>
              <a:rPr lang="es-ES_tradnl" sz="1600"/>
              <a:t>: compare </a:t>
            </a:r>
            <a:r>
              <a:rPr lang="es-ES_tradnl" sz="1600" err="1"/>
              <a:t>the</a:t>
            </a:r>
            <a:r>
              <a:rPr lang="es-ES_tradnl" sz="1600"/>
              <a:t> outputs (2oo2)</a:t>
            </a:r>
          </a:p>
          <a:p>
            <a:pPr lvl="1"/>
            <a:r>
              <a:rPr lang="es-ES_tradnl" sz="1600" err="1"/>
              <a:t>Increase</a:t>
            </a:r>
            <a:r>
              <a:rPr lang="es-ES_tradnl" sz="1600"/>
              <a:t> </a:t>
            </a:r>
            <a:r>
              <a:rPr lang="es-ES_tradnl" sz="1600" err="1"/>
              <a:t>Availability</a:t>
            </a:r>
            <a:r>
              <a:rPr lang="es-ES_tradnl" sz="1600"/>
              <a:t>: </a:t>
            </a:r>
            <a:r>
              <a:rPr lang="es-ES_tradnl" sz="1600" err="1"/>
              <a:t>pass</a:t>
            </a:r>
            <a:r>
              <a:rPr lang="es-ES_tradnl" sz="1600"/>
              <a:t> </a:t>
            </a:r>
            <a:r>
              <a:rPr lang="es-ES_tradnl" sz="1600" err="1"/>
              <a:t>the</a:t>
            </a:r>
            <a:r>
              <a:rPr lang="es-ES_tradnl" sz="1600"/>
              <a:t> </a:t>
            </a:r>
            <a:r>
              <a:rPr lang="es-ES_tradnl" sz="1600" err="1"/>
              <a:t>first</a:t>
            </a:r>
            <a:r>
              <a:rPr lang="es-ES_tradnl" sz="1600"/>
              <a:t> </a:t>
            </a:r>
            <a:r>
              <a:rPr lang="es-ES_tradnl" sz="1600" err="1"/>
              <a:t>intput</a:t>
            </a:r>
            <a:r>
              <a:rPr lang="es-ES_tradnl" sz="1600"/>
              <a:t> (1oo2)</a:t>
            </a:r>
            <a:endParaRPr lang="es-ES" sz="1600"/>
          </a:p>
          <a:p>
            <a:r>
              <a:rPr lang="en-US" sz="2000" b="1">
                <a:solidFill>
                  <a:srgbClr val="FF0000"/>
                </a:solidFill>
              </a:rPr>
              <a:t>State transfer and synchronization</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92</a:t>
            </a:fld>
            <a:endParaRPr lang="es-ES"/>
          </a:p>
        </p:txBody>
      </p:sp>
      <p:pic>
        <p:nvPicPr>
          <p:cNvPr id="10243" name="Picture 3"/>
          <p:cNvPicPr>
            <a:picLocks noChangeAspect="1" noChangeArrowheads="1"/>
          </p:cNvPicPr>
          <p:nvPr/>
        </p:nvPicPr>
        <p:blipFill>
          <a:blip r:embed="rId2" cstate="print"/>
          <a:srcRect/>
          <a:stretch>
            <a:fillRect/>
          </a:stretch>
        </p:blipFill>
        <p:spPr bwMode="auto">
          <a:xfrm>
            <a:off x="3719736" y="3501008"/>
            <a:ext cx="4680520" cy="3140534"/>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err="1">
                <a:solidFill>
                  <a:srgbClr val="0070C0"/>
                </a:solidFill>
              </a:rPr>
              <a:t>Cold</a:t>
            </a:r>
            <a:r>
              <a:rPr lang="es-ES">
                <a:solidFill>
                  <a:srgbClr val="0070C0"/>
                </a:solidFill>
              </a:rPr>
              <a:t> Stand </a:t>
            </a:r>
            <a:r>
              <a:rPr lang="es-ES" err="1">
                <a:solidFill>
                  <a:srgbClr val="0070C0"/>
                </a:solidFill>
              </a:rPr>
              <a:t>By</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000"/>
              <a:t>The “cold standby" model </a:t>
            </a:r>
            <a:r>
              <a:rPr lang="es-ES" sz="2000" err="1"/>
              <a:t>is</a:t>
            </a:r>
            <a:r>
              <a:rPr lang="es-ES" sz="2000"/>
              <a:t> a particular case </a:t>
            </a:r>
            <a:r>
              <a:rPr lang="en-US" sz="2000"/>
              <a:t>where only one of the subsystems is operating and the other is simply monitoring its behavior, ready to take over if the active </a:t>
            </a:r>
            <a:r>
              <a:rPr lang="es-ES" sz="2000" err="1"/>
              <a:t>partner</a:t>
            </a:r>
            <a:r>
              <a:rPr lang="es-ES" sz="2000"/>
              <a:t> </a:t>
            </a:r>
            <a:r>
              <a:rPr lang="es-ES" sz="2000" err="1"/>
              <a:t>fails</a:t>
            </a:r>
            <a:endParaRPr lang="es-ES" sz="2000"/>
          </a:p>
          <a:p>
            <a:r>
              <a:rPr lang="en-US" sz="2000"/>
              <a:t>In this case the selector becomes a switch connecting the active partner to the actuators</a:t>
            </a:r>
          </a:p>
          <a:p>
            <a:r>
              <a:rPr lang="en-US" sz="2000"/>
              <a:t>Some </a:t>
            </a:r>
            <a:r>
              <a:rPr lang="es-ES" sz="2000" err="1"/>
              <a:t>additional</a:t>
            </a:r>
            <a:r>
              <a:rPr lang="es-ES" sz="2000"/>
              <a:t> </a:t>
            </a:r>
            <a:r>
              <a:rPr lang="es-ES" sz="2000" err="1"/>
              <a:t>potential</a:t>
            </a:r>
            <a:r>
              <a:rPr lang="es-ES" sz="2000"/>
              <a:t> </a:t>
            </a:r>
            <a:r>
              <a:rPr lang="es-ES" sz="2000" err="1"/>
              <a:t>failure</a:t>
            </a:r>
            <a:r>
              <a:rPr lang="es-ES" sz="2000"/>
              <a:t> </a:t>
            </a:r>
            <a:r>
              <a:rPr lang="es-ES" sz="2000" err="1"/>
              <a:t>points</a:t>
            </a:r>
            <a:r>
              <a:rPr lang="es-ES" sz="2000"/>
              <a:t> are </a:t>
            </a:r>
            <a:r>
              <a:rPr lang="es-ES" sz="2000" err="1"/>
              <a:t>introduced</a:t>
            </a:r>
            <a:r>
              <a:rPr lang="es-ES" sz="2000"/>
              <a:t>:</a:t>
            </a:r>
          </a:p>
          <a:p>
            <a:pPr lvl="1"/>
            <a:r>
              <a:rPr lang="en-US" sz="1600"/>
              <a:t>How is a failure of the idle subsystem detected?</a:t>
            </a:r>
          </a:p>
          <a:p>
            <a:pPr lvl="1"/>
            <a:r>
              <a:rPr lang="en-US" sz="1600"/>
              <a:t>How does the selector (a switch) know that the active subsystem has failed and that a switch to the standby is required?</a:t>
            </a:r>
          </a:p>
          <a:p>
            <a:pPr lvl="1"/>
            <a:r>
              <a:rPr lang="en-US" sz="1600"/>
              <a:t>How does a failure of the selector itself affect the dependability of the </a:t>
            </a:r>
            <a:r>
              <a:rPr lang="es-ES" sz="1600" err="1"/>
              <a:t>overall</a:t>
            </a:r>
            <a:r>
              <a:rPr lang="es-ES" sz="1600"/>
              <a:t> </a:t>
            </a:r>
            <a:r>
              <a:rPr lang="es-ES" sz="1600" err="1"/>
              <a:t>system</a:t>
            </a:r>
            <a:r>
              <a:rPr lang="es-ES" sz="1600"/>
              <a:t>?</a:t>
            </a:r>
          </a:p>
          <a:p>
            <a:r>
              <a:rPr lang="en-US" sz="2000"/>
              <a:t>Another disadvantage of the cold standby architecture is that it is difficult to scale. If the required level of dependability needs three subsystems, then the selector becomes very complex, and therefore error-prone</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93</a:t>
            </a:fld>
            <a:endParaRPr lang="es-ES"/>
          </a:p>
        </p:txBody>
      </p:sp>
    </p:spTree>
    <p:extLst>
      <p:ext uri="{BB962C8B-B14F-4D97-AF65-F5344CB8AC3E}">
        <p14:creationId xmlns:p14="http://schemas.microsoft.com/office/powerpoint/2010/main" val="1008263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a:solidFill>
                  <a:srgbClr val="0070C0"/>
                </a:solidFill>
              </a:rPr>
              <a:t>Time </a:t>
            </a:r>
            <a:r>
              <a:rPr lang="es-ES" err="1">
                <a:solidFill>
                  <a:srgbClr val="0070C0"/>
                </a:solidFill>
              </a:rPr>
              <a:t>Replication</a:t>
            </a:r>
            <a:endParaRPr lang="es-ES">
              <a:solidFill>
                <a:srgbClr val="0070C0"/>
              </a:solidFill>
            </a:endParaRPr>
          </a:p>
        </p:txBody>
      </p:sp>
      <p:sp>
        <p:nvSpPr>
          <p:cNvPr id="3" name="2 Marcador de contenido"/>
          <p:cNvSpPr>
            <a:spLocks noGrp="1"/>
          </p:cNvSpPr>
          <p:nvPr>
            <p:ph idx="1"/>
          </p:nvPr>
        </p:nvSpPr>
        <p:spPr/>
        <p:txBody>
          <a:bodyPr>
            <a:noAutofit/>
          </a:bodyPr>
          <a:lstStyle/>
          <a:p>
            <a:r>
              <a:rPr lang="en-US" sz="2400"/>
              <a:t>Given that most bugs encountered in the field are </a:t>
            </a:r>
            <a:r>
              <a:rPr lang="en-US" sz="2400" err="1"/>
              <a:t>Heisenbugs</a:t>
            </a:r>
            <a:r>
              <a:rPr lang="en-US" sz="2400"/>
              <a:t>, simply running each computation twice and comparing the answers may be sufficient for the system to detect a bug.</a:t>
            </a:r>
          </a:p>
          <a:p>
            <a:r>
              <a:rPr lang="en-US" sz="2400"/>
              <a:t>Performing the computation a third time and finding two identical answers may then be enough to obtain a reliable result, the adequacy of the design being assessed </a:t>
            </a:r>
            <a:r>
              <a:rPr lang="es-ES" sz="2400" err="1"/>
              <a:t>during</a:t>
            </a:r>
            <a:r>
              <a:rPr lang="es-ES" sz="2400"/>
              <a:t> </a:t>
            </a:r>
            <a:r>
              <a:rPr lang="es-ES" sz="2400" err="1"/>
              <a:t>the</a:t>
            </a:r>
            <a:r>
              <a:rPr lang="es-ES" sz="2400"/>
              <a:t> </a:t>
            </a:r>
            <a:r>
              <a:rPr lang="es-ES" sz="2400" err="1"/>
              <a:t>failure</a:t>
            </a:r>
            <a:r>
              <a:rPr lang="es-ES" sz="2400"/>
              <a:t> </a:t>
            </a:r>
            <a:r>
              <a:rPr lang="es-ES" sz="2400" err="1"/>
              <a:t>analysis</a:t>
            </a:r>
            <a:endParaRPr lang="es-ES" sz="2400"/>
          </a:p>
          <a:p>
            <a:r>
              <a:rPr lang="en-US" sz="2400"/>
              <a:t>This form of replication is known as “time replication," as the commodity being replicated is time: The system runs more slowly, but </a:t>
            </a:r>
            <a:r>
              <a:rPr lang="es-ES" sz="2400"/>
              <a:t>more </a:t>
            </a:r>
            <a:r>
              <a:rPr lang="es-ES" sz="2400" err="1"/>
              <a:t>reliably</a:t>
            </a:r>
            <a:endParaRPr lang="en-US" sz="24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94</a:t>
            </a:fld>
            <a:endParaRPr lang="es-ES"/>
          </a:p>
        </p:txBody>
      </p:sp>
    </p:spTree>
    <p:extLst>
      <p:ext uri="{BB962C8B-B14F-4D97-AF65-F5344CB8AC3E}">
        <p14:creationId xmlns:p14="http://schemas.microsoft.com/office/powerpoint/2010/main" val="1008263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Diversification</a:t>
            </a:r>
            <a:r>
              <a:rPr lang="es-ES" sz="3600">
                <a:solidFill>
                  <a:srgbClr val="0070C0"/>
                </a:solidFill>
              </a:rPr>
              <a:t>: Hardware </a:t>
            </a:r>
            <a:r>
              <a:rPr lang="es-ES" sz="3600" err="1">
                <a:solidFill>
                  <a:srgbClr val="0070C0"/>
                </a:solidFill>
              </a:rPr>
              <a:t>Diversity</a:t>
            </a:r>
            <a:endParaRPr lang="es-ES" sz="3600">
              <a:solidFill>
                <a:srgbClr val="0070C0"/>
              </a:solidFill>
            </a:endParaRPr>
          </a:p>
        </p:txBody>
      </p:sp>
      <p:sp>
        <p:nvSpPr>
          <p:cNvPr id="3" name="2 Marcador de contenido"/>
          <p:cNvSpPr>
            <a:spLocks noGrp="1"/>
          </p:cNvSpPr>
          <p:nvPr>
            <p:ph idx="1"/>
          </p:nvPr>
        </p:nvSpPr>
        <p:spPr/>
        <p:txBody>
          <a:bodyPr>
            <a:noAutofit/>
          </a:bodyPr>
          <a:lstStyle/>
          <a:p>
            <a:r>
              <a:rPr lang="en-US" sz="2000"/>
              <a:t>It would be possible for the two subsystems to be running on different processors. The benefit of this is unclear. Certainly, it would entail more work (different board support packages, different board layouts, different compilers, etc.), and we have to consider the types of processor fault against which we are trying to guard: </a:t>
            </a:r>
            <a:r>
              <a:rPr lang="en-US" sz="2000" err="1"/>
              <a:t>Heisenbugs</a:t>
            </a:r>
            <a:r>
              <a:rPr lang="en-US" sz="2000"/>
              <a:t> or </a:t>
            </a:r>
            <a:r>
              <a:rPr lang="en-US" sz="2000" err="1"/>
              <a:t>Bohrbugs</a:t>
            </a:r>
            <a:endParaRPr lang="en-US" sz="2000"/>
          </a:p>
          <a:p>
            <a:r>
              <a:rPr lang="en-US" sz="2000" err="1"/>
              <a:t>Heisenbugs</a:t>
            </a:r>
            <a:r>
              <a:rPr lang="en-US" sz="2000"/>
              <a:t> can arise in processors: the errata for one popular processing chip contain statements from the chip manufacturer, such as:</a:t>
            </a:r>
          </a:p>
          <a:p>
            <a:pPr>
              <a:buNone/>
            </a:pPr>
            <a:r>
              <a:rPr lang="en-US" sz="2000"/>
              <a:t>	 </a:t>
            </a:r>
            <a:r>
              <a:rPr lang="en-US" sz="2000">
                <a:solidFill>
                  <a:srgbClr val="FF0000"/>
                </a:solidFill>
              </a:rPr>
              <a:t>“Under very rare circumstances, Automatic Data </a:t>
            </a:r>
            <a:r>
              <a:rPr lang="en-US" sz="2000" err="1">
                <a:solidFill>
                  <a:srgbClr val="FF0000"/>
                </a:solidFill>
              </a:rPr>
              <a:t>prefetcher</a:t>
            </a:r>
            <a:r>
              <a:rPr lang="en-US" sz="2000">
                <a:solidFill>
                  <a:srgbClr val="FF0000"/>
                </a:solidFill>
              </a:rPr>
              <a:t> can lead to deadlock or data </a:t>
            </a:r>
            <a:r>
              <a:rPr lang="es-ES" sz="2000" err="1">
                <a:solidFill>
                  <a:srgbClr val="FF0000"/>
                </a:solidFill>
              </a:rPr>
              <a:t>corruption</a:t>
            </a:r>
            <a:r>
              <a:rPr lang="es-ES" sz="2000">
                <a:solidFill>
                  <a:srgbClr val="FF0000"/>
                </a:solidFill>
              </a:rPr>
              <a:t>. No </a:t>
            </a:r>
            <a:r>
              <a:rPr lang="es-ES" sz="2000" err="1">
                <a:solidFill>
                  <a:srgbClr val="FF0000"/>
                </a:solidFill>
              </a:rPr>
              <a:t>fixed</a:t>
            </a:r>
            <a:r>
              <a:rPr lang="es-ES" sz="2000">
                <a:solidFill>
                  <a:srgbClr val="FF0000"/>
                </a:solidFill>
              </a:rPr>
              <a:t> </a:t>
            </a:r>
            <a:r>
              <a:rPr lang="es-ES" sz="2000" err="1">
                <a:solidFill>
                  <a:srgbClr val="FF0000"/>
                </a:solidFill>
              </a:rPr>
              <a:t>scheduled</a:t>
            </a:r>
            <a:r>
              <a:rPr lang="es-ES" sz="2000">
                <a:solidFill>
                  <a:srgbClr val="FF0000"/>
                </a:solidFill>
              </a:rPr>
              <a:t>”</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95</a:t>
            </a:fld>
            <a:endParaRPr lang="es-ES"/>
          </a:p>
        </p:txBody>
      </p:sp>
    </p:spTree>
    <p:extLst>
      <p:ext uri="{BB962C8B-B14F-4D97-AF65-F5344CB8AC3E}">
        <p14:creationId xmlns:p14="http://schemas.microsoft.com/office/powerpoint/2010/main" val="1008263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Diversification</a:t>
            </a:r>
            <a:r>
              <a:rPr lang="es-ES" sz="3600">
                <a:solidFill>
                  <a:srgbClr val="0070C0"/>
                </a:solidFill>
              </a:rPr>
              <a:t>: Hardware </a:t>
            </a:r>
            <a:r>
              <a:rPr lang="es-ES" sz="3600" err="1">
                <a:solidFill>
                  <a:srgbClr val="0070C0"/>
                </a:solidFill>
              </a:rPr>
              <a:t>Diversity</a:t>
            </a:r>
            <a:endParaRPr lang="es-ES" sz="3600">
              <a:solidFill>
                <a:srgbClr val="0070C0"/>
              </a:solidFill>
            </a:endParaRPr>
          </a:p>
        </p:txBody>
      </p:sp>
      <p:sp>
        <p:nvSpPr>
          <p:cNvPr id="3" name="2 Marcador de contenido"/>
          <p:cNvSpPr>
            <a:spLocks noGrp="1"/>
          </p:cNvSpPr>
          <p:nvPr>
            <p:ph idx="1"/>
          </p:nvPr>
        </p:nvSpPr>
        <p:spPr/>
        <p:txBody>
          <a:bodyPr>
            <a:noAutofit/>
          </a:bodyPr>
          <a:lstStyle/>
          <a:p>
            <a:r>
              <a:rPr lang="en-US" sz="2000"/>
              <a:t>Even without the chip errata, </a:t>
            </a:r>
            <a:r>
              <a:rPr lang="en-US" sz="2000" err="1"/>
              <a:t>Heisenbugs</a:t>
            </a:r>
            <a:r>
              <a:rPr lang="en-US" sz="2000"/>
              <a:t> can arise from electromagnetic interference, the impact of secondary particles from cosmic ray events or, for many memory chips, “</a:t>
            </a:r>
            <a:r>
              <a:rPr lang="es-ES" sz="2000" err="1"/>
              <a:t>row</a:t>
            </a:r>
            <a:r>
              <a:rPr lang="es-ES" sz="2000"/>
              <a:t> </a:t>
            </a:r>
            <a:r>
              <a:rPr lang="es-ES" sz="2000" err="1"/>
              <a:t>hammering</a:t>
            </a:r>
            <a:r>
              <a:rPr lang="es-ES" sz="2000"/>
              <a:t>”</a:t>
            </a:r>
            <a:endParaRPr lang="en-US" sz="2000"/>
          </a:p>
          <a:p>
            <a:r>
              <a:rPr lang="en-US" sz="2000"/>
              <a:t>However, we do not need diversity to protect against </a:t>
            </a:r>
            <a:r>
              <a:rPr lang="en-US" sz="2000" err="1"/>
              <a:t>Heisenbugs</a:t>
            </a:r>
            <a:r>
              <a:rPr lang="en-US" sz="2000"/>
              <a:t>, we can use replication.</a:t>
            </a:r>
          </a:p>
          <a:p>
            <a:r>
              <a:rPr lang="en-US" sz="2000"/>
              <a:t>If such a </a:t>
            </a:r>
            <a:r>
              <a:rPr lang="en-US" sz="2000" err="1"/>
              <a:t>Heisenbug</a:t>
            </a:r>
            <a:r>
              <a:rPr lang="en-US" sz="2000"/>
              <a:t> affects the operation of one processor, it is extremely unlikely to affect the other processor in the same way at the same time</a:t>
            </a:r>
          </a:p>
          <a:p>
            <a:r>
              <a:rPr lang="en-US" sz="2000"/>
              <a:t>Diversification of hardware would be effective against </a:t>
            </a:r>
            <a:r>
              <a:rPr lang="en-US" sz="2000" err="1"/>
              <a:t>Bohrbugs</a:t>
            </a:r>
            <a:r>
              <a:rPr lang="en-US" sz="2000"/>
              <a:t> in the processor. However, these are very rare. The last reported </a:t>
            </a:r>
            <a:r>
              <a:rPr lang="en-US" sz="2000" err="1"/>
              <a:t>Bohrbug</a:t>
            </a:r>
            <a:r>
              <a:rPr lang="en-US" sz="2000"/>
              <a:t> might be the 1994 division bug in the x86 Pentium processor that could </a:t>
            </a:r>
            <a:r>
              <a:rPr lang="es-ES" sz="2000" err="1"/>
              <a:t>not</a:t>
            </a:r>
            <a:r>
              <a:rPr lang="es-ES" sz="2000"/>
              <a:t> </a:t>
            </a:r>
            <a:r>
              <a:rPr lang="es-ES" sz="2000" err="1"/>
              <a:t>calculate</a:t>
            </a:r>
            <a:r>
              <a:rPr lang="es-ES" sz="2000"/>
              <a:t> 4195835/3145727</a:t>
            </a:r>
          </a:p>
          <a:p>
            <a:r>
              <a:rPr lang="en-US" sz="2000"/>
              <a:t>To accept the cost of a diverse processor design in case a chip manufacturer has introduced a </a:t>
            </a:r>
            <a:r>
              <a:rPr lang="en-US" sz="2000" err="1"/>
              <a:t>Bohrbug</a:t>
            </a:r>
            <a:r>
              <a:rPr lang="en-US" sz="2000"/>
              <a:t> may not be a </a:t>
            </a:r>
            <a:r>
              <a:rPr lang="es-ES" sz="2000" err="1"/>
              <a:t>cost-effective</a:t>
            </a:r>
            <a:r>
              <a:rPr lang="es-ES" sz="2000"/>
              <a:t> </a:t>
            </a:r>
            <a:r>
              <a:rPr lang="es-ES" sz="2000" err="1"/>
              <a:t>strategy</a:t>
            </a:r>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96</a:t>
            </a:fld>
            <a:endParaRPr lang="es-ES"/>
          </a:p>
        </p:txBody>
      </p:sp>
    </p:spTree>
    <p:extLst>
      <p:ext uri="{BB962C8B-B14F-4D97-AF65-F5344CB8AC3E}">
        <p14:creationId xmlns:p14="http://schemas.microsoft.com/office/powerpoint/2010/main" val="1008263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Software </a:t>
            </a:r>
            <a:r>
              <a:rPr lang="es-ES" sz="3600" err="1">
                <a:solidFill>
                  <a:srgbClr val="0070C0"/>
                </a:solidFill>
              </a:rPr>
              <a:t>Diversity</a:t>
            </a:r>
            <a:endParaRPr lang="es-ES" sz="3600">
              <a:solidFill>
                <a:srgbClr val="0070C0"/>
              </a:solidFill>
            </a:endParaRPr>
          </a:p>
        </p:txBody>
      </p:sp>
      <p:sp>
        <p:nvSpPr>
          <p:cNvPr id="3" name="2 Marcador de contenido"/>
          <p:cNvSpPr>
            <a:spLocks noGrp="1"/>
          </p:cNvSpPr>
          <p:nvPr>
            <p:ph idx="1"/>
          </p:nvPr>
        </p:nvSpPr>
        <p:spPr/>
        <p:txBody>
          <a:bodyPr>
            <a:noAutofit/>
          </a:bodyPr>
          <a:lstStyle/>
          <a:p>
            <a:r>
              <a:rPr lang="en-US" sz="2400"/>
              <a:t>C</a:t>
            </a:r>
            <a:r>
              <a:rPr lang="es-ES_tradnl" sz="2400" err="1"/>
              <a:t>ode-level</a:t>
            </a:r>
            <a:r>
              <a:rPr lang="es-ES_tradnl" sz="2400"/>
              <a:t> </a:t>
            </a:r>
            <a:r>
              <a:rPr lang="es-ES_tradnl" sz="2400" err="1"/>
              <a:t>Diversity</a:t>
            </a:r>
            <a:endParaRPr lang="es-ES_tradnl" sz="2400"/>
          </a:p>
          <a:p>
            <a:pPr lvl="1"/>
            <a:r>
              <a:rPr lang="es-ES" sz="2000" err="1"/>
              <a:t>the</a:t>
            </a:r>
            <a:r>
              <a:rPr lang="es-ES" sz="2000"/>
              <a:t> </a:t>
            </a:r>
            <a:r>
              <a:rPr lang="es-ES" sz="2000" err="1"/>
              <a:t>simplest</a:t>
            </a:r>
            <a:r>
              <a:rPr lang="es-ES" sz="2000"/>
              <a:t> </a:t>
            </a:r>
            <a:r>
              <a:rPr lang="es-ES" sz="2000" err="1"/>
              <a:t>is</a:t>
            </a:r>
            <a:r>
              <a:rPr lang="es-ES" sz="2000"/>
              <a:t> </a:t>
            </a:r>
            <a:r>
              <a:rPr lang="es-ES" sz="2000" err="1"/>
              <a:t>to</a:t>
            </a:r>
            <a:r>
              <a:rPr lang="es-ES" sz="2000"/>
              <a:t> </a:t>
            </a:r>
            <a:r>
              <a:rPr lang="en-US" sz="2000"/>
              <a:t>use a tool to transform one source code into an equivalent one</a:t>
            </a:r>
          </a:p>
          <a:p>
            <a:r>
              <a:rPr lang="en-US" sz="2400"/>
              <a:t>Coded Processors</a:t>
            </a:r>
          </a:p>
          <a:p>
            <a:pPr lvl="1"/>
            <a:r>
              <a:rPr lang="en-US" sz="2000"/>
              <a:t>The idea is an extension of the concept of program diversity, whereby a code is stored with each variable and is used to detect computational errors caused by incorrect compilers, hardware errors (bit flips)</a:t>
            </a:r>
          </a:p>
          <a:p>
            <a:pPr lvl="1"/>
            <a:r>
              <a:rPr lang="en-US" sz="2000"/>
              <a:t>As variables are manipulated (e.g., z = x + y or x &gt; 0), so are the appropriate codes. Software or hardware can then check the computation by checking the validity of the new codes, and incorrect task cycling</a:t>
            </a:r>
          </a:p>
          <a:p>
            <a:pPr lvl="1"/>
            <a:r>
              <a:rPr lang="es-ES" sz="2000" err="1"/>
              <a:t>This</a:t>
            </a:r>
            <a:r>
              <a:rPr lang="es-ES" sz="2000"/>
              <a:t> </a:t>
            </a:r>
            <a:r>
              <a:rPr lang="es-ES" sz="2000" err="1"/>
              <a:t>technique</a:t>
            </a:r>
            <a:r>
              <a:rPr lang="es-ES" sz="2000"/>
              <a:t> </a:t>
            </a:r>
            <a:r>
              <a:rPr lang="es-ES" sz="2000" err="1"/>
              <a:t>is</a:t>
            </a:r>
            <a:r>
              <a:rPr lang="es-ES" sz="2000"/>
              <a:t> </a:t>
            </a:r>
            <a:r>
              <a:rPr lang="es-ES" sz="2000" err="1"/>
              <a:t>used</a:t>
            </a:r>
            <a:r>
              <a:rPr lang="es-ES" sz="2000"/>
              <a:t> </a:t>
            </a:r>
            <a:r>
              <a:rPr lang="en-US" sz="2000"/>
              <a:t>in the driverless railway system in Lyon, on the Meteor line in Paris, and in the </a:t>
            </a:r>
            <a:r>
              <a:rPr lang="en-US" sz="2000" err="1"/>
              <a:t>Canarsie</a:t>
            </a:r>
            <a:r>
              <a:rPr lang="en-US" sz="2000"/>
              <a:t> subway line in New York</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97</a:t>
            </a:fld>
            <a:endParaRPr lang="es-ES"/>
          </a:p>
        </p:txBody>
      </p:sp>
    </p:spTree>
    <p:extLst>
      <p:ext uri="{BB962C8B-B14F-4D97-AF65-F5344CB8AC3E}">
        <p14:creationId xmlns:p14="http://schemas.microsoft.com/office/powerpoint/2010/main" val="1008263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N-</a:t>
            </a:r>
            <a:r>
              <a:rPr lang="es-ES" sz="3600" err="1">
                <a:solidFill>
                  <a:srgbClr val="0070C0"/>
                </a:solidFill>
              </a:rPr>
              <a:t>Version</a:t>
            </a:r>
            <a:r>
              <a:rPr lang="es-ES" sz="3600">
                <a:solidFill>
                  <a:srgbClr val="0070C0"/>
                </a:solidFill>
              </a:rPr>
              <a:t> </a:t>
            </a:r>
            <a:r>
              <a:rPr lang="es-ES" sz="3600" err="1">
                <a:solidFill>
                  <a:srgbClr val="0070C0"/>
                </a:solidFill>
              </a:rPr>
              <a:t>Programming</a:t>
            </a:r>
            <a:endParaRPr lang="es-ES" sz="3600">
              <a:solidFill>
                <a:srgbClr val="0070C0"/>
              </a:solidFill>
            </a:endParaRPr>
          </a:p>
        </p:txBody>
      </p:sp>
      <p:sp>
        <p:nvSpPr>
          <p:cNvPr id="3" name="2 Marcador de contenido"/>
          <p:cNvSpPr>
            <a:spLocks noGrp="1"/>
          </p:cNvSpPr>
          <p:nvPr>
            <p:ph idx="1"/>
          </p:nvPr>
        </p:nvSpPr>
        <p:spPr/>
        <p:txBody>
          <a:bodyPr>
            <a:noAutofit/>
          </a:bodyPr>
          <a:lstStyle/>
          <a:p>
            <a:r>
              <a:rPr lang="es-ES_tradnl" sz="2400"/>
              <a:t>Original </a:t>
            </a:r>
            <a:r>
              <a:rPr lang="es-ES_tradnl" sz="2400" err="1"/>
              <a:t>definition</a:t>
            </a:r>
            <a:r>
              <a:rPr lang="en-US" sz="2000"/>
              <a:t>:</a:t>
            </a:r>
          </a:p>
          <a:p>
            <a:endParaRPr lang="en-US" sz="2000"/>
          </a:p>
          <a:p>
            <a:pPr lvl="1"/>
            <a:r>
              <a:rPr lang="en-US" sz="1800"/>
              <a:t>N-version programming is defined as the independent generation of N &gt;=2 functionally equivalent programs from the same initial specification. The N programs possess all the necessary attributes for concurrent execution, during which comparison vectors (“c-vectors") are generated by the programs at certain points. . . .</a:t>
            </a:r>
          </a:p>
          <a:p>
            <a:pPr lvl="1"/>
            <a:r>
              <a:rPr lang="en-US" sz="1800"/>
              <a:t>“Independent generation of programs" here means that the programming efforts are carried out by N individuals or groups that do not interact with respect to the programming process. Wherever possible, different algorithms and programming languages (or translators) are </a:t>
            </a:r>
            <a:r>
              <a:rPr lang="es-ES" sz="1800" err="1"/>
              <a:t>used</a:t>
            </a:r>
            <a:r>
              <a:rPr lang="es-ES" sz="1800"/>
              <a:t> in </a:t>
            </a:r>
            <a:r>
              <a:rPr lang="es-ES" sz="1800" err="1"/>
              <a:t>each</a:t>
            </a:r>
            <a:r>
              <a:rPr lang="es-ES" sz="1800"/>
              <a:t> </a:t>
            </a:r>
            <a:r>
              <a:rPr lang="es-ES" sz="1800" err="1"/>
              <a:t>effort</a:t>
            </a:r>
            <a:endParaRPr lang="es-ES_tradnl" sz="18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98</a:t>
            </a:fld>
            <a:endParaRPr lang="es-ES"/>
          </a:p>
        </p:txBody>
      </p:sp>
    </p:spTree>
    <p:extLst>
      <p:ext uri="{BB962C8B-B14F-4D97-AF65-F5344CB8AC3E}">
        <p14:creationId xmlns:p14="http://schemas.microsoft.com/office/powerpoint/2010/main" val="1008263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N-</a:t>
            </a:r>
            <a:r>
              <a:rPr lang="es-ES" sz="3600" err="1">
                <a:solidFill>
                  <a:srgbClr val="0070C0"/>
                </a:solidFill>
              </a:rPr>
              <a:t>Version</a:t>
            </a:r>
            <a:r>
              <a:rPr lang="es-ES" sz="3600">
                <a:solidFill>
                  <a:srgbClr val="0070C0"/>
                </a:solidFill>
              </a:rPr>
              <a:t> </a:t>
            </a:r>
            <a:r>
              <a:rPr lang="es-ES" sz="3600" err="1">
                <a:solidFill>
                  <a:srgbClr val="0070C0"/>
                </a:solidFill>
              </a:rPr>
              <a:t>Programming</a:t>
            </a:r>
            <a:endParaRPr lang="es-ES" sz="3600">
              <a:solidFill>
                <a:srgbClr val="0070C0"/>
              </a:solidFill>
            </a:endParaRPr>
          </a:p>
        </p:txBody>
      </p:sp>
      <p:sp>
        <p:nvSpPr>
          <p:cNvPr id="3" name="2 Marcador de contenido"/>
          <p:cNvSpPr>
            <a:spLocks noGrp="1"/>
          </p:cNvSpPr>
          <p:nvPr>
            <p:ph idx="1"/>
          </p:nvPr>
        </p:nvSpPr>
        <p:spPr>
          <a:xfrm>
            <a:off x="1981200" y="1600201"/>
            <a:ext cx="8229600" cy="4709119"/>
          </a:xfrm>
        </p:spPr>
        <p:txBody>
          <a:bodyPr>
            <a:noAutofit/>
          </a:bodyPr>
          <a:lstStyle/>
          <a:p>
            <a:r>
              <a:rPr lang="es-ES" sz="2000" err="1"/>
              <a:t>Unfortunately</a:t>
            </a:r>
            <a:r>
              <a:rPr lang="es-ES" sz="2000"/>
              <a:t>, </a:t>
            </a:r>
            <a:r>
              <a:rPr lang="es-ES" sz="2000" err="1"/>
              <a:t>several</a:t>
            </a:r>
            <a:r>
              <a:rPr lang="es-ES" sz="2000"/>
              <a:t> </a:t>
            </a:r>
            <a:r>
              <a:rPr lang="es-ES" sz="2000" err="1"/>
              <a:t>studies</a:t>
            </a:r>
            <a:r>
              <a:rPr lang="es-ES" sz="2000"/>
              <a:t> </a:t>
            </a:r>
            <a:r>
              <a:rPr lang="en-US" sz="2000"/>
              <a:t>have found that code faults are not independent in N-Version programming</a:t>
            </a:r>
          </a:p>
          <a:p>
            <a:endParaRPr lang="en-US" sz="2400"/>
          </a:p>
          <a:p>
            <a:endParaRPr lang="en-US" sz="2400"/>
          </a:p>
          <a:p>
            <a:endParaRPr lang="en-US" sz="2400"/>
          </a:p>
          <a:p>
            <a:endParaRPr lang="en-US" sz="2400"/>
          </a:p>
          <a:p>
            <a:endParaRPr lang="en-US" sz="2400"/>
          </a:p>
          <a:p>
            <a:endParaRPr lang="en-US" sz="2400"/>
          </a:p>
          <a:p>
            <a:r>
              <a:rPr lang="en-US" sz="2000"/>
              <a:t>This is probably because many faults are introduced due to ambiguity in the specifications that are common to all N teams. Moreover most faults appear in complex code and code that is complex for one team is likely to be complex for the others</a:t>
            </a:r>
          </a:p>
          <a:p>
            <a:endParaRPr lang="en-US" sz="2400"/>
          </a:p>
          <a:p>
            <a:endParaRPr lang="en-US" sz="2400"/>
          </a:p>
          <a:p>
            <a:endParaRPr lang="en-US" sz="20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99</a:t>
            </a:fld>
            <a:endParaRPr lang="es-ES"/>
          </a:p>
        </p:txBody>
      </p:sp>
      <p:sp>
        <p:nvSpPr>
          <p:cNvPr id="5" name="4 CuadroTexto"/>
          <p:cNvSpPr txBox="1"/>
          <p:nvPr/>
        </p:nvSpPr>
        <p:spPr>
          <a:xfrm>
            <a:off x="3071665" y="2492897"/>
            <a:ext cx="6143157" cy="2031325"/>
          </a:xfrm>
          <a:prstGeom prst="rect">
            <a:avLst/>
          </a:prstGeom>
          <a:solidFill>
            <a:schemeClr val="accent6"/>
          </a:solidFill>
        </p:spPr>
        <p:txBody>
          <a:bodyPr wrap="none" rtlCol="0">
            <a:spAutoFit/>
          </a:bodyPr>
          <a:lstStyle/>
          <a:p>
            <a:pPr algn="just"/>
            <a:r>
              <a:rPr lang="en-US"/>
              <a:t>For the particular problem that was programmed for this</a:t>
            </a:r>
          </a:p>
          <a:p>
            <a:pPr algn="just"/>
            <a:r>
              <a:rPr lang="en-US"/>
              <a:t>experiment, we conclude that the assumption of independence</a:t>
            </a:r>
          </a:p>
          <a:p>
            <a:pPr algn="just"/>
            <a:r>
              <a:rPr lang="en-US"/>
              <a:t>of errors that is fundamental to some analyses of</a:t>
            </a:r>
          </a:p>
          <a:p>
            <a:pPr algn="just"/>
            <a:r>
              <a:rPr lang="en-US"/>
              <a:t>N-Version programming does not hold. Using a probabilistic</a:t>
            </a:r>
          </a:p>
          <a:p>
            <a:pPr algn="just"/>
            <a:r>
              <a:rPr lang="en-US"/>
              <a:t>model based on independence, our results indicate</a:t>
            </a:r>
          </a:p>
          <a:p>
            <a:pPr algn="just"/>
            <a:r>
              <a:rPr lang="en-US"/>
              <a:t>that the model has to be rejected at the 99% confidence</a:t>
            </a:r>
          </a:p>
          <a:p>
            <a:pPr algn="just"/>
            <a:r>
              <a:rPr lang="es-ES" err="1"/>
              <a:t>level</a:t>
            </a:r>
            <a:endParaRPr lang="es-ES"/>
          </a:p>
        </p:txBody>
      </p:sp>
    </p:spTree>
    <p:extLst>
      <p:ext uri="{BB962C8B-B14F-4D97-AF65-F5344CB8AC3E}">
        <p14:creationId xmlns:p14="http://schemas.microsoft.com/office/powerpoint/2010/main" val="1008263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Data </a:t>
            </a:r>
            <a:r>
              <a:rPr lang="es-ES" sz="3600" err="1">
                <a:solidFill>
                  <a:srgbClr val="0070C0"/>
                </a:solidFill>
              </a:rPr>
              <a:t>Diversity</a:t>
            </a:r>
            <a:endParaRPr lang="es-ES" sz="3600">
              <a:solidFill>
                <a:srgbClr val="0070C0"/>
              </a:solidFill>
            </a:endParaRPr>
          </a:p>
        </p:txBody>
      </p:sp>
      <p:sp>
        <p:nvSpPr>
          <p:cNvPr id="3" name="2 Marcador de contenido"/>
          <p:cNvSpPr>
            <a:spLocks noGrp="1"/>
          </p:cNvSpPr>
          <p:nvPr>
            <p:ph idx="1"/>
          </p:nvPr>
        </p:nvSpPr>
        <p:spPr/>
        <p:txBody>
          <a:bodyPr>
            <a:noAutofit/>
          </a:bodyPr>
          <a:lstStyle/>
          <a:p>
            <a:r>
              <a:rPr lang="en-US" sz="2000"/>
              <a:t>Of all the forms of diversity, data diversity is perhaps the most useful, </a:t>
            </a:r>
            <a:r>
              <a:rPr lang="es-ES" sz="2000"/>
              <a:t>and </a:t>
            </a:r>
            <a:r>
              <a:rPr lang="es-ES" sz="2000" err="1"/>
              <a:t>least</a:t>
            </a:r>
            <a:r>
              <a:rPr lang="es-ES" sz="2000"/>
              <a:t> controversial</a:t>
            </a:r>
          </a:p>
          <a:p>
            <a:r>
              <a:rPr lang="en-US" sz="2000"/>
              <a:t>The idea is to store the same information using two or more different data representations.</a:t>
            </a:r>
          </a:p>
          <a:p>
            <a:pPr lvl="1"/>
            <a:r>
              <a:rPr lang="en-US" sz="1600"/>
              <a:t>In an algorithm for calculating the braking of a train, for example, the same information might be held as data in both the time and frequency domains</a:t>
            </a:r>
          </a:p>
          <a:p>
            <a:r>
              <a:rPr lang="en-US" sz="2000"/>
              <a:t>This provides a defense against both </a:t>
            </a:r>
            <a:r>
              <a:rPr lang="en-US" sz="2000" err="1"/>
              <a:t>Bohrbugs</a:t>
            </a:r>
            <a:r>
              <a:rPr lang="en-US" sz="2000"/>
              <a:t> and </a:t>
            </a:r>
            <a:r>
              <a:rPr lang="en-US" sz="2000" err="1"/>
              <a:t>Heisenbugs</a:t>
            </a:r>
            <a:r>
              <a:rPr lang="en-US" sz="2000"/>
              <a:t> in programs</a:t>
            </a:r>
          </a:p>
          <a:p>
            <a:r>
              <a:rPr lang="en-US" sz="2000"/>
              <a:t>A program may, for example, include a </a:t>
            </a:r>
            <a:r>
              <a:rPr lang="en-US" sz="2000" err="1"/>
              <a:t>Bohrbug</a:t>
            </a:r>
            <a:r>
              <a:rPr lang="en-US" sz="2000"/>
              <a:t> that triggers whenever integer overflow occurs</a:t>
            </a:r>
          </a:p>
          <a:p>
            <a:r>
              <a:rPr lang="es-ES" sz="2000" err="1"/>
              <a:t>Such</a:t>
            </a:r>
            <a:r>
              <a:rPr lang="es-ES" sz="2000"/>
              <a:t> </a:t>
            </a:r>
            <a:r>
              <a:rPr lang="en-US" sz="2000"/>
              <a:t>overflow might occur while processing the time series, but not when processing the frequency spectrum information.</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100</a:t>
            </a:fld>
            <a:endParaRPr lang="es-ES"/>
          </a:p>
        </p:txBody>
      </p:sp>
    </p:spTree>
    <p:extLst>
      <p:ext uri="{BB962C8B-B14F-4D97-AF65-F5344CB8AC3E}">
        <p14:creationId xmlns:p14="http://schemas.microsoft.com/office/powerpoint/2010/main" val="1008263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Active </a:t>
            </a:r>
            <a:r>
              <a:rPr lang="es-ES" sz="3600" err="1">
                <a:solidFill>
                  <a:srgbClr val="0070C0"/>
                </a:solidFill>
              </a:rPr>
              <a:t>Replication</a:t>
            </a:r>
            <a:endParaRPr lang="es-ES" sz="3600">
              <a:solidFill>
                <a:srgbClr val="0070C0"/>
              </a:solidFill>
            </a:endParaRPr>
          </a:p>
        </p:txBody>
      </p:sp>
      <p:sp>
        <p:nvSpPr>
          <p:cNvPr id="3" name="2 Marcador de contenido"/>
          <p:cNvSpPr>
            <a:spLocks noGrp="1"/>
          </p:cNvSpPr>
          <p:nvPr>
            <p:ph idx="1"/>
          </p:nvPr>
        </p:nvSpPr>
        <p:spPr/>
        <p:txBody>
          <a:bodyPr>
            <a:noAutofit/>
          </a:bodyPr>
          <a:lstStyle/>
          <a:p>
            <a:r>
              <a:rPr lang="en-US" sz="2400"/>
              <a:t>Active replication, also called group synchrony, is a form of replication (or diversification) that can be very powerful in certain architectures:</a:t>
            </a:r>
          </a:p>
          <a:p>
            <a:pPr lvl="1"/>
            <a:r>
              <a:rPr lang="en-US" sz="2000"/>
              <a:t>Servers join groups and, when they join, they are provided with an up-to-date copy of the server group's state. Each server may, or may not, be aware of the other members of the group, but each client</a:t>
            </a:r>
            <a:r>
              <a:rPr lang="en-US" sz="300"/>
              <a:t> </a:t>
            </a:r>
            <a:r>
              <a:rPr lang="en-US" sz="2000"/>
              <a:t>making use of the service communicates with the group and believes that it is interfacing with a single server</a:t>
            </a:r>
          </a:p>
          <a:p>
            <a:pPr lvl="1"/>
            <a:r>
              <a:rPr lang="en-US" sz="2000"/>
              <a:t>As client messages arrive and group membership changes (servers joining or leaving), notification of these events is fed to all servers in the group in the same order.</a:t>
            </a:r>
          </a:p>
          <a:p>
            <a:pPr lvl="1"/>
            <a:r>
              <a:rPr lang="en-US" sz="2000"/>
              <a:t>So, </a:t>
            </a:r>
            <a:r>
              <a:rPr lang="en-US" sz="2000">
                <a:solidFill>
                  <a:srgbClr val="FF0000"/>
                </a:solidFill>
              </a:rPr>
              <a:t>if one member of the group sees that server X has left the group and then sees client Y's request, then all members of the group will see those two events in that order</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101</a:t>
            </a:fld>
            <a:endParaRPr lang="es-ES"/>
          </a:p>
        </p:txBody>
      </p:sp>
    </p:spTree>
    <p:extLst>
      <p:ext uri="{BB962C8B-B14F-4D97-AF65-F5344CB8AC3E}">
        <p14:creationId xmlns:p14="http://schemas.microsoft.com/office/powerpoint/2010/main" val="10082638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Active </a:t>
            </a:r>
            <a:r>
              <a:rPr lang="es-ES" sz="3600" err="1">
                <a:solidFill>
                  <a:srgbClr val="0070C0"/>
                </a:solidFill>
              </a:rPr>
              <a:t>Replication</a:t>
            </a:r>
            <a:endParaRPr lang="es-ES" sz="3600">
              <a:solidFill>
                <a:srgbClr val="0070C0"/>
              </a:solidFill>
            </a:endParaRPr>
          </a:p>
        </p:txBody>
      </p:sp>
      <p:sp>
        <p:nvSpPr>
          <p:cNvPr id="3" name="2 Marcador de contenido"/>
          <p:cNvSpPr>
            <a:spLocks noGrp="1"/>
          </p:cNvSpPr>
          <p:nvPr>
            <p:ph idx="1"/>
          </p:nvPr>
        </p:nvSpPr>
        <p:spPr>
          <a:xfrm>
            <a:off x="1981200" y="1556793"/>
            <a:ext cx="8229600" cy="4525963"/>
          </a:xfrm>
        </p:spPr>
        <p:txBody>
          <a:bodyPr>
            <a:noAutofit/>
          </a:bodyPr>
          <a:lstStyle/>
          <a:p>
            <a:r>
              <a:rPr lang="en-US" sz="2000"/>
              <a:t>The underlying idea is that, if the servers all start in the same state (and the updating of a new group member's state is also part of the protocol) and if each server has received the same messages in exactly the same order, then all the servers must eventually arrive at the same state </a:t>
            </a:r>
          </a:p>
          <a:p>
            <a:r>
              <a:rPr lang="en-US" sz="2000"/>
              <a:t>This is </a:t>
            </a:r>
            <a:r>
              <a:rPr lang="en-US" sz="2000">
                <a:solidFill>
                  <a:srgbClr val="FF0000"/>
                </a:solidFill>
              </a:rPr>
              <a:t>virtual synchrony</a:t>
            </a:r>
            <a:r>
              <a:rPr lang="en-US" sz="2000"/>
              <a:t>, </a:t>
            </a:r>
            <a:r>
              <a:rPr lang="en-US" sz="2000">
                <a:solidFill>
                  <a:srgbClr val="FF0000"/>
                </a:solidFill>
              </a:rPr>
              <a:t>not locked-step </a:t>
            </a:r>
            <a:r>
              <a:rPr lang="en-US" sz="2000"/>
              <a:t>operation</a:t>
            </a:r>
          </a:p>
          <a:p>
            <a:r>
              <a:rPr lang="en-US" sz="2000"/>
              <a:t>For some systems, the requirement for common arrival order of all events at each server in the group can be relaxed and different types of </a:t>
            </a:r>
            <a:r>
              <a:rPr lang="es-ES" sz="2000" err="1"/>
              <a:t>guaranteed</a:t>
            </a:r>
            <a:r>
              <a:rPr lang="es-ES" sz="2000"/>
              <a:t> can be </a:t>
            </a:r>
            <a:r>
              <a:rPr lang="es-ES" sz="2000" err="1"/>
              <a:t>provided</a:t>
            </a:r>
            <a:r>
              <a:rPr lang="es-ES" sz="2000"/>
              <a:t>:</a:t>
            </a:r>
          </a:p>
          <a:p>
            <a:pPr lvl="1"/>
            <a:r>
              <a:rPr lang="es-ES_tradnl" sz="1600" err="1">
                <a:solidFill>
                  <a:schemeClr val="accent1"/>
                </a:solidFill>
              </a:rPr>
              <a:t>Sender</a:t>
            </a:r>
            <a:r>
              <a:rPr lang="es-ES_tradnl" sz="1600">
                <a:solidFill>
                  <a:schemeClr val="accent1"/>
                </a:solidFill>
              </a:rPr>
              <a:t> </a:t>
            </a:r>
            <a:r>
              <a:rPr lang="es-ES_tradnl" sz="1600" err="1">
                <a:solidFill>
                  <a:schemeClr val="accent1"/>
                </a:solidFill>
              </a:rPr>
              <a:t>order</a:t>
            </a:r>
            <a:r>
              <a:rPr lang="es-ES_tradnl" sz="1600">
                <a:solidFill>
                  <a:schemeClr val="accent1"/>
                </a:solidFill>
              </a:rPr>
              <a:t>:</a:t>
            </a:r>
            <a:r>
              <a:rPr lang="es-ES_tradnl" sz="1600"/>
              <a:t> </a:t>
            </a:r>
            <a:r>
              <a:rPr lang="en-US" sz="1600"/>
              <a:t>All messages from each client are  delivered to each group member in the order they were sent. There is no guarantee that messages from two different clients will be delivered in the same </a:t>
            </a:r>
            <a:r>
              <a:rPr lang="es-ES" sz="1600" err="1"/>
              <a:t>order</a:t>
            </a:r>
            <a:r>
              <a:rPr lang="es-ES" sz="1600"/>
              <a:t> to </a:t>
            </a:r>
            <a:r>
              <a:rPr lang="es-ES" sz="1600" err="1"/>
              <a:t>the</a:t>
            </a:r>
            <a:r>
              <a:rPr lang="es-ES" sz="1600"/>
              <a:t> </a:t>
            </a:r>
            <a:r>
              <a:rPr lang="es-ES" sz="1600" err="1"/>
              <a:t>group</a:t>
            </a:r>
            <a:r>
              <a:rPr lang="es-ES" sz="1600"/>
              <a:t> </a:t>
            </a:r>
            <a:r>
              <a:rPr lang="es-ES" sz="1600" err="1"/>
              <a:t>members</a:t>
            </a:r>
            <a:endParaRPr lang="es-ES_tradnl" sz="1600"/>
          </a:p>
          <a:p>
            <a:pPr lvl="1"/>
            <a:r>
              <a:rPr lang="es-ES_tradnl" sz="1600">
                <a:solidFill>
                  <a:schemeClr val="accent1"/>
                </a:solidFill>
              </a:rPr>
              <a:t>Causal </a:t>
            </a:r>
            <a:r>
              <a:rPr lang="es-ES_tradnl" sz="1600" err="1">
                <a:solidFill>
                  <a:schemeClr val="accent1"/>
                </a:solidFill>
              </a:rPr>
              <a:t>order</a:t>
            </a:r>
            <a:r>
              <a:rPr lang="es-ES_tradnl" sz="1600"/>
              <a:t>: </a:t>
            </a:r>
            <a:r>
              <a:rPr lang="en-US" sz="1600"/>
              <a:t>If a message s1 causes a program to send message s2 (i.e., s1 causes s2), then s1 will be delivered before s2 to all group members</a:t>
            </a:r>
            <a:endParaRPr lang="es-ES_tradnl" sz="1600"/>
          </a:p>
          <a:p>
            <a:pPr lvl="1"/>
            <a:r>
              <a:rPr lang="es-ES_tradnl" sz="1600">
                <a:solidFill>
                  <a:schemeClr val="accent1"/>
                </a:solidFill>
              </a:rPr>
              <a:t>Total </a:t>
            </a:r>
            <a:r>
              <a:rPr lang="es-ES_tradnl" sz="1600" err="1">
                <a:solidFill>
                  <a:schemeClr val="accent1"/>
                </a:solidFill>
              </a:rPr>
              <a:t>or</a:t>
            </a:r>
            <a:r>
              <a:rPr lang="es-ES_tradnl" sz="1600">
                <a:solidFill>
                  <a:schemeClr val="accent1"/>
                </a:solidFill>
              </a:rPr>
              <a:t> </a:t>
            </a:r>
            <a:r>
              <a:rPr lang="es-ES_tradnl" sz="1600" err="1">
                <a:solidFill>
                  <a:schemeClr val="accent1"/>
                </a:solidFill>
              </a:rPr>
              <a:t>agreed</a:t>
            </a:r>
            <a:r>
              <a:rPr lang="es-ES_tradnl" sz="1600">
                <a:solidFill>
                  <a:schemeClr val="accent1"/>
                </a:solidFill>
              </a:rPr>
              <a:t> </a:t>
            </a:r>
            <a:r>
              <a:rPr lang="es-ES_tradnl" sz="1600" err="1">
                <a:solidFill>
                  <a:schemeClr val="accent1"/>
                </a:solidFill>
              </a:rPr>
              <a:t>order</a:t>
            </a:r>
            <a:r>
              <a:rPr lang="es-ES_tradnl" sz="1600"/>
              <a:t>: </a:t>
            </a:r>
            <a:r>
              <a:rPr lang="en-US" sz="1600"/>
              <a:t>If any group member receives s1 before s2, then all group members </a:t>
            </a:r>
            <a:r>
              <a:rPr lang="es-ES" sz="1600" err="1"/>
              <a:t>will</a:t>
            </a:r>
            <a:r>
              <a:rPr lang="es-ES" sz="1600"/>
              <a:t>.</a:t>
            </a:r>
            <a:endParaRPr lang="en-US" sz="1600"/>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102</a:t>
            </a:fld>
            <a:endParaRPr lang="es-ES"/>
          </a:p>
        </p:txBody>
      </p:sp>
    </p:spTree>
    <p:extLst>
      <p:ext uri="{BB962C8B-B14F-4D97-AF65-F5344CB8AC3E}">
        <p14:creationId xmlns:p14="http://schemas.microsoft.com/office/powerpoint/2010/main" val="1008263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solidFill>
                  <a:srgbClr val="0070C0"/>
                </a:solidFill>
              </a:rPr>
              <a:t>Active </a:t>
            </a:r>
            <a:r>
              <a:rPr lang="es-ES" err="1">
                <a:solidFill>
                  <a:srgbClr val="0070C0"/>
                </a:solidFill>
              </a:rPr>
              <a:t>Replication</a:t>
            </a:r>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103</a:t>
            </a:fld>
            <a:endParaRPr lang="es-ES"/>
          </a:p>
        </p:txBody>
      </p:sp>
      <p:pic>
        <p:nvPicPr>
          <p:cNvPr id="1026" name="Picture 2"/>
          <p:cNvPicPr>
            <a:picLocks noChangeAspect="1" noChangeArrowheads="1"/>
          </p:cNvPicPr>
          <p:nvPr/>
        </p:nvPicPr>
        <p:blipFill>
          <a:blip r:embed="rId2" cstate="print"/>
          <a:srcRect/>
          <a:stretch>
            <a:fillRect/>
          </a:stretch>
        </p:blipFill>
        <p:spPr bwMode="auto">
          <a:xfrm>
            <a:off x="2711625" y="1628801"/>
            <a:ext cx="6848475" cy="4638675"/>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Active </a:t>
            </a:r>
            <a:r>
              <a:rPr lang="es-ES" sz="3600" err="1">
                <a:solidFill>
                  <a:srgbClr val="0070C0"/>
                </a:solidFill>
              </a:rPr>
              <a:t>Replication</a:t>
            </a:r>
            <a:endParaRPr lang="es-ES" sz="3600">
              <a:solidFill>
                <a:srgbClr val="0070C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104</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n-US" sz="2400"/>
              <a:t>The communication mechanism between the clients </a:t>
            </a:r>
            <a:r>
              <a:rPr lang="es-ES" sz="2400"/>
              <a:t>and </a:t>
            </a:r>
            <a:r>
              <a:rPr lang="es-ES" sz="2400" err="1"/>
              <a:t>the</a:t>
            </a:r>
            <a:r>
              <a:rPr lang="es-ES" sz="2400"/>
              <a:t> servers in </a:t>
            </a:r>
            <a:r>
              <a:rPr lang="es-ES" sz="2400" err="1"/>
              <a:t>the</a:t>
            </a:r>
            <a:r>
              <a:rPr lang="es-ES" sz="2400"/>
              <a:t> figure </a:t>
            </a:r>
            <a:r>
              <a:rPr lang="es-ES" sz="2400" err="1"/>
              <a:t>is</a:t>
            </a:r>
            <a:r>
              <a:rPr lang="es-ES" sz="2400"/>
              <a:t> </a:t>
            </a:r>
            <a:r>
              <a:rPr lang="es-ES" sz="2400" err="1"/>
              <a:t>indicated</a:t>
            </a:r>
            <a:r>
              <a:rPr lang="es-ES" sz="2400"/>
              <a:t> </a:t>
            </a:r>
            <a:r>
              <a:rPr lang="es-ES" sz="2400" err="1"/>
              <a:t>by</a:t>
            </a:r>
            <a:r>
              <a:rPr lang="es-ES" sz="2400"/>
              <a:t> a </a:t>
            </a:r>
            <a:r>
              <a:rPr lang="es-ES" sz="2400" err="1"/>
              <a:t>cloud</a:t>
            </a:r>
            <a:r>
              <a:rPr lang="es-ES" sz="2400"/>
              <a:t>.</a:t>
            </a:r>
          </a:p>
          <a:p>
            <a:r>
              <a:rPr lang="es-ES" sz="2400"/>
              <a:t>In </a:t>
            </a:r>
            <a:r>
              <a:rPr lang="es-ES" sz="2400" err="1"/>
              <a:t>principle</a:t>
            </a:r>
            <a:r>
              <a:rPr lang="es-ES" sz="2400"/>
              <a:t>, </a:t>
            </a:r>
            <a:r>
              <a:rPr lang="es-ES" sz="2400" err="1"/>
              <a:t>this</a:t>
            </a:r>
            <a:r>
              <a:rPr lang="es-ES" sz="2400"/>
              <a:t> can </a:t>
            </a:r>
            <a:r>
              <a:rPr lang="es-ES" sz="2400" err="1"/>
              <a:t>be</a:t>
            </a:r>
            <a:r>
              <a:rPr lang="es-ES" sz="2400"/>
              <a:t> </a:t>
            </a:r>
            <a:r>
              <a:rPr lang="es-ES" sz="2400" err="1"/>
              <a:t>any</a:t>
            </a:r>
            <a:r>
              <a:rPr lang="es-ES" sz="2400"/>
              <a:t> </a:t>
            </a:r>
            <a:r>
              <a:rPr lang="es-ES" sz="2400" err="1"/>
              <a:t>medium</a:t>
            </a:r>
            <a:r>
              <a:rPr lang="es-ES" sz="2400"/>
              <a:t> </a:t>
            </a:r>
            <a:r>
              <a:rPr lang="es-ES" sz="2400" err="1"/>
              <a:t>supporting</a:t>
            </a:r>
            <a:r>
              <a:rPr lang="es-ES" sz="2400"/>
              <a:t> </a:t>
            </a:r>
            <a:r>
              <a:rPr lang="es-ES" sz="2400" err="1"/>
              <a:t>messages</a:t>
            </a:r>
            <a:r>
              <a:rPr lang="es-ES" sz="2400"/>
              <a:t> (WAN, LAN a </a:t>
            </a:r>
            <a:r>
              <a:rPr lang="es-ES" sz="2400" err="1"/>
              <a:t>backplane</a:t>
            </a:r>
            <a:r>
              <a:rPr lang="es-ES" sz="2400"/>
              <a:t> in a rack,…)</a:t>
            </a:r>
          </a:p>
          <a:p>
            <a:pPr lvl="1"/>
            <a:r>
              <a:rPr lang="en-US" sz="2000">
                <a:solidFill>
                  <a:srgbClr val="FF0000"/>
                </a:solidFill>
              </a:rPr>
              <a:t>The closer the connection, the better </a:t>
            </a:r>
            <a:r>
              <a:rPr lang="es-ES" sz="2000">
                <a:solidFill>
                  <a:srgbClr val="FF0000"/>
                </a:solidFill>
              </a:rPr>
              <a:t>active </a:t>
            </a:r>
            <a:r>
              <a:rPr lang="es-ES" sz="2000" err="1">
                <a:solidFill>
                  <a:srgbClr val="FF0000"/>
                </a:solidFill>
              </a:rPr>
              <a:t>replication</a:t>
            </a:r>
            <a:r>
              <a:rPr lang="es-ES" sz="2000">
                <a:solidFill>
                  <a:srgbClr val="FF0000"/>
                </a:solidFill>
              </a:rPr>
              <a:t> </a:t>
            </a:r>
            <a:r>
              <a:rPr lang="es-ES" sz="2000" err="1">
                <a:solidFill>
                  <a:srgbClr val="FF0000"/>
                </a:solidFill>
              </a:rPr>
              <a:t>works</a:t>
            </a:r>
            <a:endParaRPr lang="en-US" sz="4400">
              <a:solidFill>
                <a:srgbClr val="FF0000"/>
              </a:solidFill>
            </a:endParaRPr>
          </a:p>
          <a:p>
            <a:r>
              <a:rPr lang="en-US" sz="2400"/>
              <a:t>There are several technical solutions and implementations of this approach in the form of </a:t>
            </a:r>
            <a:r>
              <a:rPr lang="en-US" sz="2400">
                <a:solidFill>
                  <a:srgbClr val="FF0000"/>
                </a:solidFill>
              </a:rPr>
              <a:t>middleware</a:t>
            </a:r>
            <a:r>
              <a:rPr lang="en-US" sz="2400"/>
              <a:t> of </a:t>
            </a:r>
            <a:r>
              <a:rPr lang="en-US" sz="2400">
                <a:solidFill>
                  <a:srgbClr val="FF0000"/>
                </a:solidFill>
              </a:rPr>
              <a:t>virtualization platforms </a:t>
            </a:r>
          </a:p>
          <a:p>
            <a:r>
              <a:rPr lang="en-US" sz="2400">
                <a:solidFill>
                  <a:srgbClr val="FF0000"/>
                </a:solidFill>
              </a:rPr>
              <a:t>Active replication is complex, and we deal with it in a separate presentation </a:t>
            </a:r>
          </a:p>
        </p:txBody>
      </p:sp>
    </p:spTree>
    <p:extLst>
      <p:ext uri="{BB962C8B-B14F-4D97-AF65-F5344CB8AC3E}">
        <p14:creationId xmlns:p14="http://schemas.microsoft.com/office/powerpoint/2010/main" val="10082638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3B7B7-9D82-4C0F-B694-42F32E7FAFD1}"/>
              </a:ext>
            </a:extLst>
          </p:cNvPr>
          <p:cNvSpPr>
            <a:spLocks noGrp="1"/>
          </p:cNvSpPr>
          <p:nvPr>
            <p:ph type="title"/>
          </p:nvPr>
        </p:nvSpPr>
        <p:spPr/>
        <p:txBody>
          <a:bodyPr>
            <a:normAutofit fontScale="90000"/>
          </a:bodyPr>
          <a:lstStyle/>
          <a:p>
            <a:br>
              <a:rPr lang="en-US" sz="4000">
                <a:solidFill>
                  <a:srgbClr val="0070C0"/>
                </a:solidFill>
              </a:rPr>
            </a:br>
            <a:r>
              <a:rPr lang="en-US" sz="4000">
                <a:solidFill>
                  <a:srgbClr val="0070C0"/>
                </a:solidFill>
              </a:rPr>
              <a:t>But, What do we replicate?</a:t>
            </a:r>
            <a:br>
              <a:rPr lang="en-US" sz="4000">
                <a:solidFill>
                  <a:srgbClr val="0070C0"/>
                </a:solidFill>
              </a:rPr>
            </a:br>
            <a:r>
              <a:rPr lang="en-US" sz="4000">
                <a:solidFill>
                  <a:srgbClr val="0070C0"/>
                </a:solidFill>
              </a:rPr>
              <a:t>Single big service performs poorly… why?</a:t>
            </a:r>
            <a:br>
              <a:rPr lang="en-US"/>
            </a:br>
            <a:endParaRPr lang="en-US"/>
          </a:p>
        </p:txBody>
      </p:sp>
      <p:sp>
        <p:nvSpPr>
          <p:cNvPr id="3" name="Content Placeholder 2">
            <a:extLst>
              <a:ext uri="{FF2B5EF4-FFF2-40B4-BE49-F238E27FC236}">
                <a16:creationId xmlns:a16="http://schemas.microsoft.com/office/drawing/2014/main" id="{66DDC32F-D2A2-48AC-BF02-8871D6547A20}"/>
              </a:ext>
            </a:extLst>
          </p:cNvPr>
          <p:cNvSpPr>
            <a:spLocks noGrp="1"/>
          </p:cNvSpPr>
          <p:nvPr>
            <p:ph idx="1"/>
          </p:nvPr>
        </p:nvSpPr>
        <p:spPr/>
        <p:txBody>
          <a:bodyPr>
            <a:normAutofit fontScale="92500" lnSpcReduction="20000"/>
          </a:bodyPr>
          <a:lstStyle/>
          <a:p>
            <a:r>
              <a:rPr lang="en-US"/>
              <a:t>Until 2005 “one server” was able to scale and keep up, like for Amazon’s shopping cart.  A 2005 server often ran on a small cluster with, perhaps, 2-16 machines in the cluster.</a:t>
            </a:r>
          </a:p>
          <a:p>
            <a:endParaRPr lang="en-US"/>
          </a:p>
          <a:p>
            <a:r>
              <a:rPr lang="en-US"/>
              <a:t>This worked well.</a:t>
            </a:r>
          </a:p>
          <a:p>
            <a:endParaRPr lang="en-US"/>
          </a:p>
          <a:p>
            <a:r>
              <a:rPr lang="en-US"/>
              <a:t>But suddenly, as the cloud grew, this form of scaling broke.  Companies threw unlimited money at the issue but critical services like databases still became hopelessly overloaded and crashed or fell far behind.</a:t>
            </a:r>
          </a:p>
        </p:txBody>
      </p:sp>
      <p:sp>
        <p:nvSpPr>
          <p:cNvPr id="5" name="Slide Number Placeholder 4">
            <a:extLst>
              <a:ext uri="{FF2B5EF4-FFF2-40B4-BE49-F238E27FC236}">
                <a16:creationId xmlns:a16="http://schemas.microsoft.com/office/drawing/2014/main" id="{EC6BD642-EAD1-4D16-9E8D-755B10C4A255}"/>
              </a:ext>
            </a:extLst>
          </p:cNvPr>
          <p:cNvSpPr>
            <a:spLocks noGrp="1"/>
          </p:cNvSpPr>
          <p:nvPr>
            <p:ph type="sldNum" sz="quarter" idx="12"/>
          </p:nvPr>
        </p:nvSpPr>
        <p:spPr/>
        <p:txBody>
          <a:bodyPr/>
          <a:lstStyle/>
          <a:p>
            <a:fld id="{3C974458-8A97-4835-BF79-1FB6D7856C21}" type="slidenum">
              <a:rPr lang="en-US" smtClean="0"/>
              <a:t>105</a:t>
            </a:fld>
            <a:endParaRPr lang="en-US"/>
          </a:p>
        </p:txBody>
      </p:sp>
      <p:sp>
        <p:nvSpPr>
          <p:cNvPr id="6" name="CuadroTexto 5">
            <a:extLst>
              <a:ext uri="{FF2B5EF4-FFF2-40B4-BE49-F238E27FC236}">
                <a16:creationId xmlns:a16="http://schemas.microsoft.com/office/drawing/2014/main" id="{2FECEF96-FCB6-8145-867B-8F5436F27949}"/>
              </a:ext>
            </a:extLst>
          </p:cNvPr>
          <p:cNvSpPr txBox="1"/>
          <p:nvPr/>
        </p:nvSpPr>
        <p:spPr>
          <a:xfrm>
            <a:off x="7567448" y="6259811"/>
            <a:ext cx="3100552" cy="461665"/>
          </a:xfrm>
          <a:prstGeom prst="rect">
            <a:avLst/>
          </a:prstGeom>
          <a:noFill/>
        </p:spPr>
        <p:txBody>
          <a:bodyPr wrap="square" rtlCol="0">
            <a:spAutoFit/>
          </a:bodyPr>
          <a:lstStyle/>
          <a:p>
            <a:r>
              <a:rPr lang="es-ES" sz="1200" err="1">
                <a:solidFill>
                  <a:srgbClr val="0070C0"/>
                </a:solidFill>
              </a:rPr>
              <a:t>Partially</a:t>
            </a:r>
            <a:r>
              <a:rPr lang="es-ES" sz="1200">
                <a:solidFill>
                  <a:srgbClr val="0070C0"/>
                </a:solidFill>
              </a:rPr>
              <a:t> </a:t>
            </a:r>
            <a:r>
              <a:rPr lang="es-ES" sz="1200" err="1">
                <a:solidFill>
                  <a:srgbClr val="0070C0"/>
                </a:solidFill>
              </a:rPr>
              <a:t>based</a:t>
            </a:r>
            <a:r>
              <a:rPr lang="es-ES" sz="1200">
                <a:solidFill>
                  <a:srgbClr val="0070C0"/>
                </a:solidFill>
              </a:rPr>
              <a:t> </a:t>
            </a:r>
            <a:r>
              <a:rPr lang="es-ES" sz="1200" err="1">
                <a:solidFill>
                  <a:srgbClr val="0070C0"/>
                </a:solidFill>
              </a:rPr>
              <a:t>on</a:t>
            </a:r>
            <a:r>
              <a:rPr lang="es-ES" sz="1200">
                <a:solidFill>
                  <a:srgbClr val="0070C0"/>
                </a:solidFill>
              </a:rPr>
              <a:t> </a:t>
            </a:r>
            <a:r>
              <a:rPr lang="es-ES" sz="1200" err="1">
                <a:solidFill>
                  <a:srgbClr val="0070C0"/>
                </a:solidFill>
              </a:rPr>
              <a:t>matrial</a:t>
            </a:r>
            <a:r>
              <a:rPr lang="es-ES" sz="1200">
                <a:solidFill>
                  <a:srgbClr val="0070C0"/>
                </a:solidFill>
              </a:rPr>
              <a:t> </a:t>
            </a:r>
            <a:r>
              <a:rPr lang="es-ES" sz="1200" err="1">
                <a:solidFill>
                  <a:srgbClr val="0070C0"/>
                </a:solidFill>
              </a:rPr>
              <a:t>from</a:t>
            </a:r>
            <a:r>
              <a:rPr lang="es-ES" sz="1200">
                <a:solidFill>
                  <a:srgbClr val="0070C0"/>
                </a:solidFill>
              </a:rPr>
              <a:t> Ken </a:t>
            </a:r>
            <a:r>
              <a:rPr lang="es-ES" sz="1200" err="1">
                <a:solidFill>
                  <a:srgbClr val="0070C0"/>
                </a:solidFill>
              </a:rPr>
              <a:t>Birman</a:t>
            </a:r>
            <a:r>
              <a:rPr lang="es-ES" sz="1200">
                <a:solidFill>
                  <a:srgbClr val="0070C0"/>
                </a:solidFill>
              </a:rPr>
              <a:t> – </a:t>
            </a:r>
            <a:r>
              <a:rPr lang="es-ES" sz="1200" err="1">
                <a:solidFill>
                  <a:srgbClr val="0070C0"/>
                </a:solidFill>
              </a:rPr>
              <a:t>University</a:t>
            </a:r>
            <a:r>
              <a:rPr lang="es-ES" sz="1200">
                <a:solidFill>
                  <a:srgbClr val="0070C0"/>
                </a:solidFill>
              </a:rPr>
              <a:t> of </a:t>
            </a:r>
            <a:r>
              <a:rPr lang="es-ES" sz="1200" err="1">
                <a:solidFill>
                  <a:srgbClr val="0070C0"/>
                </a:solidFill>
              </a:rPr>
              <a:t>Cornell</a:t>
            </a:r>
            <a:endParaRPr lang="es-ES" sz="1200">
              <a:solidFill>
                <a:srgbClr val="0070C0"/>
              </a:solidFill>
            </a:endParaRPr>
          </a:p>
        </p:txBody>
      </p:sp>
    </p:spTree>
    <p:extLst>
      <p:ext uri="{BB962C8B-B14F-4D97-AF65-F5344CB8AC3E}">
        <p14:creationId xmlns:p14="http://schemas.microsoft.com/office/powerpoint/2010/main" val="39775206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C1B1E-B95B-44F2-9A9E-4F5B6FAA9FFF}"/>
              </a:ext>
            </a:extLst>
          </p:cNvPr>
          <p:cNvSpPr>
            <a:spLocks noGrp="1"/>
          </p:cNvSpPr>
          <p:nvPr>
            <p:ph type="title"/>
          </p:nvPr>
        </p:nvSpPr>
        <p:spPr/>
        <p:txBody>
          <a:bodyPr>
            <a:normAutofit/>
          </a:bodyPr>
          <a:lstStyle/>
          <a:p>
            <a:r>
              <a:rPr lang="en-US" sz="3600">
                <a:solidFill>
                  <a:srgbClr val="0070C0"/>
                </a:solidFill>
              </a:rPr>
              <a:t>Jim Gray’s Famous Paper</a:t>
            </a:r>
          </a:p>
        </p:txBody>
      </p:sp>
      <p:sp>
        <p:nvSpPr>
          <p:cNvPr id="3" name="Content Placeholder 2">
            <a:extLst>
              <a:ext uri="{FF2B5EF4-FFF2-40B4-BE49-F238E27FC236}">
                <a16:creationId xmlns:a16="http://schemas.microsoft.com/office/drawing/2014/main" id="{D4294589-5E77-4410-8E6A-2B010650AEB2}"/>
              </a:ext>
            </a:extLst>
          </p:cNvPr>
          <p:cNvSpPr>
            <a:spLocks noGrp="1"/>
          </p:cNvSpPr>
          <p:nvPr>
            <p:ph idx="1"/>
          </p:nvPr>
        </p:nvSpPr>
        <p:spPr>
          <a:xfrm>
            <a:off x="1981200" y="1600201"/>
            <a:ext cx="7783286" cy="4525963"/>
          </a:xfrm>
        </p:spPr>
        <p:txBody>
          <a:bodyPr>
            <a:normAutofit/>
          </a:bodyPr>
          <a:lstStyle/>
          <a:p>
            <a:r>
              <a:rPr lang="en-US" sz="2600" dirty="0"/>
              <a:t>At Microsoft, Jim Gray anticipated this as early as 1996.</a:t>
            </a:r>
          </a:p>
          <a:p>
            <a:pPr marL="0" indent="0">
              <a:buNone/>
            </a:pPr>
            <a:endParaRPr lang="en-US" sz="2600" dirty="0"/>
          </a:p>
          <a:p>
            <a:endParaRPr lang="en-US" dirty="0"/>
          </a:p>
          <a:p>
            <a:endParaRPr lang="en-US" dirty="0"/>
          </a:p>
          <a:p>
            <a:pPr marL="0" indent="0">
              <a:buNone/>
            </a:pPr>
            <a:endParaRPr lang="en-US" sz="2400" dirty="0"/>
          </a:p>
          <a:p>
            <a:pPr marL="0" indent="0">
              <a:buNone/>
            </a:pPr>
            <a:r>
              <a:rPr lang="en-US" sz="2400" dirty="0"/>
              <a:t>Basic message: divide and conquer is really the </a:t>
            </a:r>
            <a:r>
              <a:rPr lang="en-US" sz="2400" i="1" dirty="0"/>
              <a:t>only </a:t>
            </a:r>
            <a:r>
              <a:rPr lang="en-US" sz="2400" dirty="0"/>
              <a:t>option.</a:t>
            </a:r>
          </a:p>
        </p:txBody>
      </p:sp>
      <p:sp>
        <p:nvSpPr>
          <p:cNvPr id="5" name="Slide Number Placeholder 4">
            <a:extLst>
              <a:ext uri="{FF2B5EF4-FFF2-40B4-BE49-F238E27FC236}">
                <a16:creationId xmlns:a16="http://schemas.microsoft.com/office/drawing/2014/main" id="{E415F76E-2B8E-433F-A8AF-737B9A58255D}"/>
              </a:ext>
            </a:extLst>
          </p:cNvPr>
          <p:cNvSpPr>
            <a:spLocks noGrp="1"/>
          </p:cNvSpPr>
          <p:nvPr>
            <p:ph type="sldNum" sz="quarter" idx="12"/>
          </p:nvPr>
        </p:nvSpPr>
        <p:spPr/>
        <p:txBody>
          <a:bodyPr/>
          <a:lstStyle/>
          <a:p>
            <a:fld id="{3C974458-8A97-4835-BF79-1FB6D7856C21}" type="slidenum">
              <a:rPr lang="en-US" smtClean="0"/>
              <a:t>106</a:t>
            </a:fld>
            <a:endParaRPr lang="en-US"/>
          </a:p>
        </p:txBody>
      </p:sp>
      <p:sp>
        <p:nvSpPr>
          <p:cNvPr id="6" name="TextBox 5">
            <a:extLst>
              <a:ext uri="{FF2B5EF4-FFF2-40B4-BE49-F238E27FC236}">
                <a16:creationId xmlns:a16="http://schemas.microsoft.com/office/drawing/2014/main" id="{014CAF7E-9DC1-4300-81C8-F0CBE4A0676C}"/>
              </a:ext>
            </a:extLst>
          </p:cNvPr>
          <p:cNvSpPr txBox="1"/>
          <p:nvPr/>
        </p:nvSpPr>
        <p:spPr>
          <a:xfrm>
            <a:off x="2221320" y="2885846"/>
            <a:ext cx="7543166" cy="923330"/>
          </a:xfrm>
          <a:prstGeom prst="rect">
            <a:avLst/>
          </a:prstGeom>
          <a:noFill/>
          <a:ln>
            <a:solidFill>
              <a:schemeClr val="accent1"/>
            </a:solidFill>
          </a:ln>
        </p:spPr>
        <p:txBody>
          <a:bodyPr wrap="square" rtlCol="0">
            <a:spAutoFit/>
          </a:bodyPr>
          <a:lstStyle/>
          <a:p>
            <a:r>
              <a:rPr lang="en-US" b="1"/>
              <a:t>The dangers of replication and a solution</a:t>
            </a:r>
            <a:r>
              <a:rPr lang="en-US"/>
              <a:t>. Jim Gray, Pat </a:t>
            </a:r>
            <a:r>
              <a:rPr lang="en-US" err="1"/>
              <a:t>Helland</a:t>
            </a:r>
            <a:r>
              <a:rPr lang="en-US"/>
              <a:t>, Patrick O'Neil, and Dennis </a:t>
            </a:r>
            <a:r>
              <a:rPr lang="en-US" err="1"/>
              <a:t>Shasha</a:t>
            </a:r>
            <a:r>
              <a:rPr lang="en-US"/>
              <a:t>. 1996. In Proceedings of the 1996 ACM SIGMOD Conference.  pp 173-182. DOI=http://dx.doi.org/10.1145/233269.233330</a:t>
            </a:r>
          </a:p>
        </p:txBody>
      </p:sp>
      <p:sp>
        <p:nvSpPr>
          <p:cNvPr id="9" name="CuadroTexto 8">
            <a:extLst>
              <a:ext uri="{FF2B5EF4-FFF2-40B4-BE49-F238E27FC236}">
                <a16:creationId xmlns:a16="http://schemas.microsoft.com/office/drawing/2014/main" id="{165CF18C-F97A-C24C-BC41-21B15BC687D0}"/>
              </a:ext>
            </a:extLst>
          </p:cNvPr>
          <p:cNvSpPr txBox="1"/>
          <p:nvPr/>
        </p:nvSpPr>
        <p:spPr>
          <a:xfrm>
            <a:off x="7567448" y="6259811"/>
            <a:ext cx="3100552" cy="461665"/>
          </a:xfrm>
          <a:prstGeom prst="rect">
            <a:avLst/>
          </a:prstGeom>
          <a:noFill/>
        </p:spPr>
        <p:txBody>
          <a:bodyPr wrap="square" rtlCol="0">
            <a:spAutoFit/>
          </a:bodyPr>
          <a:lstStyle/>
          <a:p>
            <a:r>
              <a:rPr lang="es-ES" sz="1200" err="1">
                <a:solidFill>
                  <a:srgbClr val="0070C0"/>
                </a:solidFill>
              </a:rPr>
              <a:t>Partially</a:t>
            </a:r>
            <a:r>
              <a:rPr lang="es-ES" sz="1200">
                <a:solidFill>
                  <a:srgbClr val="0070C0"/>
                </a:solidFill>
              </a:rPr>
              <a:t> </a:t>
            </a:r>
            <a:r>
              <a:rPr lang="es-ES" sz="1200" err="1">
                <a:solidFill>
                  <a:srgbClr val="0070C0"/>
                </a:solidFill>
              </a:rPr>
              <a:t>based</a:t>
            </a:r>
            <a:r>
              <a:rPr lang="es-ES" sz="1200">
                <a:solidFill>
                  <a:srgbClr val="0070C0"/>
                </a:solidFill>
              </a:rPr>
              <a:t> </a:t>
            </a:r>
            <a:r>
              <a:rPr lang="es-ES" sz="1200" err="1">
                <a:solidFill>
                  <a:srgbClr val="0070C0"/>
                </a:solidFill>
              </a:rPr>
              <a:t>on</a:t>
            </a:r>
            <a:r>
              <a:rPr lang="es-ES" sz="1200">
                <a:solidFill>
                  <a:srgbClr val="0070C0"/>
                </a:solidFill>
              </a:rPr>
              <a:t> </a:t>
            </a:r>
            <a:r>
              <a:rPr lang="es-ES" sz="1200" err="1">
                <a:solidFill>
                  <a:srgbClr val="0070C0"/>
                </a:solidFill>
              </a:rPr>
              <a:t>matrial</a:t>
            </a:r>
            <a:r>
              <a:rPr lang="es-ES" sz="1200">
                <a:solidFill>
                  <a:srgbClr val="0070C0"/>
                </a:solidFill>
              </a:rPr>
              <a:t> </a:t>
            </a:r>
            <a:r>
              <a:rPr lang="es-ES" sz="1200" err="1">
                <a:solidFill>
                  <a:srgbClr val="0070C0"/>
                </a:solidFill>
              </a:rPr>
              <a:t>from</a:t>
            </a:r>
            <a:r>
              <a:rPr lang="es-ES" sz="1200">
                <a:solidFill>
                  <a:srgbClr val="0070C0"/>
                </a:solidFill>
              </a:rPr>
              <a:t> Ken </a:t>
            </a:r>
            <a:r>
              <a:rPr lang="es-ES" sz="1200" err="1">
                <a:solidFill>
                  <a:srgbClr val="0070C0"/>
                </a:solidFill>
              </a:rPr>
              <a:t>Birman</a:t>
            </a:r>
            <a:r>
              <a:rPr lang="es-ES" sz="1200">
                <a:solidFill>
                  <a:srgbClr val="0070C0"/>
                </a:solidFill>
              </a:rPr>
              <a:t> – </a:t>
            </a:r>
            <a:r>
              <a:rPr lang="es-ES" sz="1200" err="1">
                <a:solidFill>
                  <a:srgbClr val="0070C0"/>
                </a:solidFill>
              </a:rPr>
              <a:t>University</a:t>
            </a:r>
            <a:r>
              <a:rPr lang="es-ES" sz="1200">
                <a:solidFill>
                  <a:srgbClr val="0070C0"/>
                </a:solidFill>
              </a:rPr>
              <a:t> of </a:t>
            </a:r>
            <a:r>
              <a:rPr lang="es-ES" sz="1200" err="1">
                <a:solidFill>
                  <a:srgbClr val="0070C0"/>
                </a:solidFill>
              </a:rPr>
              <a:t>Cornell</a:t>
            </a:r>
            <a:endParaRPr lang="es-ES" sz="1200">
              <a:solidFill>
                <a:srgbClr val="0070C0"/>
              </a:solidFill>
            </a:endParaRPr>
          </a:p>
        </p:txBody>
      </p:sp>
    </p:spTree>
    <p:extLst>
      <p:ext uri="{BB962C8B-B14F-4D97-AF65-F5344CB8AC3E}">
        <p14:creationId xmlns:p14="http://schemas.microsoft.com/office/powerpoint/2010/main" val="37206576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0EFF3-8932-40D7-8F4A-CBF67F340D52}"/>
              </a:ext>
            </a:extLst>
          </p:cNvPr>
          <p:cNvSpPr>
            <a:spLocks noGrp="1"/>
          </p:cNvSpPr>
          <p:nvPr>
            <p:ph type="title"/>
          </p:nvPr>
        </p:nvSpPr>
        <p:spPr/>
        <p:txBody>
          <a:bodyPr>
            <a:normAutofit/>
          </a:bodyPr>
          <a:lstStyle/>
          <a:p>
            <a:r>
              <a:rPr lang="en-US" sz="3600">
                <a:solidFill>
                  <a:srgbClr val="0070C0"/>
                </a:solidFill>
              </a:rPr>
              <a:t>How their paper approached it</a:t>
            </a:r>
          </a:p>
        </p:txBody>
      </p:sp>
      <p:sp>
        <p:nvSpPr>
          <p:cNvPr id="3" name="Content Placeholder 2">
            <a:extLst>
              <a:ext uri="{FF2B5EF4-FFF2-40B4-BE49-F238E27FC236}">
                <a16:creationId xmlns:a16="http://schemas.microsoft.com/office/drawing/2014/main" id="{B3252C12-E7C0-421C-99CB-EB799A566E8C}"/>
              </a:ext>
            </a:extLst>
          </p:cNvPr>
          <p:cNvSpPr>
            <a:spLocks noGrp="1"/>
          </p:cNvSpPr>
          <p:nvPr>
            <p:ph idx="1"/>
          </p:nvPr>
        </p:nvSpPr>
        <p:spPr/>
        <p:txBody>
          <a:bodyPr>
            <a:normAutofit/>
          </a:bodyPr>
          <a:lstStyle/>
          <a:p>
            <a:r>
              <a:rPr lang="en-US" sz="2400"/>
              <a:t>The paper uses a “chalkboard analysis” to think about scaling for a system that behaves like a database.</a:t>
            </a:r>
          </a:p>
          <a:p>
            <a:endParaRPr lang="en-US" sz="2400"/>
          </a:p>
          <a:p>
            <a:pPr lvl="2"/>
            <a:r>
              <a:rPr lang="en-US" sz="2200"/>
              <a:t>It could be an actual database like SQL Server or Oracle</a:t>
            </a:r>
          </a:p>
          <a:p>
            <a:pPr lvl="2"/>
            <a:r>
              <a:rPr lang="en-US" sz="2200"/>
              <a:t>But their “model” also covered any other storage layer where you want strong guarantees of data consistency.</a:t>
            </a:r>
          </a:p>
          <a:p>
            <a:pPr lvl="2"/>
            <a:r>
              <a:rPr lang="en-US" sz="2200"/>
              <a:t>Mostly they talk about a single replicated storage instance, but look at structured versions too.</a:t>
            </a:r>
          </a:p>
        </p:txBody>
      </p:sp>
      <p:sp>
        <p:nvSpPr>
          <p:cNvPr id="5" name="Slide Number Placeholder 4">
            <a:extLst>
              <a:ext uri="{FF2B5EF4-FFF2-40B4-BE49-F238E27FC236}">
                <a16:creationId xmlns:a16="http://schemas.microsoft.com/office/drawing/2014/main" id="{434E6408-A9B4-49B2-9540-2C552A8ECA48}"/>
              </a:ext>
            </a:extLst>
          </p:cNvPr>
          <p:cNvSpPr>
            <a:spLocks noGrp="1"/>
          </p:cNvSpPr>
          <p:nvPr>
            <p:ph type="sldNum" sz="quarter" idx="12"/>
          </p:nvPr>
        </p:nvSpPr>
        <p:spPr/>
        <p:txBody>
          <a:bodyPr/>
          <a:lstStyle/>
          <a:p>
            <a:fld id="{3C974458-8A97-4835-BF79-1FB6D7856C21}" type="slidenum">
              <a:rPr lang="en-US" smtClean="0"/>
              <a:t>107</a:t>
            </a:fld>
            <a:endParaRPr lang="en-US"/>
          </a:p>
        </p:txBody>
      </p:sp>
      <p:sp>
        <p:nvSpPr>
          <p:cNvPr id="6" name="CuadroTexto 5">
            <a:extLst>
              <a:ext uri="{FF2B5EF4-FFF2-40B4-BE49-F238E27FC236}">
                <a16:creationId xmlns:a16="http://schemas.microsoft.com/office/drawing/2014/main" id="{4D862332-F55B-9742-8D34-938C7473D8DB}"/>
              </a:ext>
            </a:extLst>
          </p:cNvPr>
          <p:cNvSpPr txBox="1"/>
          <p:nvPr/>
        </p:nvSpPr>
        <p:spPr>
          <a:xfrm>
            <a:off x="7567448" y="6259811"/>
            <a:ext cx="3100552" cy="461665"/>
          </a:xfrm>
          <a:prstGeom prst="rect">
            <a:avLst/>
          </a:prstGeom>
          <a:noFill/>
        </p:spPr>
        <p:txBody>
          <a:bodyPr wrap="square" rtlCol="0">
            <a:spAutoFit/>
          </a:bodyPr>
          <a:lstStyle/>
          <a:p>
            <a:r>
              <a:rPr lang="es-ES" sz="1200" err="1">
                <a:solidFill>
                  <a:srgbClr val="0070C0"/>
                </a:solidFill>
              </a:rPr>
              <a:t>Partially</a:t>
            </a:r>
            <a:r>
              <a:rPr lang="es-ES" sz="1200">
                <a:solidFill>
                  <a:srgbClr val="0070C0"/>
                </a:solidFill>
              </a:rPr>
              <a:t> </a:t>
            </a:r>
            <a:r>
              <a:rPr lang="es-ES" sz="1200" err="1">
                <a:solidFill>
                  <a:srgbClr val="0070C0"/>
                </a:solidFill>
              </a:rPr>
              <a:t>based</a:t>
            </a:r>
            <a:r>
              <a:rPr lang="es-ES" sz="1200">
                <a:solidFill>
                  <a:srgbClr val="0070C0"/>
                </a:solidFill>
              </a:rPr>
              <a:t> </a:t>
            </a:r>
            <a:r>
              <a:rPr lang="es-ES" sz="1200" err="1">
                <a:solidFill>
                  <a:srgbClr val="0070C0"/>
                </a:solidFill>
              </a:rPr>
              <a:t>on</a:t>
            </a:r>
            <a:r>
              <a:rPr lang="es-ES" sz="1200">
                <a:solidFill>
                  <a:srgbClr val="0070C0"/>
                </a:solidFill>
              </a:rPr>
              <a:t> </a:t>
            </a:r>
            <a:r>
              <a:rPr lang="es-ES" sz="1200" err="1">
                <a:solidFill>
                  <a:srgbClr val="0070C0"/>
                </a:solidFill>
              </a:rPr>
              <a:t>matrial</a:t>
            </a:r>
            <a:r>
              <a:rPr lang="es-ES" sz="1200">
                <a:solidFill>
                  <a:srgbClr val="0070C0"/>
                </a:solidFill>
              </a:rPr>
              <a:t> </a:t>
            </a:r>
            <a:r>
              <a:rPr lang="es-ES" sz="1200" err="1">
                <a:solidFill>
                  <a:srgbClr val="0070C0"/>
                </a:solidFill>
              </a:rPr>
              <a:t>from</a:t>
            </a:r>
            <a:r>
              <a:rPr lang="es-ES" sz="1200">
                <a:solidFill>
                  <a:srgbClr val="0070C0"/>
                </a:solidFill>
              </a:rPr>
              <a:t> Ken </a:t>
            </a:r>
            <a:r>
              <a:rPr lang="es-ES" sz="1200" err="1">
                <a:solidFill>
                  <a:srgbClr val="0070C0"/>
                </a:solidFill>
              </a:rPr>
              <a:t>Birman</a:t>
            </a:r>
            <a:r>
              <a:rPr lang="es-ES" sz="1200">
                <a:solidFill>
                  <a:srgbClr val="0070C0"/>
                </a:solidFill>
              </a:rPr>
              <a:t> – </a:t>
            </a:r>
            <a:r>
              <a:rPr lang="es-ES" sz="1200" err="1">
                <a:solidFill>
                  <a:srgbClr val="0070C0"/>
                </a:solidFill>
              </a:rPr>
              <a:t>University</a:t>
            </a:r>
            <a:r>
              <a:rPr lang="es-ES" sz="1200">
                <a:solidFill>
                  <a:srgbClr val="0070C0"/>
                </a:solidFill>
              </a:rPr>
              <a:t> of </a:t>
            </a:r>
            <a:r>
              <a:rPr lang="es-ES" sz="1200" err="1">
                <a:solidFill>
                  <a:srgbClr val="0070C0"/>
                </a:solidFill>
              </a:rPr>
              <a:t>Cornell</a:t>
            </a:r>
            <a:endParaRPr lang="es-ES" sz="1200">
              <a:solidFill>
                <a:srgbClr val="0070C0"/>
              </a:solidFill>
            </a:endParaRPr>
          </a:p>
        </p:txBody>
      </p:sp>
    </p:spTree>
    <p:extLst>
      <p:ext uri="{BB962C8B-B14F-4D97-AF65-F5344CB8AC3E}">
        <p14:creationId xmlns:p14="http://schemas.microsoft.com/office/powerpoint/2010/main" val="12105292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3F44-DFB8-4A07-8486-5DDEBB7787BF}"/>
              </a:ext>
            </a:extLst>
          </p:cNvPr>
          <p:cNvSpPr>
            <a:spLocks noGrp="1"/>
          </p:cNvSpPr>
          <p:nvPr>
            <p:ph type="title"/>
          </p:nvPr>
        </p:nvSpPr>
        <p:spPr/>
        <p:txBody>
          <a:bodyPr>
            <a:normAutofit/>
          </a:bodyPr>
          <a:lstStyle/>
          <a:p>
            <a:r>
              <a:rPr lang="en-US" sz="3600">
                <a:solidFill>
                  <a:srgbClr val="0070C0"/>
                </a:solidFill>
              </a:rPr>
              <a:t>The core issue</a:t>
            </a:r>
          </a:p>
        </p:txBody>
      </p:sp>
      <p:sp>
        <p:nvSpPr>
          <p:cNvPr id="3" name="Content Placeholder 2">
            <a:extLst>
              <a:ext uri="{FF2B5EF4-FFF2-40B4-BE49-F238E27FC236}">
                <a16:creationId xmlns:a16="http://schemas.microsoft.com/office/drawing/2014/main" id="{4D9D40EA-4BCB-4F7E-BFE1-498CB53AFF4B}"/>
              </a:ext>
            </a:extLst>
          </p:cNvPr>
          <p:cNvSpPr>
            <a:spLocks noGrp="1"/>
          </p:cNvSpPr>
          <p:nvPr>
            <p:ph idx="1"/>
          </p:nvPr>
        </p:nvSpPr>
        <p:spPr/>
        <p:txBody>
          <a:bodyPr>
            <a:normAutofit fontScale="92500" lnSpcReduction="10000"/>
          </a:bodyPr>
          <a:lstStyle/>
          <a:p>
            <a:r>
              <a:rPr lang="en-US"/>
              <a:t>The paper assumes that your goal is some form of lock-based consistency, which they model as database serializability or “state machine replication”, as in our case</a:t>
            </a:r>
          </a:p>
          <a:p>
            <a:endParaRPr lang="en-US"/>
          </a:p>
          <a:p>
            <a:r>
              <a:rPr lang="en-US"/>
              <a:t>So, applications will be using read locks, and write locks, and because we want to accommodate more and more load by adding more servers, the work spreads over the pool of servers.</a:t>
            </a:r>
          </a:p>
          <a:p>
            <a:endParaRPr lang="en-US"/>
          </a:p>
          <a:p>
            <a:r>
              <a:rPr lang="en-US"/>
              <a:t>This is a very common way to think about servers of all kinds.</a:t>
            </a:r>
          </a:p>
        </p:txBody>
      </p:sp>
      <p:sp>
        <p:nvSpPr>
          <p:cNvPr id="5" name="Slide Number Placeholder 4">
            <a:extLst>
              <a:ext uri="{FF2B5EF4-FFF2-40B4-BE49-F238E27FC236}">
                <a16:creationId xmlns:a16="http://schemas.microsoft.com/office/drawing/2014/main" id="{AA3D73E9-5779-4CDD-8311-BBE3FD96F781}"/>
              </a:ext>
            </a:extLst>
          </p:cNvPr>
          <p:cNvSpPr>
            <a:spLocks noGrp="1"/>
          </p:cNvSpPr>
          <p:nvPr>
            <p:ph type="sldNum" sz="quarter" idx="12"/>
          </p:nvPr>
        </p:nvSpPr>
        <p:spPr/>
        <p:txBody>
          <a:bodyPr/>
          <a:lstStyle/>
          <a:p>
            <a:fld id="{3C974458-8A97-4835-BF79-1FB6D7856C21}" type="slidenum">
              <a:rPr lang="en-US" smtClean="0"/>
              <a:t>108</a:t>
            </a:fld>
            <a:endParaRPr lang="en-US"/>
          </a:p>
        </p:txBody>
      </p:sp>
      <p:sp>
        <p:nvSpPr>
          <p:cNvPr id="6" name="Marcador de pie de página 5">
            <a:extLst>
              <a:ext uri="{FF2B5EF4-FFF2-40B4-BE49-F238E27FC236}">
                <a16:creationId xmlns:a16="http://schemas.microsoft.com/office/drawing/2014/main" id="{648CF35E-5C2B-DD4D-9725-3883872C25CF}"/>
              </a:ext>
            </a:extLst>
          </p:cNvPr>
          <p:cNvSpPr txBox="1">
            <a:spLocks noGrp="1"/>
          </p:cNvSpPr>
          <p:nvPr>
            <p:ph type="ftr" sz="quarter" idx="11"/>
          </p:nvPr>
        </p:nvSpPr>
        <p:spPr>
          <a:xfrm>
            <a:off x="9245600" y="6308081"/>
            <a:ext cx="3860800" cy="461665"/>
          </a:xfrm>
          <a:prstGeom prst="rect">
            <a:avLst/>
          </a:prstGeom>
          <a:noFill/>
        </p:spPr>
        <p:txBody>
          <a:bodyPr wrap="square" rtlCol="0">
            <a:spAutoFit/>
          </a:bodyPr>
          <a:lstStyle/>
          <a:p>
            <a:r>
              <a:rPr lang="es-ES" err="1">
                <a:solidFill>
                  <a:srgbClr val="0070C0"/>
                </a:solidFill>
              </a:rPr>
              <a:t>Partially</a:t>
            </a:r>
            <a:r>
              <a:rPr lang="es-ES">
                <a:solidFill>
                  <a:srgbClr val="0070C0"/>
                </a:solidFill>
              </a:rPr>
              <a:t> </a:t>
            </a:r>
            <a:r>
              <a:rPr lang="es-ES" err="1">
                <a:solidFill>
                  <a:srgbClr val="0070C0"/>
                </a:solidFill>
              </a:rPr>
              <a:t>based</a:t>
            </a:r>
            <a:r>
              <a:rPr lang="es-ES">
                <a:solidFill>
                  <a:srgbClr val="0070C0"/>
                </a:solidFill>
              </a:rPr>
              <a:t> </a:t>
            </a:r>
            <a:r>
              <a:rPr lang="es-ES" err="1">
                <a:solidFill>
                  <a:srgbClr val="0070C0"/>
                </a:solidFill>
              </a:rPr>
              <a:t>on</a:t>
            </a:r>
            <a:r>
              <a:rPr lang="es-ES">
                <a:solidFill>
                  <a:srgbClr val="0070C0"/>
                </a:solidFill>
              </a:rPr>
              <a:t> </a:t>
            </a:r>
            <a:r>
              <a:rPr lang="es-ES" err="1">
                <a:solidFill>
                  <a:srgbClr val="0070C0"/>
                </a:solidFill>
              </a:rPr>
              <a:t>matrial</a:t>
            </a:r>
            <a:r>
              <a:rPr lang="es-ES">
                <a:solidFill>
                  <a:srgbClr val="0070C0"/>
                </a:solidFill>
              </a:rPr>
              <a:t> </a:t>
            </a:r>
            <a:r>
              <a:rPr lang="es-ES" err="1">
                <a:solidFill>
                  <a:srgbClr val="0070C0"/>
                </a:solidFill>
              </a:rPr>
              <a:t>from</a:t>
            </a:r>
            <a:r>
              <a:rPr lang="es-ES">
                <a:solidFill>
                  <a:srgbClr val="0070C0"/>
                </a:solidFill>
              </a:rPr>
              <a:t> Ken </a:t>
            </a:r>
            <a:r>
              <a:rPr lang="es-ES" err="1">
                <a:solidFill>
                  <a:srgbClr val="0070C0"/>
                </a:solidFill>
              </a:rPr>
              <a:t>Birman</a:t>
            </a:r>
            <a:r>
              <a:rPr lang="es-ES">
                <a:solidFill>
                  <a:srgbClr val="0070C0"/>
                </a:solidFill>
              </a:rPr>
              <a:t> – </a:t>
            </a:r>
            <a:r>
              <a:rPr lang="es-ES" err="1">
                <a:solidFill>
                  <a:srgbClr val="0070C0"/>
                </a:solidFill>
              </a:rPr>
              <a:t>University</a:t>
            </a:r>
            <a:r>
              <a:rPr lang="es-ES">
                <a:solidFill>
                  <a:srgbClr val="0070C0"/>
                </a:solidFill>
              </a:rPr>
              <a:t> of </a:t>
            </a:r>
            <a:r>
              <a:rPr lang="es-ES" err="1">
                <a:solidFill>
                  <a:srgbClr val="0070C0"/>
                </a:solidFill>
              </a:rPr>
              <a:t>Cornell</a:t>
            </a:r>
            <a:endParaRPr lang="es-ES">
              <a:solidFill>
                <a:srgbClr val="0070C0"/>
              </a:solidFill>
            </a:endParaRPr>
          </a:p>
        </p:txBody>
      </p:sp>
    </p:spTree>
    <p:extLst>
      <p:ext uri="{BB962C8B-B14F-4D97-AF65-F5344CB8AC3E}">
        <p14:creationId xmlns:p14="http://schemas.microsoft.com/office/powerpoint/2010/main" val="74284780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21D22-8EED-4479-BAD6-01F3E75E997F}"/>
              </a:ext>
            </a:extLst>
          </p:cNvPr>
          <p:cNvSpPr>
            <a:spLocks noGrp="1"/>
          </p:cNvSpPr>
          <p:nvPr>
            <p:ph type="title"/>
          </p:nvPr>
        </p:nvSpPr>
        <p:spPr/>
        <p:txBody>
          <a:bodyPr>
            <a:normAutofit/>
          </a:bodyPr>
          <a:lstStyle/>
          <a:p>
            <a:r>
              <a:rPr lang="en-US" sz="3600">
                <a:solidFill>
                  <a:srgbClr val="0070C0"/>
                </a:solidFill>
              </a:rPr>
              <a:t>Their setup, as a picture</a:t>
            </a:r>
          </a:p>
        </p:txBody>
      </p:sp>
      <p:sp>
        <p:nvSpPr>
          <p:cNvPr id="5" name="Slide Number Placeholder 4">
            <a:extLst>
              <a:ext uri="{FF2B5EF4-FFF2-40B4-BE49-F238E27FC236}">
                <a16:creationId xmlns:a16="http://schemas.microsoft.com/office/drawing/2014/main" id="{BED8E422-A2D7-4492-AE6B-CA920A4FAD70}"/>
              </a:ext>
            </a:extLst>
          </p:cNvPr>
          <p:cNvSpPr>
            <a:spLocks noGrp="1"/>
          </p:cNvSpPr>
          <p:nvPr>
            <p:ph type="sldNum" sz="quarter" idx="12"/>
          </p:nvPr>
        </p:nvSpPr>
        <p:spPr/>
        <p:txBody>
          <a:bodyPr/>
          <a:lstStyle/>
          <a:p>
            <a:fld id="{3C974458-8A97-4835-BF79-1FB6D7856C21}" type="slidenum">
              <a:rPr lang="en-US" smtClean="0"/>
              <a:t>109</a:t>
            </a:fld>
            <a:endParaRPr lang="en-US"/>
          </a:p>
        </p:txBody>
      </p:sp>
      <p:sp>
        <p:nvSpPr>
          <p:cNvPr id="6" name="Flowchart: Magnetic Disk 5">
            <a:extLst>
              <a:ext uri="{FF2B5EF4-FFF2-40B4-BE49-F238E27FC236}">
                <a16:creationId xmlns:a16="http://schemas.microsoft.com/office/drawing/2014/main" id="{B9899F2C-1537-4A28-A8F0-BF51A818A795}"/>
              </a:ext>
            </a:extLst>
          </p:cNvPr>
          <p:cNvSpPr/>
          <p:nvPr/>
        </p:nvSpPr>
        <p:spPr>
          <a:xfrm>
            <a:off x="3587364" y="3429001"/>
            <a:ext cx="4573988" cy="1455089"/>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b="1"/>
              <a:t>The database</a:t>
            </a:r>
          </a:p>
        </p:txBody>
      </p:sp>
      <p:sp>
        <p:nvSpPr>
          <p:cNvPr id="7" name="Freeform: Shape 6">
            <a:extLst>
              <a:ext uri="{FF2B5EF4-FFF2-40B4-BE49-F238E27FC236}">
                <a16:creationId xmlns:a16="http://schemas.microsoft.com/office/drawing/2014/main" id="{80C87B67-EDFF-4399-AB42-B987A3FC7A59}"/>
              </a:ext>
            </a:extLst>
          </p:cNvPr>
          <p:cNvSpPr/>
          <p:nvPr/>
        </p:nvSpPr>
        <p:spPr>
          <a:xfrm>
            <a:off x="2919444" y="23242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reeform: Shape 7">
            <a:extLst>
              <a:ext uri="{FF2B5EF4-FFF2-40B4-BE49-F238E27FC236}">
                <a16:creationId xmlns:a16="http://schemas.microsoft.com/office/drawing/2014/main" id="{D44F33E9-D44F-44E7-B016-A1DF9AB0B690}"/>
              </a:ext>
            </a:extLst>
          </p:cNvPr>
          <p:cNvSpPr/>
          <p:nvPr/>
        </p:nvSpPr>
        <p:spPr>
          <a:xfrm>
            <a:off x="344341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Freeform: Shape 8">
            <a:extLst>
              <a:ext uri="{FF2B5EF4-FFF2-40B4-BE49-F238E27FC236}">
                <a16:creationId xmlns:a16="http://schemas.microsoft.com/office/drawing/2014/main" id="{88869B3D-C20E-47D4-BAD1-F52F73C61CBD}"/>
              </a:ext>
            </a:extLst>
          </p:cNvPr>
          <p:cNvSpPr/>
          <p:nvPr/>
        </p:nvSpPr>
        <p:spPr>
          <a:xfrm>
            <a:off x="3895413" y="24536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Shape 9">
            <a:extLst>
              <a:ext uri="{FF2B5EF4-FFF2-40B4-BE49-F238E27FC236}">
                <a16:creationId xmlns:a16="http://schemas.microsoft.com/office/drawing/2014/main" id="{FCB3B6E1-5B74-4582-8AD0-AA79489A5445}"/>
              </a:ext>
            </a:extLst>
          </p:cNvPr>
          <p:cNvSpPr/>
          <p:nvPr/>
        </p:nvSpPr>
        <p:spPr>
          <a:xfrm>
            <a:off x="435295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Freeform: Shape 10">
            <a:extLst>
              <a:ext uri="{FF2B5EF4-FFF2-40B4-BE49-F238E27FC236}">
                <a16:creationId xmlns:a16="http://schemas.microsoft.com/office/drawing/2014/main" id="{6464A13C-C125-49B6-BE01-219F2E1B860F}"/>
              </a:ext>
            </a:extLst>
          </p:cNvPr>
          <p:cNvSpPr/>
          <p:nvPr/>
        </p:nvSpPr>
        <p:spPr>
          <a:xfrm>
            <a:off x="4745311" y="23078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Freeform: Shape 11">
            <a:extLst>
              <a:ext uri="{FF2B5EF4-FFF2-40B4-BE49-F238E27FC236}">
                <a16:creationId xmlns:a16="http://schemas.microsoft.com/office/drawing/2014/main" id="{59CB1C10-4A04-4B36-8F46-D146617DBAA8}"/>
              </a:ext>
            </a:extLst>
          </p:cNvPr>
          <p:cNvSpPr/>
          <p:nvPr/>
        </p:nvSpPr>
        <p:spPr>
          <a:xfrm>
            <a:off x="5269282" y="22108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Freeform: Shape 12">
            <a:extLst>
              <a:ext uri="{FF2B5EF4-FFF2-40B4-BE49-F238E27FC236}">
                <a16:creationId xmlns:a16="http://schemas.microsoft.com/office/drawing/2014/main" id="{B3F0393A-866C-47AA-A1DB-0F8A89AAF3D8}"/>
              </a:ext>
            </a:extLst>
          </p:cNvPr>
          <p:cNvSpPr/>
          <p:nvPr/>
        </p:nvSpPr>
        <p:spPr>
          <a:xfrm>
            <a:off x="5721280" y="24372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Freeform: Shape 13">
            <a:extLst>
              <a:ext uri="{FF2B5EF4-FFF2-40B4-BE49-F238E27FC236}">
                <a16:creationId xmlns:a16="http://schemas.microsoft.com/office/drawing/2014/main" id="{31A33852-2ABC-4399-A839-FC9772DE800D}"/>
              </a:ext>
            </a:extLst>
          </p:cNvPr>
          <p:cNvSpPr/>
          <p:nvPr/>
        </p:nvSpPr>
        <p:spPr>
          <a:xfrm>
            <a:off x="6178822" y="22108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Freeform: Shape 14">
            <a:extLst>
              <a:ext uri="{FF2B5EF4-FFF2-40B4-BE49-F238E27FC236}">
                <a16:creationId xmlns:a16="http://schemas.microsoft.com/office/drawing/2014/main" id="{DBDDE802-6A9D-4257-BE85-E1C78DDD0DCE}"/>
              </a:ext>
            </a:extLst>
          </p:cNvPr>
          <p:cNvSpPr/>
          <p:nvPr/>
        </p:nvSpPr>
        <p:spPr>
          <a:xfrm>
            <a:off x="6818501" y="2291468"/>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Freeform: Shape 15">
            <a:extLst>
              <a:ext uri="{FF2B5EF4-FFF2-40B4-BE49-F238E27FC236}">
                <a16:creationId xmlns:a16="http://schemas.microsoft.com/office/drawing/2014/main" id="{4E21559D-568A-4853-9F9C-9CE8E620CA41}"/>
              </a:ext>
            </a:extLst>
          </p:cNvPr>
          <p:cNvSpPr/>
          <p:nvPr/>
        </p:nvSpPr>
        <p:spPr>
          <a:xfrm>
            <a:off x="7342473" y="21944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Freeform: Shape 16">
            <a:extLst>
              <a:ext uri="{FF2B5EF4-FFF2-40B4-BE49-F238E27FC236}">
                <a16:creationId xmlns:a16="http://schemas.microsoft.com/office/drawing/2014/main" id="{B2FDD4FB-0B23-4E24-8956-266ED2AECCF0}"/>
              </a:ext>
            </a:extLst>
          </p:cNvPr>
          <p:cNvSpPr/>
          <p:nvPr/>
        </p:nvSpPr>
        <p:spPr>
          <a:xfrm>
            <a:off x="7794470" y="2420875"/>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Freeform: Shape 17">
            <a:extLst>
              <a:ext uri="{FF2B5EF4-FFF2-40B4-BE49-F238E27FC236}">
                <a16:creationId xmlns:a16="http://schemas.microsoft.com/office/drawing/2014/main" id="{A6B1491B-6C5B-458B-BEFE-5A11F343D73B}"/>
              </a:ext>
            </a:extLst>
          </p:cNvPr>
          <p:cNvSpPr/>
          <p:nvPr/>
        </p:nvSpPr>
        <p:spPr>
          <a:xfrm>
            <a:off x="8252013" y="21944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TextBox 18">
            <a:extLst>
              <a:ext uri="{FF2B5EF4-FFF2-40B4-BE49-F238E27FC236}">
                <a16:creationId xmlns:a16="http://schemas.microsoft.com/office/drawing/2014/main" id="{361C8C2C-8E2A-4603-8063-33CA2C184276}"/>
              </a:ext>
            </a:extLst>
          </p:cNvPr>
          <p:cNvSpPr txBox="1"/>
          <p:nvPr/>
        </p:nvSpPr>
        <p:spPr>
          <a:xfrm>
            <a:off x="8878608" y="2122701"/>
            <a:ext cx="1407084" cy="923330"/>
          </a:xfrm>
          <a:prstGeom prst="rect">
            <a:avLst/>
          </a:prstGeom>
          <a:noFill/>
        </p:spPr>
        <p:txBody>
          <a:bodyPr wrap="square" rtlCol="0">
            <a:spAutoFit/>
          </a:bodyPr>
          <a:lstStyle/>
          <a:p>
            <a:pPr algn="ctr"/>
            <a:r>
              <a:rPr lang="en-US" sz="1350"/>
              <a:t>Applications using the database: </a:t>
            </a:r>
            <a:r>
              <a:rPr lang="en-US" sz="1350" i="1"/>
              <a:t>client processes</a:t>
            </a:r>
            <a:endParaRPr lang="en-US" sz="1350"/>
          </a:p>
        </p:txBody>
      </p:sp>
      <p:cxnSp>
        <p:nvCxnSpPr>
          <p:cNvPr id="21" name="Straight Arrow Connector 20">
            <a:extLst>
              <a:ext uri="{FF2B5EF4-FFF2-40B4-BE49-F238E27FC236}">
                <a16:creationId xmlns:a16="http://schemas.microsoft.com/office/drawing/2014/main" id="{56404DA9-BD0E-4804-9C83-CAC9EE490FDD}"/>
              </a:ext>
            </a:extLst>
          </p:cNvPr>
          <p:cNvCxnSpPr/>
          <p:nvPr/>
        </p:nvCxnSpPr>
        <p:spPr>
          <a:xfrm>
            <a:off x="4021410" y="3128291"/>
            <a:ext cx="1351097" cy="472904"/>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6362FD6-98A8-44EB-B70B-17D5A3B1B1AD}"/>
              </a:ext>
            </a:extLst>
          </p:cNvPr>
          <p:cNvCxnSpPr>
            <a:cxnSpLocks/>
          </p:cNvCxnSpPr>
          <p:nvPr/>
        </p:nvCxnSpPr>
        <p:spPr>
          <a:xfrm flipH="1">
            <a:off x="6111040" y="2905373"/>
            <a:ext cx="1400939" cy="659859"/>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5CF7B21-AE70-4CB5-AC0E-C8A8BD1DC5E2}"/>
              </a:ext>
            </a:extLst>
          </p:cNvPr>
          <p:cNvCxnSpPr>
            <a:cxnSpLocks/>
          </p:cNvCxnSpPr>
          <p:nvPr/>
        </p:nvCxnSpPr>
        <p:spPr>
          <a:xfrm>
            <a:off x="4876928" y="2892140"/>
            <a:ext cx="615905" cy="763001"/>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15222C0-85DA-4BAA-A3BA-D621148991F0}"/>
              </a:ext>
            </a:extLst>
          </p:cNvPr>
          <p:cNvSpPr txBox="1"/>
          <p:nvPr/>
        </p:nvSpPr>
        <p:spPr>
          <a:xfrm>
            <a:off x="8159125" y="3041604"/>
            <a:ext cx="2114929" cy="1131079"/>
          </a:xfrm>
          <a:prstGeom prst="rect">
            <a:avLst/>
          </a:prstGeom>
          <a:noFill/>
        </p:spPr>
        <p:txBody>
          <a:bodyPr wrap="square" rtlCol="0">
            <a:spAutoFit/>
          </a:bodyPr>
          <a:lstStyle/>
          <a:p>
            <a:pPr algn="ctr"/>
            <a:r>
              <a:rPr lang="en-US" sz="1350" i="1"/>
              <a:t>During the run, T concurrent requests are issued.  Here, 3 are running right now, but T could be much larger.</a:t>
            </a:r>
          </a:p>
        </p:txBody>
      </p:sp>
    </p:spTree>
    <p:extLst>
      <p:ext uri="{BB962C8B-B14F-4D97-AF65-F5344CB8AC3E}">
        <p14:creationId xmlns:p14="http://schemas.microsoft.com/office/powerpoint/2010/main" val="326477279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21D22-8EED-4479-BAD6-01F3E75E997F}"/>
              </a:ext>
            </a:extLst>
          </p:cNvPr>
          <p:cNvSpPr>
            <a:spLocks noGrp="1"/>
          </p:cNvSpPr>
          <p:nvPr>
            <p:ph type="title"/>
          </p:nvPr>
        </p:nvSpPr>
        <p:spPr/>
        <p:txBody>
          <a:bodyPr>
            <a:normAutofit/>
          </a:bodyPr>
          <a:lstStyle/>
          <a:p>
            <a:r>
              <a:rPr lang="en-US" sz="3600">
                <a:solidFill>
                  <a:srgbClr val="0070C0"/>
                </a:solidFill>
              </a:rPr>
              <a:t>Their Basic setup, as a picture</a:t>
            </a:r>
          </a:p>
        </p:txBody>
      </p:sp>
      <p:sp>
        <p:nvSpPr>
          <p:cNvPr id="5" name="Slide Number Placeholder 4">
            <a:extLst>
              <a:ext uri="{FF2B5EF4-FFF2-40B4-BE49-F238E27FC236}">
                <a16:creationId xmlns:a16="http://schemas.microsoft.com/office/drawing/2014/main" id="{BED8E422-A2D7-4492-AE6B-CA920A4FAD70}"/>
              </a:ext>
            </a:extLst>
          </p:cNvPr>
          <p:cNvSpPr>
            <a:spLocks noGrp="1"/>
          </p:cNvSpPr>
          <p:nvPr>
            <p:ph type="sldNum" sz="quarter" idx="12"/>
          </p:nvPr>
        </p:nvSpPr>
        <p:spPr/>
        <p:txBody>
          <a:bodyPr/>
          <a:lstStyle/>
          <a:p>
            <a:fld id="{3C974458-8A97-4835-BF79-1FB6D7856C21}" type="slidenum">
              <a:rPr lang="en-US" smtClean="0"/>
              <a:t>110</a:t>
            </a:fld>
            <a:endParaRPr lang="en-US"/>
          </a:p>
        </p:txBody>
      </p:sp>
      <p:sp>
        <p:nvSpPr>
          <p:cNvPr id="6" name="Flowchart: Magnetic Disk 5">
            <a:extLst>
              <a:ext uri="{FF2B5EF4-FFF2-40B4-BE49-F238E27FC236}">
                <a16:creationId xmlns:a16="http://schemas.microsoft.com/office/drawing/2014/main" id="{B9899F2C-1537-4A28-A8F0-BF51A818A795}"/>
              </a:ext>
            </a:extLst>
          </p:cNvPr>
          <p:cNvSpPr/>
          <p:nvPr/>
        </p:nvSpPr>
        <p:spPr>
          <a:xfrm>
            <a:off x="3587364" y="3429001"/>
            <a:ext cx="4573988" cy="1455089"/>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b="1"/>
          </a:p>
        </p:txBody>
      </p:sp>
      <p:sp>
        <p:nvSpPr>
          <p:cNvPr id="7" name="Freeform: Shape 6">
            <a:extLst>
              <a:ext uri="{FF2B5EF4-FFF2-40B4-BE49-F238E27FC236}">
                <a16:creationId xmlns:a16="http://schemas.microsoft.com/office/drawing/2014/main" id="{80C87B67-EDFF-4399-AB42-B987A3FC7A59}"/>
              </a:ext>
            </a:extLst>
          </p:cNvPr>
          <p:cNvSpPr/>
          <p:nvPr/>
        </p:nvSpPr>
        <p:spPr>
          <a:xfrm>
            <a:off x="2919444" y="23242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reeform: Shape 7">
            <a:extLst>
              <a:ext uri="{FF2B5EF4-FFF2-40B4-BE49-F238E27FC236}">
                <a16:creationId xmlns:a16="http://schemas.microsoft.com/office/drawing/2014/main" id="{D44F33E9-D44F-44E7-B016-A1DF9AB0B690}"/>
              </a:ext>
            </a:extLst>
          </p:cNvPr>
          <p:cNvSpPr/>
          <p:nvPr/>
        </p:nvSpPr>
        <p:spPr>
          <a:xfrm>
            <a:off x="344341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Freeform: Shape 8">
            <a:extLst>
              <a:ext uri="{FF2B5EF4-FFF2-40B4-BE49-F238E27FC236}">
                <a16:creationId xmlns:a16="http://schemas.microsoft.com/office/drawing/2014/main" id="{88869B3D-C20E-47D4-BAD1-F52F73C61CBD}"/>
              </a:ext>
            </a:extLst>
          </p:cNvPr>
          <p:cNvSpPr/>
          <p:nvPr/>
        </p:nvSpPr>
        <p:spPr>
          <a:xfrm>
            <a:off x="3895413" y="24536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Shape 9">
            <a:extLst>
              <a:ext uri="{FF2B5EF4-FFF2-40B4-BE49-F238E27FC236}">
                <a16:creationId xmlns:a16="http://schemas.microsoft.com/office/drawing/2014/main" id="{FCB3B6E1-5B74-4582-8AD0-AA79489A5445}"/>
              </a:ext>
            </a:extLst>
          </p:cNvPr>
          <p:cNvSpPr/>
          <p:nvPr/>
        </p:nvSpPr>
        <p:spPr>
          <a:xfrm>
            <a:off x="435295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Freeform: Shape 10">
            <a:extLst>
              <a:ext uri="{FF2B5EF4-FFF2-40B4-BE49-F238E27FC236}">
                <a16:creationId xmlns:a16="http://schemas.microsoft.com/office/drawing/2014/main" id="{6464A13C-C125-49B6-BE01-219F2E1B860F}"/>
              </a:ext>
            </a:extLst>
          </p:cNvPr>
          <p:cNvSpPr/>
          <p:nvPr/>
        </p:nvSpPr>
        <p:spPr>
          <a:xfrm>
            <a:off x="4745311" y="23078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Freeform: Shape 11">
            <a:extLst>
              <a:ext uri="{FF2B5EF4-FFF2-40B4-BE49-F238E27FC236}">
                <a16:creationId xmlns:a16="http://schemas.microsoft.com/office/drawing/2014/main" id="{59CB1C10-4A04-4B36-8F46-D146617DBAA8}"/>
              </a:ext>
            </a:extLst>
          </p:cNvPr>
          <p:cNvSpPr/>
          <p:nvPr/>
        </p:nvSpPr>
        <p:spPr>
          <a:xfrm>
            <a:off x="5269282" y="22108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Freeform: Shape 12">
            <a:extLst>
              <a:ext uri="{FF2B5EF4-FFF2-40B4-BE49-F238E27FC236}">
                <a16:creationId xmlns:a16="http://schemas.microsoft.com/office/drawing/2014/main" id="{B3F0393A-866C-47AA-A1DB-0F8A89AAF3D8}"/>
              </a:ext>
            </a:extLst>
          </p:cNvPr>
          <p:cNvSpPr/>
          <p:nvPr/>
        </p:nvSpPr>
        <p:spPr>
          <a:xfrm>
            <a:off x="5721280" y="24372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Freeform: Shape 13">
            <a:extLst>
              <a:ext uri="{FF2B5EF4-FFF2-40B4-BE49-F238E27FC236}">
                <a16:creationId xmlns:a16="http://schemas.microsoft.com/office/drawing/2014/main" id="{31A33852-2ABC-4399-A839-FC9772DE800D}"/>
              </a:ext>
            </a:extLst>
          </p:cNvPr>
          <p:cNvSpPr/>
          <p:nvPr/>
        </p:nvSpPr>
        <p:spPr>
          <a:xfrm>
            <a:off x="6178822" y="22108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Freeform: Shape 14">
            <a:extLst>
              <a:ext uri="{FF2B5EF4-FFF2-40B4-BE49-F238E27FC236}">
                <a16:creationId xmlns:a16="http://schemas.microsoft.com/office/drawing/2014/main" id="{DBDDE802-6A9D-4257-BE85-E1C78DDD0DCE}"/>
              </a:ext>
            </a:extLst>
          </p:cNvPr>
          <p:cNvSpPr/>
          <p:nvPr/>
        </p:nvSpPr>
        <p:spPr>
          <a:xfrm>
            <a:off x="6818501" y="2291468"/>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Freeform: Shape 15">
            <a:extLst>
              <a:ext uri="{FF2B5EF4-FFF2-40B4-BE49-F238E27FC236}">
                <a16:creationId xmlns:a16="http://schemas.microsoft.com/office/drawing/2014/main" id="{4E21559D-568A-4853-9F9C-9CE8E620CA41}"/>
              </a:ext>
            </a:extLst>
          </p:cNvPr>
          <p:cNvSpPr/>
          <p:nvPr/>
        </p:nvSpPr>
        <p:spPr>
          <a:xfrm>
            <a:off x="7342473" y="21944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Freeform: Shape 16">
            <a:extLst>
              <a:ext uri="{FF2B5EF4-FFF2-40B4-BE49-F238E27FC236}">
                <a16:creationId xmlns:a16="http://schemas.microsoft.com/office/drawing/2014/main" id="{B2FDD4FB-0B23-4E24-8956-266ED2AECCF0}"/>
              </a:ext>
            </a:extLst>
          </p:cNvPr>
          <p:cNvSpPr/>
          <p:nvPr/>
        </p:nvSpPr>
        <p:spPr>
          <a:xfrm>
            <a:off x="7794470" y="2420875"/>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Freeform: Shape 17">
            <a:extLst>
              <a:ext uri="{FF2B5EF4-FFF2-40B4-BE49-F238E27FC236}">
                <a16:creationId xmlns:a16="http://schemas.microsoft.com/office/drawing/2014/main" id="{A6B1491B-6C5B-458B-BEFE-5A11F343D73B}"/>
              </a:ext>
            </a:extLst>
          </p:cNvPr>
          <p:cNvSpPr/>
          <p:nvPr/>
        </p:nvSpPr>
        <p:spPr>
          <a:xfrm>
            <a:off x="8252013" y="21944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TextBox 22">
            <a:extLst>
              <a:ext uri="{FF2B5EF4-FFF2-40B4-BE49-F238E27FC236}">
                <a16:creationId xmlns:a16="http://schemas.microsoft.com/office/drawing/2014/main" id="{DA5D836A-D8BB-499E-BE78-D8C5A8518383}"/>
              </a:ext>
            </a:extLst>
          </p:cNvPr>
          <p:cNvSpPr txBox="1"/>
          <p:nvPr/>
        </p:nvSpPr>
        <p:spPr>
          <a:xfrm>
            <a:off x="3750299" y="4884088"/>
            <a:ext cx="4645662" cy="300082"/>
          </a:xfrm>
          <a:prstGeom prst="rect">
            <a:avLst/>
          </a:prstGeom>
          <a:noFill/>
        </p:spPr>
        <p:txBody>
          <a:bodyPr wrap="square" rtlCol="0">
            <a:spAutoFit/>
          </a:bodyPr>
          <a:lstStyle/>
          <a:p>
            <a:pPr algn="ctr"/>
            <a:r>
              <a:rPr lang="en-US" sz="1350" i="1"/>
              <a:t>For scalability, the number of servers (N) can be increased</a:t>
            </a:r>
          </a:p>
        </p:txBody>
      </p:sp>
      <p:sp>
        <p:nvSpPr>
          <p:cNvPr id="3" name="Oval 2">
            <a:extLst>
              <a:ext uri="{FF2B5EF4-FFF2-40B4-BE49-F238E27FC236}">
                <a16:creationId xmlns:a16="http://schemas.microsoft.com/office/drawing/2014/main" id="{50F82E9F-3715-46AF-9181-6416590BB72A}"/>
              </a:ext>
            </a:extLst>
          </p:cNvPr>
          <p:cNvSpPr/>
          <p:nvPr/>
        </p:nvSpPr>
        <p:spPr>
          <a:xfrm>
            <a:off x="3699441" y="4118824"/>
            <a:ext cx="1138960" cy="48766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a:solidFill>
                  <a:srgbClr val="C00000"/>
                </a:solidFill>
              </a:rPr>
              <a:t>Server 1</a:t>
            </a:r>
          </a:p>
        </p:txBody>
      </p:sp>
      <p:sp>
        <p:nvSpPr>
          <p:cNvPr id="28" name="Oval 27">
            <a:extLst>
              <a:ext uri="{FF2B5EF4-FFF2-40B4-BE49-F238E27FC236}">
                <a16:creationId xmlns:a16="http://schemas.microsoft.com/office/drawing/2014/main" id="{A983C554-9641-4274-96E4-5A9AE546CD7B}"/>
              </a:ext>
            </a:extLst>
          </p:cNvPr>
          <p:cNvSpPr/>
          <p:nvPr/>
        </p:nvSpPr>
        <p:spPr>
          <a:xfrm>
            <a:off x="5039862" y="4150953"/>
            <a:ext cx="1138960" cy="48766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a:solidFill>
                  <a:srgbClr val="C00000"/>
                </a:solidFill>
              </a:rPr>
              <a:t>Server 2</a:t>
            </a:r>
          </a:p>
        </p:txBody>
      </p:sp>
      <p:sp>
        <p:nvSpPr>
          <p:cNvPr id="29" name="Oval 28">
            <a:extLst>
              <a:ext uri="{FF2B5EF4-FFF2-40B4-BE49-F238E27FC236}">
                <a16:creationId xmlns:a16="http://schemas.microsoft.com/office/drawing/2014/main" id="{126F8460-C7AC-4602-8E88-6C12A687166A}"/>
              </a:ext>
            </a:extLst>
          </p:cNvPr>
          <p:cNvSpPr/>
          <p:nvPr/>
        </p:nvSpPr>
        <p:spPr>
          <a:xfrm>
            <a:off x="6820931" y="4150953"/>
            <a:ext cx="1138960" cy="48766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a:solidFill>
                  <a:srgbClr val="C00000"/>
                </a:solidFill>
              </a:rPr>
              <a:t>Server N</a:t>
            </a:r>
          </a:p>
        </p:txBody>
      </p:sp>
      <p:sp>
        <p:nvSpPr>
          <p:cNvPr id="30" name="Oval 29">
            <a:extLst>
              <a:ext uri="{FF2B5EF4-FFF2-40B4-BE49-F238E27FC236}">
                <a16:creationId xmlns:a16="http://schemas.microsoft.com/office/drawing/2014/main" id="{18FFE1CD-C464-4B11-8C6E-20D0B809415A}"/>
              </a:ext>
            </a:extLst>
          </p:cNvPr>
          <p:cNvSpPr/>
          <p:nvPr/>
        </p:nvSpPr>
        <p:spPr>
          <a:xfrm>
            <a:off x="6427472" y="4394786"/>
            <a:ext cx="34289" cy="3428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Oval 32">
            <a:extLst>
              <a:ext uri="{FF2B5EF4-FFF2-40B4-BE49-F238E27FC236}">
                <a16:creationId xmlns:a16="http://schemas.microsoft.com/office/drawing/2014/main" id="{3D5E3571-3413-4C92-9ACF-9D26BAE0C85C}"/>
              </a:ext>
            </a:extLst>
          </p:cNvPr>
          <p:cNvSpPr/>
          <p:nvPr/>
        </p:nvSpPr>
        <p:spPr>
          <a:xfrm>
            <a:off x="6339971" y="4394786"/>
            <a:ext cx="34289" cy="3428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a:extLst>
              <a:ext uri="{FF2B5EF4-FFF2-40B4-BE49-F238E27FC236}">
                <a16:creationId xmlns:a16="http://schemas.microsoft.com/office/drawing/2014/main" id="{B35AA444-9830-433C-8AC8-69FEF9E6DFB4}"/>
              </a:ext>
            </a:extLst>
          </p:cNvPr>
          <p:cNvSpPr/>
          <p:nvPr/>
        </p:nvSpPr>
        <p:spPr>
          <a:xfrm>
            <a:off x="6518262" y="4394786"/>
            <a:ext cx="34289" cy="3428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TextBox 30">
            <a:extLst>
              <a:ext uri="{FF2B5EF4-FFF2-40B4-BE49-F238E27FC236}">
                <a16:creationId xmlns:a16="http://schemas.microsoft.com/office/drawing/2014/main" id="{54E9D1EC-F36B-444D-8D8B-AEBB6A83DDD3}"/>
              </a:ext>
            </a:extLst>
          </p:cNvPr>
          <p:cNvSpPr txBox="1"/>
          <p:nvPr/>
        </p:nvSpPr>
        <p:spPr>
          <a:xfrm>
            <a:off x="8878608" y="2122701"/>
            <a:ext cx="1407084" cy="923330"/>
          </a:xfrm>
          <a:prstGeom prst="rect">
            <a:avLst/>
          </a:prstGeom>
          <a:noFill/>
        </p:spPr>
        <p:txBody>
          <a:bodyPr wrap="square" rtlCol="0">
            <a:spAutoFit/>
          </a:bodyPr>
          <a:lstStyle/>
          <a:p>
            <a:pPr algn="ctr"/>
            <a:r>
              <a:rPr lang="en-US" sz="1350"/>
              <a:t>Applications using the database: </a:t>
            </a:r>
            <a:r>
              <a:rPr lang="en-US" sz="1350" i="1"/>
              <a:t>client processes</a:t>
            </a:r>
            <a:endParaRPr lang="en-US" sz="1350"/>
          </a:p>
        </p:txBody>
      </p:sp>
      <p:sp>
        <p:nvSpPr>
          <p:cNvPr id="32" name="TextBox 31">
            <a:extLst>
              <a:ext uri="{FF2B5EF4-FFF2-40B4-BE49-F238E27FC236}">
                <a16:creationId xmlns:a16="http://schemas.microsoft.com/office/drawing/2014/main" id="{5F7E1AD5-02B6-4855-B67A-E76A6D6BDF3E}"/>
              </a:ext>
            </a:extLst>
          </p:cNvPr>
          <p:cNvSpPr txBox="1"/>
          <p:nvPr/>
        </p:nvSpPr>
        <p:spPr>
          <a:xfrm>
            <a:off x="8159125" y="3041604"/>
            <a:ext cx="2114929" cy="1131079"/>
          </a:xfrm>
          <a:prstGeom prst="rect">
            <a:avLst/>
          </a:prstGeom>
          <a:noFill/>
        </p:spPr>
        <p:txBody>
          <a:bodyPr wrap="square" rtlCol="0">
            <a:spAutoFit/>
          </a:bodyPr>
          <a:lstStyle/>
          <a:p>
            <a:pPr algn="ctr"/>
            <a:r>
              <a:rPr lang="en-US" sz="1350" i="1"/>
              <a:t>During the run, T concurrent requests are issued.  Here, 3 are running right now, but T could be much larger.</a:t>
            </a:r>
          </a:p>
        </p:txBody>
      </p:sp>
      <p:cxnSp>
        <p:nvCxnSpPr>
          <p:cNvPr id="35" name="Straight Arrow Connector 34">
            <a:extLst>
              <a:ext uri="{FF2B5EF4-FFF2-40B4-BE49-F238E27FC236}">
                <a16:creationId xmlns:a16="http://schemas.microsoft.com/office/drawing/2014/main" id="{0787B273-5B59-4187-95C3-846CBD2185B0}"/>
              </a:ext>
            </a:extLst>
          </p:cNvPr>
          <p:cNvCxnSpPr/>
          <p:nvPr/>
        </p:nvCxnSpPr>
        <p:spPr>
          <a:xfrm>
            <a:off x="3525831" y="3151400"/>
            <a:ext cx="1351097" cy="472904"/>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7C0EF4D-9685-4DDA-AB77-8D80724AE9A0}"/>
              </a:ext>
            </a:extLst>
          </p:cNvPr>
          <p:cNvCxnSpPr>
            <a:cxnSpLocks/>
          </p:cNvCxnSpPr>
          <p:nvPr/>
        </p:nvCxnSpPr>
        <p:spPr>
          <a:xfrm flipH="1">
            <a:off x="5848001" y="3021993"/>
            <a:ext cx="1400939" cy="659859"/>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CC4CB8C-6CF8-4DA2-A5CE-7BF5AAF0CD2D}"/>
              </a:ext>
            </a:extLst>
          </p:cNvPr>
          <p:cNvCxnSpPr>
            <a:cxnSpLocks/>
          </p:cNvCxnSpPr>
          <p:nvPr/>
        </p:nvCxnSpPr>
        <p:spPr>
          <a:xfrm>
            <a:off x="4876928" y="2892140"/>
            <a:ext cx="615905" cy="763001"/>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71619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C84A87-41B5-4023-A74F-1931094CFB5D}"/>
              </a:ext>
            </a:extLst>
          </p:cNvPr>
          <p:cNvSpPr>
            <a:spLocks noGrp="1"/>
          </p:cNvSpPr>
          <p:nvPr>
            <p:ph type="title"/>
          </p:nvPr>
        </p:nvSpPr>
        <p:spPr/>
        <p:txBody>
          <a:bodyPr>
            <a:normAutofit/>
          </a:bodyPr>
          <a:lstStyle/>
          <a:p>
            <a:r>
              <a:rPr lang="en-US" sz="3600">
                <a:solidFill>
                  <a:srgbClr val="0070C0"/>
                </a:solidFill>
              </a:rPr>
              <a:t>What should be The goals?</a:t>
            </a:r>
          </a:p>
        </p:txBody>
      </p:sp>
      <p:sp>
        <p:nvSpPr>
          <p:cNvPr id="6" name="Content Placeholder 5">
            <a:extLst>
              <a:ext uri="{FF2B5EF4-FFF2-40B4-BE49-F238E27FC236}">
                <a16:creationId xmlns:a16="http://schemas.microsoft.com/office/drawing/2014/main" id="{F911C172-FB6B-4A81-A40B-C3D4E9DF7C39}"/>
              </a:ext>
            </a:extLst>
          </p:cNvPr>
          <p:cNvSpPr>
            <a:spLocks noGrp="1"/>
          </p:cNvSpPr>
          <p:nvPr>
            <p:ph idx="1"/>
          </p:nvPr>
        </p:nvSpPr>
        <p:spPr/>
        <p:txBody>
          <a:bodyPr>
            <a:normAutofit/>
          </a:bodyPr>
          <a:lstStyle/>
          <a:p>
            <a:r>
              <a:rPr lang="en-US" sz="2400"/>
              <a:t>A scalable system needs to be able to handle “more T’s” by adding to N</a:t>
            </a:r>
          </a:p>
          <a:p>
            <a:pPr marL="0" indent="0">
              <a:buNone/>
            </a:pPr>
            <a:endParaRPr lang="en-US" sz="2400"/>
          </a:p>
          <a:p>
            <a:r>
              <a:rPr lang="en-US" sz="2400"/>
              <a:t>Instead, they found that the work the servers must do will increase as T</a:t>
            </a:r>
            <a:r>
              <a:rPr lang="en-US" sz="2400" baseline="30000"/>
              <a:t>5</a:t>
            </a:r>
            <a:r>
              <a:rPr lang="en-US" sz="2400"/>
              <a:t> </a:t>
            </a:r>
            <a:br>
              <a:rPr lang="en-US" sz="2400"/>
            </a:br>
            <a:br>
              <a:rPr lang="en-US" sz="2400"/>
            </a:br>
            <a:r>
              <a:rPr lang="en-US" sz="2400"/>
              <a:t>Worse, with an even split of work, deadlocks occur as N</a:t>
            </a:r>
            <a:r>
              <a:rPr lang="en-US" sz="2400" baseline="30000"/>
              <a:t>3,</a:t>
            </a:r>
            <a:r>
              <a:rPr lang="en-US" sz="2400"/>
              <a:t> causing feedback (because the reissued transactions get done more than once).</a:t>
            </a:r>
          </a:p>
          <a:p>
            <a:endParaRPr lang="en-US" sz="2400"/>
          </a:p>
          <a:p>
            <a:r>
              <a:rPr lang="en-US" sz="2400"/>
              <a:t>Example: if 3 servers (N=3) could do 1000 TPS, with 5 servers the rate might drop to 300 TPS, purely because of deadlocks forcing abort/retry.</a:t>
            </a:r>
          </a:p>
        </p:txBody>
      </p:sp>
      <p:sp>
        <p:nvSpPr>
          <p:cNvPr id="3" name="Footer Placeholder 2">
            <a:extLst>
              <a:ext uri="{FF2B5EF4-FFF2-40B4-BE49-F238E27FC236}">
                <a16:creationId xmlns:a16="http://schemas.microsoft.com/office/drawing/2014/main" id="{B7D0CEB9-0FBF-45CC-B296-F5F3E24B03BA}"/>
              </a:ext>
            </a:extLst>
          </p:cNvPr>
          <p:cNvSpPr>
            <a:spLocks noGrp="1"/>
          </p:cNvSpPr>
          <p:nvPr>
            <p:ph type="ftr" sz="quarter" idx="11"/>
          </p:nvPr>
        </p:nvSpPr>
        <p:spPr/>
        <p:txBody>
          <a:bodyPr/>
          <a:lstStyle/>
          <a:p>
            <a:r>
              <a:rPr lang="en-US"/>
              <a:t>http://www.cs.cornell.edu/courses/cs5412/2019sp</a:t>
            </a:r>
          </a:p>
        </p:txBody>
      </p:sp>
      <p:sp>
        <p:nvSpPr>
          <p:cNvPr id="4" name="Slide Number Placeholder 3">
            <a:extLst>
              <a:ext uri="{FF2B5EF4-FFF2-40B4-BE49-F238E27FC236}">
                <a16:creationId xmlns:a16="http://schemas.microsoft.com/office/drawing/2014/main" id="{63DEA3FD-E415-4D0A-9ECF-202E7B44B41D}"/>
              </a:ext>
            </a:extLst>
          </p:cNvPr>
          <p:cNvSpPr>
            <a:spLocks noGrp="1"/>
          </p:cNvSpPr>
          <p:nvPr>
            <p:ph type="sldNum" sz="quarter" idx="12"/>
          </p:nvPr>
        </p:nvSpPr>
        <p:spPr/>
        <p:txBody>
          <a:bodyPr/>
          <a:lstStyle/>
          <a:p>
            <a:fld id="{3C974458-8A97-4835-BF79-1FB6D7856C21}" type="slidenum">
              <a:rPr lang="en-US" smtClean="0"/>
              <a:t>111</a:t>
            </a:fld>
            <a:endParaRPr lang="en-US"/>
          </a:p>
        </p:txBody>
      </p:sp>
    </p:spTree>
    <p:extLst>
      <p:ext uri="{BB962C8B-B14F-4D97-AF65-F5344CB8AC3E}">
        <p14:creationId xmlns:p14="http://schemas.microsoft.com/office/powerpoint/2010/main" val="17192283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EB0D0-90A8-4148-A74F-4BB3321C2CC4}"/>
              </a:ext>
            </a:extLst>
          </p:cNvPr>
          <p:cNvSpPr>
            <a:spLocks noGrp="1"/>
          </p:cNvSpPr>
          <p:nvPr>
            <p:ph type="title"/>
          </p:nvPr>
        </p:nvSpPr>
        <p:spPr/>
        <p:txBody>
          <a:bodyPr>
            <a:normAutofit/>
          </a:bodyPr>
          <a:lstStyle/>
          <a:p>
            <a:r>
              <a:rPr lang="en-US" sz="3600">
                <a:solidFill>
                  <a:srgbClr val="0070C0"/>
                </a:solidFill>
              </a:rPr>
              <a:t>Why do services slow down at scale?</a:t>
            </a:r>
          </a:p>
        </p:txBody>
      </p:sp>
      <p:sp>
        <p:nvSpPr>
          <p:cNvPr id="3" name="Content Placeholder 2">
            <a:extLst>
              <a:ext uri="{FF2B5EF4-FFF2-40B4-BE49-F238E27FC236}">
                <a16:creationId xmlns:a16="http://schemas.microsoft.com/office/drawing/2014/main" id="{05363A94-74E0-4AA7-8DFA-BD019FBBA5D7}"/>
              </a:ext>
            </a:extLst>
          </p:cNvPr>
          <p:cNvSpPr>
            <a:spLocks noGrp="1"/>
          </p:cNvSpPr>
          <p:nvPr>
            <p:ph idx="1"/>
          </p:nvPr>
        </p:nvSpPr>
        <p:spPr>
          <a:xfrm>
            <a:off x="2292097" y="1713186"/>
            <a:ext cx="8206939" cy="3876084"/>
          </a:xfrm>
        </p:spPr>
        <p:txBody>
          <a:bodyPr>
            <a:normAutofit fontScale="92500"/>
          </a:bodyPr>
          <a:lstStyle/>
          <a:p>
            <a:r>
              <a:rPr lang="en-US" sz="2400"/>
              <a:t>The paper pointed to several main issues:</a:t>
            </a:r>
          </a:p>
          <a:p>
            <a:pPr lvl="1"/>
            <a:r>
              <a:rPr lang="en-US" sz="2000"/>
              <a:t>  </a:t>
            </a:r>
            <a:r>
              <a:rPr lang="en-US" sz="2000" b="1"/>
              <a:t>Lock contention</a:t>
            </a:r>
            <a:r>
              <a:rPr lang="en-US" sz="2000"/>
              <a:t>.  The more concurrent tasks, the more likely that they</a:t>
            </a:r>
            <a:br>
              <a:rPr lang="en-US" sz="2000"/>
            </a:br>
            <a:r>
              <a:rPr lang="en-US" sz="2000"/>
              <a:t>    will try to access the same object (birthday paradox!) and wait for locks.</a:t>
            </a:r>
          </a:p>
          <a:p>
            <a:pPr lvl="1"/>
            <a:r>
              <a:rPr lang="en-US" sz="2000"/>
              <a:t>  </a:t>
            </a:r>
            <a:r>
              <a:rPr lang="en-US" sz="2000" b="1"/>
              <a:t>Abort</a:t>
            </a:r>
            <a:r>
              <a:rPr lang="en-US" sz="2000"/>
              <a:t>.  Many consistency mechanisms have some form of optimistic</a:t>
            </a:r>
            <a:br>
              <a:rPr lang="en-US" sz="2000"/>
            </a:br>
            <a:r>
              <a:rPr lang="en-US" sz="2000"/>
              <a:t>    behavior built in.  Now and then, they must back out and retry.</a:t>
            </a:r>
          </a:p>
          <a:p>
            <a:pPr lvl="1"/>
            <a:r>
              <a:rPr lang="en-US" sz="2000" b="1"/>
              <a:t> Deadlock </a:t>
            </a:r>
            <a:r>
              <a:rPr lang="en-US" sz="2000"/>
              <a:t>also causes abort/retry sequences.</a:t>
            </a:r>
          </a:p>
          <a:p>
            <a:pPr marL="0" indent="0">
              <a:buNone/>
            </a:pPr>
            <a:endParaRPr lang="en-US" sz="2400"/>
          </a:p>
          <a:p>
            <a:r>
              <a:rPr lang="en-US" sz="2400"/>
              <a:t>The paper actually explores multiple options for structuring the data, but ends up with similar negative conclusions </a:t>
            </a:r>
            <a:r>
              <a:rPr lang="en-US" sz="2400" i="1"/>
              <a:t>except in one specific situation.</a:t>
            </a:r>
            <a:endParaRPr lang="en-US" sz="2400"/>
          </a:p>
        </p:txBody>
      </p:sp>
      <p:sp>
        <p:nvSpPr>
          <p:cNvPr id="5" name="Slide Number Placeholder 4">
            <a:extLst>
              <a:ext uri="{FF2B5EF4-FFF2-40B4-BE49-F238E27FC236}">
                <a16:creationId xmlns:a16="http://schemas.microsoft.com/office/drawing/2014/main" id="{44DFA098-C8F0-4C9D-9C66-C4A5DB4B6624}"/>
              </a:ext>
            </a:extLst>
          </p:cNvPr>
          <p:cNvSpPr>
            <a:spLocks noGrp="1"/>
          </p:cNvSpPr>
          <p:nvPr>
            <p:ph type="sldNum" sz="quarter" idx="12"/>
          </p:nvPr>
        </p:nvSpPr>
        <p:spPr/>
        <p:txBody>
          <a:bodyPr/>
          <a:lstStyle/>
          <a:p>
            <a:fld id="{3C974458-8A97-4835-BF79-1FB6D7856C21}" type="slidenum">
              <a:rPr lang="en-US" smtClean="0"/>
              <a:t>112</a:t>
            </a:fld>
            <a:endParaRPr lang="en-US"/>
          </a:p>
        </p:txBody>
      </p:sp>
    </p:spTree>
    <p:extLst>
      <p:ext uri="{BB962C8B-B14F-4D97-AF65-F5344CB8AC3E}">
        <p14:creationId xmlns:p14="http://schemas.microsoft.com/office/powerpoint/2010/main" val="153865644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46263-97E6-479D-8DED-A9A2C0AC2B6C}"/>
              </a:ext>
            </a:extLst>
          </p:cNvPr>
          <p:cNvSpPr>
            <a:spLocks noGrp="1"/>
          </p:cNvSpPr>
          <p:nvPr>
            <p:ph type="title"/>
          </p:nvPr>
        </p:nvSpPr>
        <p:spPr/>
        <p:txBody>
          <a:bodyPr>
            <a:normAutofit/>
          </a:bodyPr>
          <a:lstStyle/>
          <a:p>
            <a:r>
              <a:rPr lang="en-US" sz="3600">
                <a:solidFill>
                  <a:srgbClr val="0070C0"/>
                </a:solidFill>
              </a:rPr>
              <a:t>What Was that one good option?</a:t>
            </a:r>
          </a:p>
        </p:txBody>
      </p:sp>
      <p:sp>
        <p:nvSpPr>
          <p:cNvPr id="3" name="Content Placeholder 2">
            <a:extLst>
              <a:ext uri="{FF2B5EF4-FFF2-40B4-BE49-F238E27FC236}">
                <a16:creationId xmlns:a16="http://schemas.microsoft.com/office/drawing/2014/main" id="{F6C32FDB-61C0-4424-9ADF-1AADA1B69860}"/>
              </a:ext>
            </a:extLst>
          </p:cNvPr>
          <p:cNvSpPr>
            <a:spLocks noGrp="1"/>
          </p:cNvSpPr>
          <p:nvPr>
            <p:ph idx="1"/>
          </p:nvPr>
        </p:nvSpPr>
        <p:spPr/>
        <p:txBody>
          <a:bodyPr>
            <a:normAutofit fontScale="85000" lnSpcReduction="10000"/>
          </a:bodyPr>
          <a:lstStyle/>
          <a:p>
            <a:r>
              <a:rPr lang="en-US"/>
              <a:t>Back in 1996, they concluded that you are forced to shard the database into a large set of much smaller databases, with distinct data in each. Jim set out to do this for a massive database of astronomy data.</a:t>
            </a:r>
          </a:p>
          <a:p>
            <a:endParaRPr lang="en-US"/>
          </a:p>
          <a:p>
            <a:r>
              <a:rPr lang="en-US"/>
              <a:t>By the time he died in 2007, Jim had shown that for every problem he ran into, it was possible to devise a </a:t>
            </a:r>
            <a:r>
              <a:rPr lang="en-US" err="1"/>
              <a:t>sharded</a:t>
            </a:r>
            <a:r>
              <a:rPr lang="en-US"/>
              <a:t> solution in which transactions only touched a single shard at a time.  </a:t>
            </a:r>
          </a:p>
          <a:p>
            <a:endParaRPr lang="en-US"/>
          </a:p>
          <a:p>
            <a:r>
              <a:rPr lang="en-US"/>
              <a:t>In 1996, it wasn’t clear that every important service could be </a:t>
            </a:r>
            <a:r>
              <a:rPr lang="en-US" err="1"/>
              <a:t>sharded</a:t>
            </a:r>
            <a:r>
              <a:rPr lang="en-US"/>
              <a:t>.  By the 2007 period, Jim had made the case that in fact, this is feasible!</a:t>
            </a:r>
          </a:p>
        </p:txBody>
      </p:sp>
      <p:sp>
        <p:nvSpPr>
          <p:cNvPr id="5" name="Slide Number Placeholder 4">
            <a:extLst>
              <a:ext uri="{FF2B5EF4-FFF2-40B4-BE49-F238E27FC236}">
                <a16:creationId xmlns:a16="http://schemas.microsoft.com/office/drawing/2014/main" id="{72CFEE1A-9544-4593-A873-74CAB567B296}"/>
              </a:ext>
            </a:extLst>
          </p:cNvPr>
          <p:cNvSpPr>
            <a:spLocks noGrp="1"/>
          </p:cNvSpPr>
          <p:nvPr>
            <p:ph type="sldNum" sz="quarter" idx="12"/>
          </p:nvPr>
        </p:nvSpPr>
        <p:spPr/>
        <p:txBody>
          <a:bodyPr/>
          <a:lstStyle/>
          <a:p>
            <a:fld id="{3C974458-8A97-4835-BF79-1FB6D7856C21}" type="slidenum">
              <a:rPr lang="en-US" smtClean="0"/>
              <a:t>113</a:t>
            </a:fld>
            <a:endParaRPr lang="en-US"/>
          </a:p>
        </p:txBody>
      </p:sp>
    </p:spTree>
    <p:extLst>
      <p:ext uri="{BB962C8B-B14F-4D97-AF65-F5344CB8AC3E}">
        <p14:creationId xmlns:p14="http://schemas.microsoft.com/office/powerpoint/2010/main" val="37749197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5FC0A-2500-4E25-AF53-3B44AAA32FAB}"/>
              </a:ext>
            </a:extLst>
          </p:cNvPr>
          <p:cNvSpPr>
            <a:spLocks noGrp="1"/>
          </p:cNvSpPr>
          <p:nvPr>
            <p:ph type="title"/>
          </p:nvPr>
        </p:nvSpPr>
        <p:spPr/>
        <p:txBody>
          <a:bodyPr/>
          <a:lstStyle/>
          <a:p>
            <a:r>
              <a:rPr lang="en-US" sz="3600" err="1">
                <a:solidFill>
                  <a:srgbClr val="0070C0"/>
                </a:solidFill>
              </a:rPr>
              <a:t>Sharding</a:t>
            </a:r>
            <a:r>
              <a:rPr lang="en-US" sz="3600">
                <a:solidFill>
                  <a:srgbClr val="0070C0"/>
                </a:solidFill>
              </a:rPr>
              <a:t>: This works… but carefully</a:t>
            </a:r>
          </a:p>
        </p:txBody>
      </p:sp>
      <p:sp>
        <p:nvSpPr>
          <p:cNvPr id="38" name="Content Placeholder 37">
            <a:extLst>
              <a:ext uri="{FF2B5EF4-FFF2-40B4-BE49-F238E27FC236}">
                <a16:creationId xmlns:a16="http://schemas.microsoft.com/office/drawing/2014/main" id="{EB02F932-0A3A-4455-BD93-FE61E23653C4}"/>
              </a:ext>
            </a:extLst>
          </p:cNvPr>
          <p:cNvSpPr>
            <a:spLocks noGrp="1"/>
          </p:cNvSpPr>
          <p:nvPr>
            <p:ph idx="1"/>
          </p:nvPr>
        </p:nvSpPr>
        <p:spPr>
          <a:xfrm>
            <a:off x="2292096" y="4778236"/>
            <a:ext cx="8090154" cy="811034"/>
          </a:xfrm>
        </p:spPr>
        <p:txBody>
          <a:bodyPr>
            <a:normAutofit fontScale="55000" lnSpcReduction="20000"/>
          </a:bodyPr>
          <a:lstStyle/>
          <a:p>
            <a:r>
              <a:rPr lang="en-US"/>
              <a:t>We will often see this kind of picture.  Cloud IoT systems make very heavy use of key-based </a:t>
            </a:r>
            <a:r>
              <a:rPr lang="en-US" err="1"/>
              <a:t>sharding</a:t>
            </a:r>
            <a:r>
              <a:rPr lang="en-US"/>
              <a:t>.  A (</a:t>
            </a:r>
            <a:r>
              <a:rPr lang="en-US" err="1"/>
              <a:t>key,value</a:t>
            </a:r>
            <a:r>
              <a:rPr lang="en-US"/>
              <a:t>) store holds data in the shards.</a:t>
            </a:r>
          </a:p>
        </p:txBody>
      </p:sp>
      <p:sp>
        <p:nvSpPr>
          <p:cNvPr id="4" name="Footer Placeholder 3">
            <a:extLst>
              <a:ext uri="{FF2B5EF4-FFF2-40B4-BE49-F238E27FC236}">
                <a16:creationId xmlns:a16="http://schemas.microsoft.com/office/drawing/2014/main" id="{1E708AE1-AD75-4013-9D05-CEE6F897284B}"/>
              </a:ext>
            </a:extLst>
          </p:cNvPr>
          <p:cNvSpPr>
            <a:spLocks noGrp="1"/>
          </p:cNvSpPr>
          <p:nvPr>
            <p:ph type="ftr" sz="quarter" idx="11"/>
          </p:nvPr>
        </p:nvSpPr>
        <p:spPr/>
        <p:txBody>
          <a:bodyPr/>
          <a:lstStyle/>
          <a:p>
            <a:r>
              <a:rPr lang="en-US"/>
              <a:t>http://www.cs.cornell.edu/courses/cs5412/2019sp</a:t>
            </a:r>
          </a:p>
        </p:txBody>
      </p:sp>
      <p:sp>
        <p:nvSpPr>
          <p:cNvPr id="5" name="Slide Number Placeholder 4">
            <a:extLst>
              <a:ext uri="{FF2B5EF4-FFF2-40B4-BE49-F238E27FC236}">
                <a16:creationId xmlns:a16="http://schemas.microsoft.com/office/drawing/2014/main" id="{1F514FA7-E99F-4645-99E3-F0751132FC93}"/>
              </a:ext>
            </a:extLst>
          </p:cNvPr>
          <p:cNvSpPr>
            <a:spLocks noGrp="1"/>
          </p:cNvSpPr>
          <p:nvPr>
            <p:ph type="sldNum" sz="quarter" idx="12"/>
          </p:nvPr>
        </p:nvSpPr>
        <p:spPr/>
        <p:txBody>
          <a:bodyPr/>
          <a:lstStyle/>
          <a:p>
            <a:fld id="{3C974458-8A97-4835-BF79-1FB6D7856C21}" type="slidenum">
              <a:rPr lang="en-US" smtClean="0"/>
              <a:t>114</a:t>
            </a:fld>
            <a:endParaRPr lang="en-US"/>
          </a:p>
        </p:txBody>
      </p:sp>
      <p:sp>
        <p:nvSpPr>
          <p:cNvPr id="7" name="Oval 6">
            <a:extLst>
              <a:ext uri="{FF2B5EF4-FFF2-40B4-BE49-F238E27FC236}">
                <a16:creationId xmlns:a16="http://schemas.microsoft.com/office/drawing/2014/main" id="{ABB38D85-8EC4-47BE-9426-5582578EC638}"/>
              </a:ext>
            </a:extLst>
          </p:cNvPr>
          <p:cNvSpPr/>
          <p:nvPr/>
        </p:nvSpPr>
        <p:spPr>
          <a:xfrm>
            <a:off x="2066676" y="3626095"/>
            <a:ext cx="7203882" cy="8110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extBox 7">
            <a:extLst>
              <a:ext uri="{FF2B5EF4-FFF2-40B4-BE49-F238E27FC236}">
                <a16:creationId xmlns:a16="http://schemas.microsoft.com/office/drawing/2014/main" id="{77F7AA89-B86D-4C13-B0C4-06CD17F92B1B}"/>
              </a:ext>
            </a:extLst>
          </p:cNvPr>
          <p:cNvSpPr txBox="1"/>
          <p:nvPr/>
        </p:nvSpPr>
        <p:spPr>
          <a:xfrm>
            <a:off x="9234777" y="3755501"/>
            <a:ext cx="1377564" cy="923330"/>
          </a:xfrm>
          <a:prstGeom prst="rect">
            <a:avLst/>
          </a:prstGeom>
          <a:noFill/>
        </p:spPr>
        <p:txBody>
          <a:bodyPr wrap="square" rtlCol="0">
            <a:spAutoFit/>
          </a:bodyPr>
          <a:lstStyle/>
          <a:p>
            <a:pPr algn="ctr"/>
            <a:r>
              <a:rPr lang="en-US" sz="1350" b="1" err="1"/>
              <a:t>Sharded</a:t>
            </a:r>
            <a:r>
              <a:rPr lang="en-US" sz="1350" b="1"/>
              <a:t> storage </a:t>
            </a:r>
            <a:br>
              <a:rPr lang="en-US" sz="1350" b="1"/>
            </a:br>
            <a:r>
              <a:rPr lang="en-US" sz="1350" b="1">
                <a:sym typeface="Symbol" panose="05050102010706020507" pitchFamily="18" charset="2"/>
              </a:rPr>
              <a:t>-</a:t>
            </a:r>
            <a:r>
              <a:rPr lang="en-US" sz="1350" b="1"/>
              <a:t>service with 2 servers per shard</a:t>
            </a:r>
          </a:p>
        </p:txBody>
      </p:sp>
      <p:grpSp>
        <p:nvGrpSpPr>
          <p:cNvPr id="22" name="Group 21">
            <a:extLst>
              <a:ext uri="{FF2B5EF4-FFF2-40B4-BE49-F238E27FC236}">
                <a16:creationId xmlns:a16="http://schemas.microsoft.com/office/drawing/2014/main" id="{7301C448-F6BE-4DF2-8BDA-13B2E49EFE51}"/>
              </a:ext>
            </a:extLst>
          </p:cNvPr>
          <p:cNvGrpSpPr/>
          <p:nvPr/>
        </p:nvGrpSpPr>
        <p:grpSpPr>
          <a:xfrm>
            <a:off x="2490084" y="3889629"/>
            <a:ext cx="1610139" cy="363773"/>
            <a:chOff x="1288110" y="4043171"/>
            <a:chExt cx="2146852" cy="485030"/>
          </a:xfrm>
        </p:grpSpPr>
        <p:sp>
          <p:nvSpPr>
            <p:cNvPr id="9" name="Oval 8">
              <a:extLst>
                <a:ext uri="{FF2B5EF4-FFF2-40B4-BE49-F238E27FC236}">
                  <a16:creationId xmlns:a16="http://schemas.microsoft.com/office/drawing/2014/main" id="{4A2552E5-E1A0-4C2C-A9D2-108ED444D175}"/>
                </a:ext>
              </a:extLst>
            </p:cNvPr>
            <p:cNvSpPr/>
            <p:nvPr/>
          </p:nvSpPr>
          <p:spPr>
            <a:xfrm>
              <a:off x="1288110"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77D2B706-E50B-4341-B082-88E3A540D7E2}"/>
                </a:ext>
              </a:extLst>
            </p:cNvPr>
            <p:cNvGrpSpPr/>
            <p:nvPr/>
          </p:nvGrpSpPr>
          <p:grpSpPr>
            <a:xfrm>
              <a:off x="1840063" y="4116185"/>
              <a:ext cx="1042947" cy="325457"/>
              <a:chOff x="1810263" y="4116185"/>
              <a:chExt cx="1042947" cy="325457"/>
            </a:xfrm>
          </p:grpSpPr>
          <p:sp>
            <p:nvSpPr>
              <p:cNvPr id="10" name="Oval 9">
                <a:extLst>
                  <a:ext uri="{FF2B5EF4-FFF2-40B4-BE49-F238E27FC236}">
                    <a16:creationId xmlns:a16="http://schemas.microsoft.com/office/drawing/2014/main" id="{05D3EFD7-E23A-4612-91C7-EEEFF5669A58}"/>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Oval 10">
                <a:extLst>
                  <a:ext uri="{FF2B5EF4-FFF2-40B4-BE49-F238E27FC236}">
                    <a16:creationId xmlns:a16="http://schemas.microsoft.com/office/drawing/2014/main" id="{F94E5815-D939-4B7F-B433-7302AF538619}"/>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4" name="Group 23">
            <a:extLst>
              <a:ext uri="{FF2B5EF4-FFF2-40B4-BE49-F238E27FC236}">
                <a16:creationId xmlns:a16="http://schemas.microsoft.com/office/drawing/2014/main" id="{E8DC6B96-11C5-4818-ABF9-0773C7B97485}"/>
              </a:ext>
            </a:extLst>
          </p:cNvPr>
          <p:cNvGrpSpPr/>
          <p:nvPr/>
        </p:nvGrpSpPr>
        <p:grpSpPr>
          <a:xfrm>
            <a:off x="5971762" y="3889629"/>
            <a:ext cx="1610139" cy="363773"/>
            <a:chOff x="6034377" y="4025635"/>
            <a:chExt cx="2146852" cy="485030"/>
          </a:xfrm>
        </p:grpSpPr>
        <p:sp>
          <p:nvSpPr>
            <p:cNvPr id="14" name="Oval 13">
              <a:extLst>
                <a:ext uri="{FF2B5EF4-FFF2-40B4-BE49-F238E27FC236}">
                  <a16:creationId xmlns:a16="http://schemas.microsoft.com/office/drawing/2014/main" id="{6292F995-338F-4C08-AD19-9BD46B0E2E84}"/>
                </a:ext>
              </a:extLst>
            </p:cNvPr>
            <p:cNvSpPr/>
            <p:nvPr/>
          </p:nvSpPr>
          <p:spPr>
            <a:xfrm>
              <a:off x="6034377" y="4025635"/>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5" name="Group 14">
              <a:extLst>
                <a:ext uri="{FF2B5EF4-FFF2-40B4-BE49-F238E27FC236}">
                  <a16:creationId xmlns:a16="http://schemas.microsoft.com/office/drawing/2014/main" id="{F4401F1F-7D0A-4B79-B259-58A7BF659E7A}"/>
                </a:ext>
              </a:extLst>
            </p:cNvPr>
            <p:cNvGrpSpPr/>
            <p:nvPr/>
          </p:nvGrpSpPr>
          <p:grpSpPr>
            <a:xfrm>
              <a:off x="6586330" y="4098649"/>
              <a:ext cx="1042947" cy="325457"/>
              <a:chOff x="1810263" y="4116185"/>
              <a:chExt cx="1042947" cy="325457"/>
            </a:xfrm>
          </p:grpSpPr>
          <p:sp>
            <p:nvSpPr>
              <p:cNvPr id="16" name="Oval 15">
                <a:extLst>
                  <a:ext uri="{FF2B5EF4-FFF2-40B4-BE49-F238E27FC236}">
                    <a16:creationId xmlns:a16="http://schemas.microsoft.com/office/drawing/2014/main" id="{2FE97CF9-F045-4A93-87A2-C5A0667AF2EF}"/>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Oval 16">
                <a:extLst>
                  <a:ext uri="{FF2B5EF4-FFF2-40B4-BE49-F238E27FC236}">
                    <a16:creationId xmlns:a16="http://schemas.microsoft.com/office/drawing/2014/main" id="{FCE04440-C0AD-45B2-8594-DD7DC856A1C1}"/>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3" name="Group 22">
            <a:extLst>
              <a:ext uri="{FF2B5EF4-FFF2-40B4-BE49-F238E27FC236}">
                <a16:creationId xmlns:a16="http://schemas.microsoft.com/office/drawing/2014/main" id="{E6ECB3B3-B01C-4426-9A07-F45E2B6077EE}"/>
              </a:ext>
            </a:extLst>
          </p:cNvPr>
          <p:cNvGrpSpPr/>
          <p:nvPr/>
        </p:nvGrpSpPr>
        <p:grpSpPr>
          <a:xfrm>
            <a:off x="4230923" y="3889629"/>
            <a:ext cx="1610139" cy="363773"/>
            <a:chOff x="3609229" y="4043171"/>
            <a:chExt cx="2146852" cy="485030"/>
          </a:xfrm>
        </p:grpSpPr>
        <p:sp>
          <p:nvSpPr>
            <p:cNvPr id="18" name="Oval 17">
              <a:extLst>
                <a:ext uri="{FF2B5EF4-FFF2-40B4-BE49-F238E27FC236}">
                  <a16:creationId xmlns:a16="http://schemas.microsoft.com/office/drawing/2014/main" id="{3D659D6B-29E5-4FA4-AF43-A0C816294FD9}"/>
                </a:ext>
              </a:extLst>
            </p:cNvPr>
            <p:cNvSpPr/>
            <p:nvPr/>
          </p:nvSpPr>
          <p:spPr>
            <a:xfrm>
              <a:off x="3609229"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9" name="Group 18">
              <a:extLst>
                <a:ext uri="{FF2B5EF4-FFF2-40B4-BE49-F238E27FC236}">
                  <a16:creationId xmlns:a16="http://schemas.microsoft.com/office/drawing/2014/main" id="{CC61C77C-831E-4985-9CF2-1759F5C7283F}"/>
                </a:ext>
              </a:extLst>
            </p:cNvPr>
            <p:cNvGrpSpPr/>
            <p:nvPr/>
          </p:nvGrpSpPr>
          <p:grpSpPr>
            <a:xfrm>
              <a:off x="4161182" y="4116185"/>
              <a:ext cx="1042947" cy="325457"/>
              <a:chOff x="1810263" y="4116185"/>
              <a:chExt cx="1042947" cy="325457"/>
            </a:xfrm>
          </p:grpSpPr>
          <p:sp>
            <p:nvSpPr>
              <p:cNvPr id="20" name="Oval 19">
                <a:extLst>
                  <a:ext uri="{FF2B5EF4-FFF2-40B4-BE49-F238E27FC236}">
                    <a16:creationId xmlns:a16="http://schemas.microsoft.com/office/drawing/2014/main" id="{E0ED1C8C-5DE7-492F-84FF-40E510ACE92A}"/>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Oval 20">
                <a:extLst>
                  <a:ext uri="{FF2B5EF4-FFF2-40B4-BE49-F238E27FC236}">
                    <a16:creationId xmlns:a16="http://schemas.microsoft.com/office/drawing/2014/main" id="{034897BF-FE42-4124-A6C6-2E3DCD7CDE2B}"/>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
        <p:nvSpPr>
          <p:cNvPr id="25" name="Oval 24">
            <a:extLst>
              <a:ext uri="{FF2B5EF4-FFF2-40B4-BE49-F238E27FC236}">
                <a16:creationId xmlns:a16="http://schemas.microsoft.com/office/drawing/2014/main" id="{86307108-E3B6-48C8-B3C0-7F9F3D667F76}"/>
              </a:ext>
            </a:extLst>
          </p:cNvPr>
          <p:cNvSpPr/>
          <p:nvPr/>
        </p:nvSpPr>
        <p:spPr>
          <a:xfrm>
            <a:off x="7736207"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a:extLst>
              <a:ext uri="{FF2B5EF4-FFF2-40B4-BE49-F238E27FC236}">
                <a16:creationId xmlns:a16="http://schemas.microsoft.com/office/drawing/2014/main" id="{850C1838-6985-4962-BE8B-E3B1214B9C44}"/>
              </a:ext>
            </a:extLst>
          </p:cNvPr>
          <p:cNvSpPr/>
          <p:nvPr/>
        </p:nvSpPr>
        <p:spPr>
          <a:xfrm>
            <a:off x="7940952" y="3999742"/>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a:extLst>
              <a:ext uri="{FF2B5EF4-FFF2-40B4-BE49-F238E27FC236}">
                <a16:creationId xmlns:a16="http://schemas.microsoft.com/office/drawing/2014/main" id="{A1234C42-E06A-4BEF-8D52-DB5D930D6E78}"/>
              </a:ext>
            </a:extLst>
          </p:cNvPr>
          <p:cNvSpPr/>
          <p:nvPr/>
        </p:nvSpPr>
        <p:spPr>
          <a:xfrm>
            <a:off x="8131412"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Speech Bubble: Rectangle 30">
            <a:extLst>
              <a:ext uri="{FF2B5EF4-FFF2-40B4-BE49-F238E27FC236}">
                <a16:creationId xmlns:a16="http://schemas.microsoft.com/office/drawing/2014/main" id="{BA25C95A-E1CF-4021-AE4E-64ECCAF0A5A9}"/>
              </a:ext>
            </a:extLst>
          </p:cNvPr>
          <p:cNvSpPr/>
          <p:nvPr/>
        </p:nvSpPr>
        <p:spPr>
          <a:xfrm>
            <a:off x="8489342" y="2944468"/>
            <a:ext cx="1892909" cy="459486"/>
          </a:xfrm>
          <a:prstGeom prst="wedgeRectCallout">
            <a:avLst>
              <a:gd name="adj1" fmla="val -136621"/>
              <a:gd name="adj2" fmla="val 153349"/>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A shard with 2 replicas handling Hash(key)%K=2</a:t>
            </a:r>
          </a:p>
        </p:txBody>
      </p:sp>
      <p:sp>
        <p:nvSpPr>
          <p:cNvPr id="32" name="Freeform: Shape 31">
            <a:extLst>
              <a:ext uri="{FF2B5EF4-FFF2-40B4-BE49-F238E27FC236}">
                <a16:creationId xmlns:a16="http://schemas.microsoft.com/office/drawing/2014/main" id="{9A3F48AF-C98D-4CF5-9D6F-BEF57E151C16}"/>
              </a:ext>
            </a:extLst>
          </p:cNvPr>
          <p:cNvSpPr/>
          <p:nvPr/>
        </p:nvSpPr>
        <p:spPr>
          <a:xfrm>
            <a:off x="2919444" y="23242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33" name="Straight Arrow Connector 32">
            <a:extLst>
              <a:ext uri="{FF2B5EF4-FFF2-40B4-BE49-F238E27FC236}">
                <a16:creationId xmlns:a16="http://schemas.microsoft.com/office/drawing/2014/main" id="{C5CDDC7A-36CA-4242-B935-E626F60D75E2}"/>
              </a:ext>
            </a:extLst>
          </p:cNvPr>
          <p:cNvCxnSpPr>
            <a:cxnSpLocks/>
          </p:cNvCxnSpPr>
          <p:nvPr/>
        </p:nvCxnSpPr>
        <p:spPr>
          <a:xfrm>
            <a:off x="3010711" y="2799557"/>
            <a:ext cx="1634177" cy="1036452"/>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Speech Bubble: Rectangle 34">
            <a:extLst>
              <a:ext uri="{FF2B5EF4-FFF2-40B4-BE49-F238E27FC236}">
                <a16:creationId xmlns:a16="http://schemas.microsoft.com/office/drawing/2014/main" id="{BE694A83-2355-402E-853E-E0C0FD873BB9}"/>
              </a:ext>
            </a:extLst>
          </p:cNvPr>
          <p:cNvSpPr/>
          <p:nvPr/>
        </p:nvSpPr>
        <p:spPr>
          <a:xfrm>
            <a:off x="6515929" y="1719191"/>
            <a:ext cx="1353710" cy="459486"/>
          </a:xfrm>
          <a:prstGeom prst="wedgeRectCallout">
            <a:avLst>
              <a:gd name="adj1" fmla="val -301703"/>
              <a:gd name="adj2" fmla="val 168924"/>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A transaction</a:t>
            </a:r>
          </a:p>
        </p:txBody>
      </p:sp>
      <p:sp>
        <p:nvSpPr>
          <p:cNvPr id="36" name="Speech Bubble: Rectangle 35">
            <a:extLst>
              <a:ext uri="{FF2B5EF4-FFF2-40B4-BE49-F238E27FC236}">
                <a16:creationId xmlns:a16="http://schemas.microsoft.com/office/drawing/2014/main" id="{F0F30562-0A73-422B-BE39-848385961EB1}"/>
              </a:ext>
            </a:extLst>
          </p:cNvPr>
          <p:cNvSpPr/>
          <p:nvPr/>
        </p:nvSpPr>
        <p:spPr>
          <a:xfrm>
            <a:off x="7372929" y="2320714"/>
            <a:ext cx="3009322" cy="459486"/>
          </a:xfrm>
          <a:prstGeom prst="wedgeRectCallout">
            <a:avLst>
              <a:gd name="adj1" fmla="val -133774"/>
              <a:gd name="adj2" fmla="val 284433"/>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A read or write to some (</a:t>
            </a:r>
            <a:r>
              <a:rPr lang="en-US" sz="1350" err="1"/>
              <a:t>key,value</a:t>
            </a:r>
            <a:r>
              <a:rPr lang="en-US" sz="1350"/>
              <a:t>) tuple.  Here, Hash(key)%K=1</a:t>
            </a:r>
          </a:p>
        </p:txBody>
      </p:sp>
      <p:sp>
        <p:nvSpPr>
          <p:cNvPr id="37" name="TextBox 36">
            <a:extLst>
              <a:ext uri="{FF2B5EF4-FFF2-40B4-BE49-F238E27FC236}">
                <a16:creationId xmlns:a16="http://schemas.microsoft.com/office/drawing/2014/main" id="{8D403D1C-434E-4AD3-8E61-AF7E96A53E93}"/>
              </a:ext>
            </a:extLst>
          </p:cNvPr>
          <p:cNvSpPr txBox="1"/>
          <p:nvPr/>
        </p:nvSpPr>
        <p:spPr>
          <a:xfrm>
            <a:off x="8382001" y="3889628"/>
            <a:ext cx="811033" cy="300082"/>
          </a:xfrm>
          <a:prstGeom prst="rect">
            <a:avLst/>
          </a:prstGeom>
          <a:noFill/>
        </p:spPr>
        <p:txBody>
          <a:bodyPr wrap="square" rtlCol="0">
            <a:spAutoFit/>
          </a:bodyPr>
          <a:lstStyle/>
          <a:p>
            <a:r>
              <a:rPr lang="en-US" sz="1350" b="1"/>
              <a:t>K shards</a:t>
            </a:r>
          </a:p>
        </p:txBody>
      </p:sp>
    </p:spTree>
    <p:extLst>
      <p:ext uri="{BB962C8B-B14F-4D97-AF65-F5344CB8AC3E}">
        <p14:creationId xmlns:p14="http://schemas.microsoft.com/office/powerpoint/2010/main" val="321020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randombar(horizont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randombar(horizontal)">
                                      <p:cBhvr>
                                        <p:cTn id="12" dur="500"/>
                                        <p:tgtEl>
                                          <p:spTgt spid="32"/>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randombar(horizontal)">
                                      <p:cBhvr>
                                        <p:cTn id="15" dur="5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randombar(horizontal)">
                                      <p:cBhvr>
                                        <p:cTn id="20" dur="500"/>
                                        <p:tgtEl>
                                          <p:spTgt spid="33"/>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randombar(horizontal)">
                                      <p:cBhvr>
                                        <p:cTn id="2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5" grpId="0" animBg="1"/>
      <p:bldP spid="3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5FC0A-2500-4E25-AF53-3B44AAA32FAB}"/>
              </a:ext>
            </a:extLst>
          </p:cNvPr>
          <p:cNvSpPr>
            <a:spLocks noGrp="1"/>
          </p:cNvSpPr>
          <p:nvPr>
            <p:ph type="title"/>
          </p:nvPr>
        </p:nvSpPr>
        <p:spPr/>
        <p:txBody>
          <a:bodyPr/>
          <a:lstStyle/>
          <a:p>
            <a:r>
              <a:rPr lang="en-US" sz="3600" err="1">
                <a:solidFill>
                  <a:srgbClr val="0070C0"/>
                </a:solidFill>
              </a:rPr>
              <a:t>Sharding</a:t>
            </a:r>
            <a:r>
              <a:rPr lang="en-US" sz="3600">
                <a:solidFill>
                  <a:srgbClr val="0070C0"/>
                </a:solidFill>
              </a:rPr>
              <a:t>: This works… but carefully</a:t>
            </a:r>
          </a:p>
        </p:txBody>
      </p:sp>
      <p:sp>
        <p:nvSpPr>
          <p:cNvPr id="43" name="Content Placeholder 42">
            <a:extLst>
              <a:ext uri="{FF2B5EF4-FFF2-40B4-BE49-F238E27FC236}">
                <a16:creationId xmlns:a16="http://schemas.microsoft.com/office/drawing/2014/main" id="{1892F205-B173-4353-A2AC-B0DFEEA01AD4}"/>
              </a:ext>
            </a:extLst>
          </p:cNvPr>
          <p:cNvSpPr>
            <a:spLocks noGrp="1"/>
          </p:cNvSpPr>
          <p:nvPr>
            <p:ph idx="1"/>
          </p:nvPr>
        </p:nvSpPr>
        <p:spPr>
          <a:xfrm>
            <a:off x="2292096" y="4486026"/>
            <a:ext cx="8090154" cy="1103244"/>
          </a:xfrm>
        </p:spPr>
        <p:txBody>
          <a:bodyPr>
            <a:normAutofit fontScale="62500" lnSpcReduction="20000"/>
          </a:bodyPr>
          <a:lstStyle/>
          <a:p>
            <a:r>
              <a:rPr lang="en-US"/>
              <a:t>If a transaction does all its work at just one shard, never needing to access two or more, we can use </a:t>
            </a:r>
            <a:r>
              <a:rPr lang="en-US" i="1"/>
              <a:t>state machine replication </a:t>
            </a:r>
            <a:r>
              <a:rPr lang="en-US"/>
              <a:t>to do the work.</a:t>
            </a:r>
          </a:p>
          <a:p>
            <a:r>
              <a:rPr lang="en-US"/>
              <a:t>No locks or 2-phase commit are required.  This scales very well.</a:t>
            </a:r>
          </a:p>
        </p:txBody>
      </p:sp>
      <p:sp>
        <p:nvSpPr>
          <p:cNvPr id="4" name="Footer Placeholder 3">
            <a:extLst>
              <a:ext uri="{FF2B5EF4-FFF2-40B4-BE49-F238E27FC236}">
                <a16:creationId xmlns:a16="http://schemas.microsoft.com/office/drawing/2014/main" id="{1E708AE1-AD75-4013-9D05-CEE6F897284B}"/>
              </a:ext>
            </a:extLst>
          </p:cNvPr>
          <p:cNvSpPr>
            <a:spLocks noGrp="1"/>
          </p:cNvSpPr>
          <p:nvPr>
            <p:ph type="ftr" sz="quarter" idx="11"/>
          </p:nvPr>
        </p:nvSpPr>
        <p:spPr/>
        <p:txBody>
          <a:bodyPr/>
          <a:lstStyle/>
          <a:p>
            <a:r>
              <a:rPr lang="en-US"/>
              <a:t>http://www.cs.cornell.edu/courses/cs5412/2019sp</a:t>
            </a:r>
          </a:p>
        </p:txBody>
      </p:sp>
      <p:sp>
        <p:nvSpPr>
          <p:cNvPr id="5" name="Slide Number Placeholder 4">
            <a:extLst>
              <a:ext uri="{FF2B5EF4-FFF2-40B4-BE49-F238E27FC236}">
                <a16:creationId xmlns:a16="http://schemas.microsoft.com/office/drawing/2014/main" id="{1F514FA7-E99F-4645-99E3-F0751132FC93}"/>
              </a:ext>
            </a:extLst>
          </p:cNvPr>
          <p:cNvSpPr>
            <a:spLocks noGrp="1"/>
          </p:cNvSpPr>
          <p:nvPr>
            <p:ph type="sldNum" sz="quarter" idx="12"/>
          </p:nvPr>
        </p:nvSpPr>
        <p:spPr/>
        <p:txBody>
          <a:bodyPr/>
          <a:lstStyle/>
          <a:p>
            <a:fld id="{3C974458-8A97-4835-BF79-1FB6D7856C21}" type="slidenum">
              <a:rPr lang="en-US" smtClean="0"/>
              <a:t>115</a:t>
            </a:fld>
            <a:endParaRPr lang="en-US"/>
          </a:p>
        </p:txBody>
      </p:sp>
      <p:sp>
        <p:nvSpPr>
          <p:cNvPr id="7" name="Oval 6">
            <a:extLst>
              <a:ext uri="{FF2B5EF4-FFF2-40B4-BE49-F238E27FC236}">
                <a16:creationId xmlns:a16="http://schemas.microsoft.com/office/drawing/2014/main" id="{ABB38D85-8EC4-47BE-9426-5582578EC638}"/>
              </a:ext>
            </a:extLst>
          </p:cNvPr>
          <p:cNvSpPr/>
          <p:nvPr/>
        </p:nvSpPr>
        <p:spPr>
          <a:xfrm>
            <a:off x="2066676" y="3626095"/>
            <a:ext cx="7203882" cy="8110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extBox 7">
            <a:extLst>
              <a:ext uri="{FF2B5EF4-FFF2-40B4-BE49-F238E27FC236}">
                <a16:creationId xmlns:a16="http://schemas.microsoft.com/office/drawing/2014/main" id="{77F7AA89-B86D-4C13-B0C4-06CD17F92B1B}"/>
              </a:ext>
            </a:extLst>
          </p:cNvPr>
          <p:cNvSpPr txBox="1"/>
          <p:nvPr/>
        </p:nvSpPr>
        <p:spPr>
          <a:xfrm>
            <a:off x="9479282" y="3755502"/>
            <a:ext cx="1109207" cy="507831"/>
          </a:xfrm>
          <a:prstGeom prst="rect">
            <a:avLst/>
          </a:prstGeom>
          <a:noFill/>
        </p:spPr>
        <p:txBody>
          <a:bodyPr wrap="square" rtlCol="0">
            <a:spAutoFit/>
          </a:bodyPr>
          <a:lstStyle/>
          <a:p>
            <a:pPr algn="ctr"/>
            <a:r>
              <a:rPr lang="en-US" sz="1350" b="1"/>
              <a:t>Storage </a:t>
            </a:r>
            <a:br>
              <a:rPr lang="en-US" sz="1350" b="1"/>
            </a:br>
            <a:r>
              <a:rPr lang="en-US" sz="1350" b="1">
                <a:sym typeface="Symbol" panose="05050102010706020507" pitchFamily="18" charset="2"/>
              </a:rPr>
              <a:t>-</a:t>
            </a:r>
            <a:r>
              <a:rPr lang="en-US" sz="1350" b="1"/>
              <a:t>service</a:t>
            </a:r>
          </a:p>
        </p:txBody>
      </p:sp>
      <p:grpSp>
        <p:nvGrpSpPr>
          <p:cNvPr id="22" name="Group 21">
            <a:extLst>
              <a:ext uri="{FF2B5EF4-FFF2-40B4-BE49-F238E27FC236}">
                <a16:creationId xmlns:a16="http://schemas.microsoft.com/office/drawing/2014/main" id="{7301C448-F6BE-4DF2-8BDA-13B2E49EFE51}"/>
              </a:ext>
            </a:extLst>
          </p:cNvPr>
          <p:cNvGrpSpPr/>
          <p:nvPr/>
        </p:nvGrpSpPr>
        <p:grpSpPr>
          <a:xfrm>
            <a:off x="2490084" y="3889629"/>
            <a:ext cx="1610139" cy="363773"/>
            <a:chOff x="1288110" y="4043171"/>
            <a:chExt cx="2146852" cy="485030"/>
          </a:xfrm>
        </p:grpSpPr>
        <p:sp>
          <p:nvSpPr>
            <p:cNvPr id="9" name="Oval 8">
              <a:extLst>
                <a:ext uri="{FF2B5EF4-FFF2-40B4-BE49-F238E27FC236}">
                  <a16:creationId xmlns:a16="http://schemas.microsoft.com/office/drawing/2014/main" id="{4A2552E5-E1A0-4C2C-A9D2-108ED444D175}"/>
                </a:ext>
              </a:extLst>
            </p:cNvPr>
            <p:cNvSpPr/>
            <p:nvPr/>
          </p:nvSpPr>
          <p:spPr>
            <a:xfrm>
              <a:off x="1288110"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77D2B706-E50B-4341-B082-88E3A540D7E2}"/>
                </a:ext>
              </a:extLst>
            </p:cNvPr>
            <p:cNvGrpSpPr/>
            <p:nvPr/>
          </p:nvGrpSpPr>
          <p:grpSpPr>
            <a:xfrm>
              <a:off x="1840063" y="4116185"/>
              <a:ext cx="1042947" cy="325457"/>
              <a:chOff x="1810263" y="4116185"/>
              <a:chExt cx="1042947" cy="325457"/>
            </a:xfrm>
          </p:grpSpPr>
          <p:sp>
            <p:nvSpPr>
              <p:cNvPr id="10" name="Oval 9">
                <a:extLst>
                  <a:ext uri="{FF2B5EF4-FFF2-40B4-BE49-F238E27FC236}">
                    <a16:creationId xmlns:a16="http://schemas.microsoft.com/office/drawing/2014/main" id="{05D3EFD7-E23A-4612-91C7-EEEFF5669A58}"/>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Oval 10">
                <a:extLst>
                  <a:ext uri="{FF2B5EF4-FFF2-40B4-BE49-F238E27FC236}">
                    <a16:creationId xmlns:a16="http://schemas.microsoft.com/office/drawing/2014/main" id="{F94E5815-D939-4B7F-B433-7302AF538619}"/>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4" name="Group 23">
            <a:extLst>
              <a:ext uri="{FF2B5EF4-FFF2-40B4-BE49-F238E27FC236}">
                <a16:creationId xmlns:a16="http://schemas.microsoft.com/office/drawing/2014/main" id="{E8DC6B96-11C5-4818-ABF9-0773C7B97485}"/>
              </a:ext>
            </a:extLst>
          </p:cNvPr>
          <p:cNvGrpSpPr/>
          <p:nvPr/>
        </p:nvGrpSpPr>
        <p:grpSpPr>
          <a:xfrm>
            <a:off x="5971762" y="3889629"/>
            <a:ext cx="1610139" cy="363773"/>
            <a:chOff x="6034377" y="4025635"/>
            <a:chExt cx="2146852" cy="485030"/>
          </a:xfrm>
        </p:grpSpPr>
        <p:sp>
          <p:nvSpPr>
            <p:cNvPr id="14" name="Oval 13">
              <a:extLst>
                <a:ext uri="{FF2B5EF4-FFF2-40B4-BE49-F238E27FC236}">
                  <a16:creationId xmlns:a16="http://schemas.microsoft.com/office/drawing/2014/main" id="{6292F995-338F-4C08-AD19-9BD46B0E2E84}"/>
                </a:ext>
              </a:extLst>
            </p:cNvPr>
            <p:cNvSpPr/>
            <p:nvPr/>
          </p:nvSpPr>
          <p:spPr>
            <a:xfrm>
              <a:off x="6034377" y="4025635"/>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5" name="Group 14">
              <a:extLst>
                <a:ext uri="{FF2B5EF4-FFF2-40B4-BE49-F238E27FC236}">
                  <a16:creationId xmlns:a16="http://schemas.microsoft.com/office/drawing/2014/main" id="{F4401F1F-7D0A-4B79-B259-58A7BF659E7A}"/>
                </a:ext>
              </a:extLst>
            </p:cNvPr>
            <p:cNvGrpSpPr/>
            <p:nvPr/>
          </p:nvGrpSpPr>
          <p:grpSpPr>
            <a:xfrm>
              <a:off x="6586330" y="4098649"/>
              <a:ext cx="1042947" cy="325457"/>
              <a:chOff x="1810263" y="4116185"/>
              <a:chExt cx="1042947" cy="325457"/>
            </a:xfrm>
          </p:grpSpPr>
          <p:sp>
            <p:nvSpPr>
              <p:cNvPr id="16" name="Oval 15">
                <a:extLst>
                  <a:ext uri="{FF2B5EF4-FFF2-40B4-BE49-F238E27FC236}">
                    <a16:creationId xmlns:a16="http://schemas.microsoft.com/office/drawing/2014/main" id="{2FE97CF9-F045-4A93-87A2-C5A0667AF2EF}"/>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Oval 16">
                <a:extLst>
                  <a:ext uri="{FF2B5EF4-FFF2-40B4-BE49-F238E27FC236}">
                    <a16:creationId xmlns:a16="http://schemas.microsoft.com/office/drawing/2014/main" id="{FCE04440-C0AD-45B2-8594-DD7DC856A1C1}"/>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3" name="Group 22">
            <a:extLst>
              <a:ext uri="{FF2B5EF4-FFF2-40B4-BE49-F238E27FC236}">
                <a16:creationId xmlns:a16="http://schemas.microsoft.com/office/drawing/2014/main" id="{E6ECB3B3-B01C-4426-9A07-F45E2B6077EE}"/>
              </a:ext>
            </a:extLst>
          </p:cNvPr>
          <p:cNvGrpSpPr/>
          <p:nvPr/>
        </p:nvGrpSpPr>
        <p:grpSpPr>
          <a:xfrm>
            <a:off x="4230923" y="3889629"/>
            <a:ext cx="1610139" cy="363773"/>
            <a:chOff x="3609229" y="4043171"/>
            <a:chExt cx="2146852" cy="485030"/>
          </a:xfrm>
        </p:grpSpPr>
        <p:sp>
          <p:nvSpPr>
            <p:cNvPr id="18" name="Oval 17">
              <a:extLst>
                <a:ext uri="{FF2B5EF4-FFF2-40B4-BE49-F238E27FC236}">
                  <a16:creationId xmlns:a16="http://schemas.microsoft.com/office/drawing/2014/main" id="{3D659D6B-29E5-4FA4-AF43-A0C816294FD9}"/>
                </a:ext>
              </a:extLst>
            </p:cNvPr>
            <p:cNvSpPr/>
            <p:nvPr/>
          </p:nvSpPr>
          <p:spPr>
            <a:xfrm>
              <a:off x="3609229"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9" name="Group 18">
              <a:extLst>
                <a:ext uri="{FF2B5EF4-FFF2-40B4-BE49-F238E27FC236}">
                  <a16:creationId xmlns:a16="http://schemas.microsoft.com/office/drawing/2014/main" id="{CC61C77C-831E-4985-9CF2-1759F5C7283F}"/>
                </a:ext>
              </a:extLst>
            </p:cNvPr>
            <p:cNvGrpSpPr/>
            <p:nvPr/>
          </p:nvGrpSpPr>
          <p:grpSpPr>
            <a:xfrm>
              <a:off x="4161182" y="4116185"/>
              <a:ext cx="1042947" cy="325457"/>
              <a:chOff x="1810263" y="4116185"/>
              <a:chExt cx="1042947" cy="325457"/>
            </a:xfrm>
          </p:grpSpPr>
          <p:sp>
            <p:nvSpPr>
              <p:cNvPr id="20" name="Oval 19">
                <a:extLst>
                  <a:ext uri="{FF2B5EF4-FFF2-40B4-BE49-F238E27FC236}">
                    <a16:creationId xmlns:a16="http://schemas.microsoft.com/office/drawing/2014/main" id="{E0ED1C8C-5DE7-492F-84FF-40E510ACE92A}"/>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Oval 20">
                <a:extLst>
                  <a:ext uri="{FF2B5EF4-FFF2-40B4-BE49-F238E27FC236}">
                    <a16:creationId xmlns:a16="http://schemas.microsoft.com/office/drawing/2014/main" id="{034897BF-FE42-4124-A6C6-2E3DCD7CDE2B}"/>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
        <p:nvSpPr>
          <p:cNvPr id="25" name="Oval 24">
            <a:extLst>
              <a:ext uri="{FF2B5EF4-FFF2-40B4-BE49-F238E27FC236}">
                <a16:creationId xmlns:a16="http://schemas.microsoft.com/office/drawing/2014/main" id="{86307108-E3B6-48C8-B3C0-7F9F3D667F76}"/>
              </a:ext>
            </a:extLst>
          </p:cNvPr>
          <p:cNvSpPr/>
          <p:nvPr/>
        </p:nvSpPr>
        <p:spPr>
          <a:xfrm>
            <a:off x="7736207"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a:extLst>
              <a:ext uri="{FF2B5EF4-FFF2-40B4-BE49-F238E27FC236}">
                <a16:creationId xmlns:a16="http://schemas.microsoft.com/office/drawing/2014/main" id="{850C1838-6985-4962-BE8B-E3B1214B9C44}"/>
              </a:ext>
            </a:extLst>
          </p:cNvPr>
          <p:cNvSpPr/>
          <p:nvPr/>
        </p:nvSpPr>
        <p:spPr>
          <a:xfrm>
            <a:off x="7940952" y="3999742"/>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a:extLst>
              <a:ext uri="{FF2B5EF4-FFF2-40B4-BE49-F238E27FC236}">
                <a16:creationId xmlns:a16="http://schemas.microsoft.com/office/drawing/2014/main" id="{A1234C42-E06A-4BEF-8D52-DB5D930D6E78}"/>
              </a:ext>
            </a:extLst>
          </p:cNvPr>
          <p:cNvSpPr/>
          <p:nvPr/>
        </p:nvSpPr>
        <p:spPr>
          <a:xfrm>
            <a:off x="8131412"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Speech Bubble: Rectangle 30">
            <a:extLst>
              <a:ext uri="{FF2B5EF4-FFF2-40B4-BE49-F238E27FC236}">
                <a16:creationId xmlns:a16="http://schemas.microsoft.com/office/drawing/2014/main" id="{BA25C95A-E1CF-4021-AE4E-64ECCAF0A5A9}"/>
              </a:ext>
            </a:extLst>
          </p:cNvPr>
          <p:cNvSpPr/>
          <p:nvPr/>
        </p:nvSpPr>
        <p:spPr>
          <a:xfrm>
            <a:off x="8489342" y="2944468"/>
            <a:ext cx="1836752" cy="459486"/>
          </a:xfrm>
          <a:prstGeom prst="wedgeRectCallout">
            <a:avLst>
              <a:gd name="adj1" fmla="val -236768"/>
              <a:gd name="adj2" fmla="val 167626"/>
            </a:avLst>
          </a:prstGeom>
          <a:solidFill>
            <a:srgbClr val="B4DE8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a:solidFill>
                  <a:schemeClr val="tx1"/>
                </a:solidFill>
              </a:rPr>
              <a:t>Each transaction accesses just one shard</a:t>
            </a:r>
          </a:p>
        </p:txBody>
      </p:sp>
      <p:sp>
        <p:nvSpPr>
          <p:cNvPr id="28" name="Freeform: Shape 27">
            <a:extLst>
              <a:ext uri="{FF2B5EF4-FFF2-40B4-BE49-F238E27FC236}">
                <a16:creationId xmlns:a16="http://schemas.microsoft.com/office/drawing/2014/main" id="{EC5DEE64-F379-4CC4-AA4D-323894BCF3F3}"/>
              </a:ext>
            </a:extLst>
          </p:cNvPr>
          <p:cNvSpPr/>
          <p:nvPr/>
        </p:nvSpPr>
        <p:spPr>
          <a:xfrm>
            <a:off x="2919444" y="23242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 name="Freeform: Shape 28">
            <a:extLst>
              <a:ext uri="{FF2B5EF4-FFF2-40B4-BE49-F238E27FC236}">
                <a16:creationId xmlns:a16="http://schemas.microsoft.com/office/drawing/2014/main" id="{D6C08AB2-EA39-497E-A5D8-D34A008ADBD5}"/>
              </a:ext>
            </a:extLst>
          </p:cNvPr>
          <p:cNvSpPr/>
          <p:nvPr/>
        </p:nvSpPr>
        <p:spPr>
          <a:xfrm>
            <a:off x="344341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Freeform: Shape 29">
            <a:extLst>
              <a:ext uri="{FF2B5EF4-FFF2-40B4-BE49-F238E27FC236}">
                <a16:creationId xmlns:a16="http://schemas.microsoft.com/office/drawing/2014/main" id="{8754A7F5-0182-4ABD-AD39-59320E781749}"/>
              </a:ext>
            </a:extLst>
          </p:cNvPr>
          <p:cNvSpPr/>
          <p:nvPr/>
        </p:nvSpPr>
        <p:spPr>
          <a:xfrm>
            <a:off x="3895413" y="24536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 name="Freeform: Shape 31">
            <a:extLst>
              <a:ext uri="{FF2B5EF4-FFF2-40B4-BE49-F238E27FC236}">
                <a16:creationId xmlns:a16="http://schemas.microsoft.com/office/drawing/2014/main" id="{674850FC-1777-4CA7-A578-C0766C21C839}"/>
              </a:ext>
            </a:extLst>
          </p:cNvPr>
          <p:cNvSpPr/>
          <p:nvPr/>
        </p:nvSpPr>
        <p:spPr>
          <a:xfrm>
            <a:off x="435295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Freeform: Shape 32">
            <a:extLst>
              <a:ext uri="{FF2B5EF4-FFF2-40B4-BE49-F238E27FC236}">
                <a16:creationId xmlns:a16="http://schemas.microsoft.com/office/drawing/2014/main" id="{541179D0-26CD-4585-81B8-D1597218CF25}"/>
              </a:ext>
            </a:extLst>
          </p:cNvPr>
          <p:cNvSpPr/>
          <p:nvPr/>
        </p:nvSpPr>
        <p:spPr>
          <a:xfrm>
            <a:off x="4745311" y="23078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Freeform: Shape 33">
            <a:extLst>
              <a:ext uri="{FF2B5EF4-FFF2-40B4-BE49-F238E27FC236}">
                <a16:creationId xmlns:a16="http://schemas.microsoft.com/office/drawing/2014/main" id="{02556074-F07F-40E7-B99C-A8FF434AA61B}"/>
              </a:ext>
            </a:extLst>
          </p:cNvPr>
          <p:cNvSpPr/>
          <p:nvPr/>
        </p:nvSpPr>
        <p:spPr>
          <a:xfrm>
            <a:off x="5476877" y="2356395"/>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Freeform: Shape 34">
            <a:extLst>
              <a:ext uri="{FF2B5EF4-FFF2-40B4-BE49-F238E27FC236}">
                <a16:creationId xmlns:a16="http://schemas.microsoft.com/office/drawing/2014/main" id="{34655428-4912-4506-B0A9-460920E710A5}"/>
              </a:ext>
            </a:extLst>
          </p:cNvPr>
          <p:cNvSpPr/>
          <p:nvPr/>
        </p:nvSpPr>
        <p:spPr>
          <a:xfrm>
            <a:off x="6000849" y="2259340"/>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6" name="Freeform: Shape 35">
            <a:extLst>
              <a:ext uri="{FF2B5EF4-FFF2-40B4-BE49-F238E27FC236}">
                <a16:creationId xmlns:a16="http://schemas.microsoft.com/office/drawing/2014/main" id="{747F0E35-43E6-4D84-9A58-6E226C29CE14}"/>
              </a:ext>
            </a:extLst>
          </p:cNvPr>
          <p:cNvSpPr/>
          <p:nvPr/>
        </p:nvSpPr>
        <p:spPr>
          <a:xfrm>
            <a:off x="6452846" y="248580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7" name="Freeform: Shape 36">
            <a:extLst>
              <a:ext uri="{FF2B5EF4-FFF2-40B4-BE49-F238E27FC236}">
                <a16:creationId xmlns:a16="http://schemas.microsoft.com/office/drawing/2014/main" id="{B4D4DD14-98AE-4E30-9CE2-4150BA945136}"/>
              </a:ext>
            </a:extLst>
          </p:cNvPr>
          <p:cNvSpPr/>
          <p:nvPr/>
        </p:nvSpPr>
        <p:spPr>
          <a:xfrm>
            <a:off x="6910389" y="2259340"/>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8" name="Freeform: Shape 37">
            <a:extLst>
              <a:ext uri="{FF2B5EF4-FFF2-40B4-BE49-F238E27FC236}">
                <a16:creationId xmlns:a16="http://schemas.microsoft.com/office/drawing/2014/main" id="{16F480DC-AD3A-4E6C-B118-E91F2AAB5D53}"/>
              </a:ext>
            </a:extLst>
          </p:cNvPr>
          <p:cNvSpPr/>
          <p:nvPr/>
        </p:nvSpPr>
        <p:spPr>
          <a:xfrm>
            <a:off x="7302744" y="2339996"/>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47" name="Straight Arrow Connector 46">
            <a:extLst>
              <a:ext uri="{FF2B5EF4-FFF2-40B4-BE49-F238E27FC236}">
                <a16:creationId xmlns:a16="http://schemas.microsoft.com/office/drawing/2014/main" id="{82720E5A-3D0B-4559-A2D0-B54023EA84C3}"/>
              </a:ext>
            </a:extLst>
          </p:cNvPr>
          <p:cNvCxnSpPr>
            <a:cxnSpLocks/>
          </p:cNvCxnSpPr>
          <p:nvPr/>
        </p:nvCxnSpPr>
        <p:spPr>
          <a:xfrm>
            <a:off x="3010710" y="2799558"/>
            <a:ext cx="506578" cy="1078195"/>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A48B7A4-6D24-48BD-98C5-069F5DE1163D}"/>
              </a:ext>
            </a:extLst>
          </p:cNvPr>
          <p:cNvCxnSpPr>
            <a:cxnSpLocks/>
          </p:cNvCxnSpPr>
          <p:nvPr/>
        </p:nvCxnSpPr>
        <p:spPr>
          <a:xfrm flipH="1">
            <a:off x="6478071" y="2799558"/>
            <a:ext cx="763931" cy="1078195"/>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006EC369-3782-425A-9595-897E79DE97ED}"/>
              </a:ext>
            </a:extLst>
          </p:cNvPr>
          <p:cNvCxnSpPr>
            <a:cxnSpLocks/>
          </p:cNvCxnSpPr>
          <p:nvPr/>
        </p:nvCxnSpPr>
        <p:spPr>
          <a:xfrm flipH="1">
            <a:off x="4647600" y="2834666"/>
            <a:ext cx="810584" cy="1069695"/>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653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randombar(horizontal)">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6CB65-37F7-4192-A7A1-52FD73457011}"/>
              </a:ext>
            </a:extLst>
          </p:cNvPr>
          <p:cNvSpPr>
            <a:spLocks noGrp="1"/>
          </p:cNvSpPr>
          <p:nvPr>
            <p:ph type="title"/>
          </p:nvPr>
        </p:nvSpPr>
        <p:spPr/>
        <p:txBody>
          <a:bodyPr/>
          <a:lstStyle/>
          <a:p>
            <a:r>
              <a:rPr lang="en-US" sz="3600" err="1">
                <a:solidFill>
                  <a:srgbClr val="0070C0"/>
                </a:solidFill>
              </a:rPr>
              <a:t>DefN</a:t>
            </a:r>
            <a:r>
              <a:rPr lang="en-US" sz="3600">
                <a:solidFill>
                  <a:srgbClr val="0070C0"/>
                </a:solidFill>
              </a:rPr>
              <a:t>: State Machine Replication</a:t>
            </a:r>
          </a:p>
        </p:txBody>
      </p:sp>
      <p:sp>
        <p:nvSpPr>
          <p:cNvPr id="3" name="Content Placeholder 2">
            <a:extLst>
              <a:ext uri="{FF2B5EF4-FFF2-40B4-BE49-F238E27FC236}">
                <a16:creationId xmlns:a16="http://schemas.microsoft.com/office/drawing/2014/main" id="{9259205B-2AA3-4F8E-B017-4A5061084097}"/>
              </a:ext>
            </a:extLst>
          </p:cNvPr>
          <p:cNvSpPr>
            <a:spLocks noGrp="1"/>
          </p:cNvSpPr>
          <p:nvPr>
            <p:ph idx="1"/>
          </p:nvPr>
        </p:nvSpPr>
        <p:spPr/>
        <p:txBody>
          <a:bodyPr>
            <a:normAutofit fontScale="92500" lnSpcReduction="20000"/>
          </a:bodyPr>
          <a:lstStyle/>
          <a:p>
            <a:r>
              <a:rPr lang="en-US"/>
              <a:t>This is a model in which we can read from any replica.</a:t>
            </a:r>
          </a:p>
          <a:p>
            <a:endParaRPr lang="en-US"/>
          </a:p>
          <a:p>
            <a:r>
              <a:rPr lang="en-US"/>
              <a:t>To do an update, we use an </a:t>
            </a:r>
            <a:r>
              <a:rPr lang="en-US" i="1"/>
              <a:t>atomic multicast </a:t>
            </a:r>
            <a:r>
              <a:rPr lang="en-US"/>
              <a:t>or a </a:t>
            </a:r>
            <a:r>
              <a:rPr lang="en-US" i="1"/>
              <a:t>durable </a:t>
            </a:r>
            <a:r>
              <a:rPr lang="en-US" i="1" err="1"/>
              <a:t>Paxos</a:t>
            </a:r>
            <a:r>
              <a:rPr lang="en-US" i="1"/>
              <a:t> write</a:t>
            </a:r>
            <a:r>
              <a:rPr lang="en-US"/>
              <a:t> (multicast if the state is kept in-memory, and durable if on disk).</a:t>
            </a:r>
          </a:p>
          <a:p>
            <a:endParaRPr lang="en-US"/>
          </a:p>
          <a:p>
            <a:r>
              <a:rPr lang="en-US"/>
              <a:t>The replicas see the same updates in the same sequence and so we can keep them in a consistent state.  We package the transaction into a message so “delivery of the message” performs the transactional action.</a:t>
            </a:r>
          </a:p>
        </p:txBody>
      </p:sp>
      <p:sp>
        <p:nvSpPr>
          <p:cNvPr id="4" name="Footer Placeholder 3">
            <a:extLst>
              <a:ext uri="{FF2B5EF4-FFF2-40B4-BE49-F238E27FC236}">
                <a16:creationId xmlns:a16="http://schemas.microsoft.com/office/drawing/2014/main" id="{A8E395D6-2B69-45A9-B98B-119EDAEA32AD}"/>
              </a:ext>
            </a:extLst>
          </p:cNvPr>
          <p:cNvSpPr>
            <a:spLocks noGrp="1"/>
          </p:cNvSpPr>
          <p:nvPr>
            <p:ph type="ftr" sz="quarter" idx="11"/>
          </p:nvPr>
        </p:nvSpPr>
        <p:spPr/>
        <p:txBody>
          <a:bodyPr/>
          <a:lstStyle/>
          <a:p>
            <a:r>
              <a:rPr lang="en-US"/>
              <a:t>http://www.cs.cornell.edu/courses/cs5412/2019sp</a:t>
            </a:r>
          </a:p>
        </p:txBody>
      </p:sp>
      <p:sp>
        <p:nvSpPr>
          <p:cNvPr id="5" name="Slide Number Placeholder 4">
            <a:extLst>
              <a:ext uri="{FF2B5EF4-FFF2-40B4-BE49-F238E27FC236}">
                <a16:creationId xmlns:a16="http://schemas.microsoft.com/office/drawing/2014/main" id="{FB01F612-2865-4165-AD62-1F40E2670F87}"/>
              </a:ext>
            </a:extLst>
          </p:cNvPr>
          <p:cNvSpPr>
            <a:spLocks noGrp="1"/>
          </p:cNvSpPr>
          <p:nvPr>
            <p:ph type="sldNum" sz="quarter" idx="12"/>
          </p:nvPr>
        </p:nvSpPr>
        <p:spPr/>
        <p:txBody>
          <a:bodyPr/>
          <a:lstStyle/>
          <a:p>
            <a:fld id="{3C974458-8A97-4835-BF79-1FB6D7856C21}" type="slidenum">
              <a:rPr lang="en-US" smtClean="0"/>
              <a:t>116</a:t>
            </a:fld>
            <a:endParaRPr lang="en-US"/>
          </a:p>
        </p:txBody>
      </p:sp>
    </p:spTree>
    <p:extLst>
      <p:ext uri="{BB962C8B-B14F-4D97-AF65-F5344CB8AC3E}">
        <p14:creationId xmlns:p14="http://schemas.microsoft.com/office/powerpoint/2010/main" val="318366934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5FC0A-2500-4E25-AF53-3B44AAA32FAB}"/>
              </a:ext>
            </a:extLst>
          </p:cNvPr>
          <p:cNvSpPr>
            <a:spLocks noGrp="1"/>
          </p:cNvSpPr>
          <p:nvPr>
            <p:ph type="title"/>
          </p:nvPr>
        </p:nvSpPr>
        <p:spPr>
          <a:xfrm>
            <a:off x="1924628" y="69956"/>
            <a:ext cx="8296391" cy="1124712"/>
          </a:xfrm>
        </p:spPr>
        <p:txBody>
          <a:bodyPr>
            <a:normAutofit/>
          </a:bodyPr>
          <a:lstStyle/>
          <a:p>
            <a:r>
              <a:rPr lang="en-US" sz="3600" err="1">
                <a:solidFill>
                  <a:srgbClr val="0070C0"/>
                </a:solidFill>
              </a:rPr>
              <a:t>Sharding</a:t>
            </a:r>
            <a:r>
              <a:rPr lang="en-US" sz="3600">
                <a:solidFill>
                  <a:srgbClr val="0070C0"/>
                </a:solidFill>
              </a:rPr>
              <a:t> fails for arbitrary transactions</a:t>
            </a:r>
          </a:p>
        </p:txBody>
      </p:sp>
      <p:sp>
        <p:nvSpPr>
          <p:cNvPr id="43" name="Content Placeholder 42">
            <a:extLst>
              <a:ext uri="{FF2B5EF4-FFF2-40B4-BE49-F238E27FC236}">
                <a16:creationId xmlns:a16="http://schemas.microsoft.com/office/drawing/2014/main" id="{1892F205-B173-4353-A2AC-B0DFEEA01AD4}"/>
              </a:ext>
            </a:extLst>
          </p:cNvPr>
          <p:cNvSpPr>
            <a:spLocks noGrp="1"/>
          </p:cNvSpPr>
          <p:nvPr>
            <p:ph idx="1"/>
          </p:nvPr>
        </p:nvSpPr>
        <p:spPr>
          <a:xfrm>
            <a:off x="2292097" y="4486026"/>
            <a:ext cx="8296391" cy="1103244"/>
          </a:xfrm>
        </p:spPr>
        <p:txBody>
          <a:bodyPr>
            <a:normAutofit fontScale="62500" lnSpcReduction="20000"/>
          </a:bodyPr>
          <a:lstStyle/>
          <a:p>
            <a:r>
              <a:rPr lang="en-US"/>
              <a:t>Transactions that touch multiple shards need locks and 2-phase commit.  </a:t>
            </a:r>
            <a:br>
              <a:rPr lang="en-US"/>
            </a:br>
            <a:br>
              <a:rPr lang="en-US"/>
            </a:br>
            <a:r>
              <a:rPr lang="en-US"/>
              <a:t>Jim Gray’s analysis applies: as we scale this case up, performance collapses.</a:t>
            </a:r>
          </a:p>
        </p:txBody>
      </p:sp>
      <p:sp>
        <p:nvSpPr>
          <p:cNvPr id="4" name="Footer Placeholder 3">
            <a:extLst>
              <a:ext uri="{FF2B5EF4-FFF2-40B4-BE49-F238E27FC236}">
                <a16:creationId xmlns:a16="http://schemas.microsoft.com/office/drawing/2014/main" id="{1E708AE1-AD75-4013-9D05-CEE6F897284B}"/>
              </a:ext>
            </a:extLst>
          </p:cNvPr>
          <p:cNvSpPr>
            <a:spLocks noGrp="1"/>
          </p:cNvSpPr>
          <p:nvPr>
            <p:ph type="ftr" sz="quarter" idx="11"/>
          </p:nvPr>
        </p:nvSpPr>
        <p:spPr/>
        <p:txBody>
          <a:bodyPr/>
          <a:lstStyle/>
          <a:p>
            <a:r>
              <a:rPr lang="en-US"/>
              <a:t>http://www.cs.cornell.edu/courses/cs5412/2019sp</a:t>
            </a:r>
          </a:p>
        </p:txBody>
      </p:sp>
      <p:sp>
        <p:nvSpPr>
          <p:cNvPr id="5" name="Slide Number Placeholder 4">
            <a:extLst>
              <a:ext uri="{FF2B5EF4-FFF2-40B4-BE49-F238E27FC236}">
                <a16:creationId xmlns:a16="http://schemas.microsoft.com/office/drawing/2014/main" id="{1F514FA7-E99F-4645-99E3-F0751132FC93}"/>
              </a:ext>
            </a:extLst>
          </p:cNvPr>
          <p:cNvSpPr>
            <a:spLocks noGrp="1"/>
          </p:cNvSpPr>
          <p:nvPr>
            <p:ph type="sldNum" sz="quarter" idx="12"/>
          </p:nvPr>
        </p:nvSpPr>
        <p:spPr/>
        <p:txBody>
          <a:bodyPr/>
          <a:lstStyle/>
          <a:p>
            <a:fld id="{3C974458-8A97-4835-BF79-1FB6D7856C21}" type="slidenum">
              <a:rPr lang="en-US" smtClean="0"/>
              <a:t>117</a:t>
            </a:fld>
            <a:endParaRPr lang="en-US"/>
          </a:p>
        </p:txBody>
      </p:sp>
      <p:sp>
        <p:nvSpPr>
          <p:cNvPr id="7" name="Oval 6">
            <a:extLst>
              <a:ext uri="{FF2B5EF4-FFF2-40B4-BE49-F238E27FC236}">
                <a16:creationId xmlns:a16="http://schemas.microsoft.com/office/drawing/2014/main" id="{ABB38D85-8EC4-47BE-9426-5582578EC638}"/>
              </a:ext>
            </a:extLst>
          </p:cNvPr>
          <p:cNvSpPr/>
          <p:nvPr/>
        </p:nvSpPr>
        <p:spPr>
          <a:xfrm>
            <a:off x="2066676" y="3626095"/>
            <a:ext cx="7203882" cy="8110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extBox 7">
            <a:extLst>
              <a:ext uri="{FF2B5EF4-FFF2-40B4-BE49-F238E27FC236}">
                <a16:creationId xmlns:a16="http://schemas.microsoft.com/office/drawing/2014/main" id="{77F7AA89-B86D-4C13-B0C4-06CD17F92B1B}"/>
              </a:ext>
            </a:extLst>
          </p:cNvPr>
          <p:cNvSpPr txBox="1"/>
          <p:nvPr/>
        </p:nvSpPr>
        <p:spPr>
          <a:xfrm>
            <a:off x="9479282" y="3755502"/>
            <a:ext cx="1109207" cy="507831"/>
          </a:xfrm>
          <a:prstGeom prst="rect">
            <a:avLst/>
          </a:prstGeom>
          <a:noFill/>
        </p:spPr>
        <p:txBody>
          <a:bodyPr wrap="square" rtlCol="0">
            <a:spAutoFit/>
          </a:bodyPr>
          <a:lstStyle/>
          <a:p>
            <a:pPr algn="ctr"/>
            <a:r>
              <a:rPr lang="en-US" sz="1350" b="1"/>
              <a:t>Storage </a:t>
            </a:r>
            <a:br>
              <a:rPr lang="en-US" sz="1350" b="1"/>
            </a:br>
            <a:r>
              <a:rPr lang="en-US" sz="1350" b="1">
                <a:sym typeface="Symbol" panose="05050102010706020507" pitchFamily="18" charset="2"/>
              </a:rPr>
              <a:t>-</a:t>
            </a:r>
            <a:r>
              <a:rPr lang="en-US" sz="1350" b="1"/>
              <a:t>service</a:t>
            </a:r>
          </a:p>
        </p:txBody>
      </p:sp>
      <p:grpSp>
        <p:nvGrpSpPr>
          <p:cNvPr id="22" name="Group 21">
            <a:extLst>
              <a:ext uri="{FF2B5EF4-FFF2-40B4-BE49-F238E27FC236}">
                <a16:creationId xmlns:a16="http://schemas.microsoft.com/office/drawing/2014/main" id="{7301C448-F6BE-4DF2-8BDA-13B2E49EFE51}"/>
              </a:ext>
            </a:extLst>
          </p:cNvPr>
          <p:cNvGrpSpPr/>
          <p:nvPr/>
        </p:nvGrpSpPr>
        <p:grpSpPr>
          <a:xfrm>
            <a:off x="2490084" y="3889629"/>
            <a:ext cx="1610139" cy="363773"/>
            <a:chOff x="1288110" y="4043171"/>
            <a:chExt cx="2146852" cy="485030"/>
          </a:xfrm>
        </p:grpSpPr>
        <p:sp>
          <p:nvSpPr>
            <p:cNvPr id="9" name="Oval 8">
              <a:extLst>
                <a:ext uri="{FF2B5EF4-FFF2-40B4-BE49-F238E27FC236}">
                  <a16:creationId xmlns:a16="http://schemas.microsoft.com/office/drawing/2014/main" id="{4A2552E5-E1A0-4C2C-A9D2-108ED444D175}"/>
                </a:ext>
              </a:extLst>
            </p:cNvPr>
            <p:cNvSpPr/>
            <p:nvPr/>
          </p:nvSpPr>
          <p:spPr>
            <a:xfrm>
              <a:off x="1288110"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77D2B706-E50B-4341-B082-88E3A540D7E2}"/>
                </a:ext>
              </a:extLst>
            </p:cNvPr>
            <p:cNvGrpSpPr/>
            <p:nvPr/>
          </p:nvGrpSpPr>
          <p:grpSpPr>
            <a:xfrm>
              <a:off x="1840063" y="4116185"/>
              <a:ext cx="1042947" cy="325457"/>
              <a:chOff x="1810263" y="4116185"/>
              <a:chExt cx="1042947" cy="325457"/>
            </a:xfrm>
          </p:grpSpPr>
          <p:sp>
            <p:nvSpPr>
              <p:cNvPr id="10" name="Oval 9">
                <a:extLst>
                  <a:ext uri="{FF2B5EF4-FFF2-40B4-BE49-F238E27FC236}">
                    <a16:creationId xmlns:a16="http://schemas.microsoft.com/office/drawing/2014/main" id="{05D3EFD7-E23A-4612-91C7-EEEFF5669A58}"/>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Oval 10">
                <a:extLst>
                  <a:ext uri="{FF2B5EF4-FFF2-40B4-BE49-F238E27FC236}">
                    <a16:creationId xmlns:a16="http://schemas.microsoft.com/office/drawing/2014/main" id="{F94E5815-D939-4B7F-B433-7302AF538619}"/>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4" name="Group 23">
            <a:extLst>
              <a:ext uri="{FF2B5EF4-FFF2-40B4-BE49-F238E27FC236}">
                <a16:creationId xmlns:a16="http://schemas.microsoft.com/office/drawing/2014/main" id="{E8DC6B96-11C5-4818-ABF9-0773C7B97485}"/>
              </a:ext>
            </a:extLst>
          </p:cNvPr>
          <p:cNvGrpSpPr/>
          <p:nvPr/>
        </p:nvGrpSpPr>
        <p:grpSpPr>
          <a:xfrm>
            <a:off x="5971762" y="3889629"/>
            <a:ext cx="1610139" cy="363773"/>
            <a:chOff x="6034377" y="4025635"/>
            <a:chExt cx="2146852" cy="485030"/>
          </a:xfrm>
        </p:grpSpPr>
        <p:sp>
          <p:nvSpPr>
            <p:cNvPr id="14" name="Oval 13">
              <a:extLst>
                <a:ext uri="{FF2B5EF4-FFF2-40B4-BE49-F238E27FC236}">
                  <a16:creationId xmlns:a16="http://schemas.microsoft.com/office/drawing/2014/main" id="{6292F995-338F-4C08-AD19-9BD46B0E2E84}"/>
                </a:ext>
              </a:extLst>
            </p:cNvPr>
            <p:cNvSpPr/>
            <p:nvPr/>
          </p:nvSpPr>
          <p:spPr>
            <a:xfrm>
              <a:off x="6034377" y="4025635"/>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5" name="Group 14">
              <a:extLst>
                <a:ext uri="{FF2B5EF4-FFF2-40B4-BE49-F238E27FC236}">
                  <a16:creationId xmlns:a16="http://schemas.microsoft.com/office/drawing/2014/main" id="{F4401F1F-7D0A-4B79-B259-58A7BF659E7A}"/>
                </a:ext>
              </a:extLst>
            </p:cNvPr>
            <p:cNvGrpSpPr/>
            <p:nvPr/>
          </p:nvGrpSpPr>
          <p:grpSpPr>
            <a:xfrm>
              <a:off x="6586330" y="4098649"/>
              <a:ext cx="1042947" cy="325457"/>
              <a:chOff x="1810263" y="4116185"/>
              <a:chExt cx="1042947" cy="325457"/>
            </a:xfrm>
          </p:grpSpPr>
          <p:sp>
            <p:nvSpPr>
              <p:cNvPr id="16" name="Oval 15">
                <a:extLst>
                  <a:ext uri="{FF2B5EF4-FFF2-40B4-BE49-F238E27FC236}">
                    <a16:creationId xmlns:a16="http://schemas.microsoft.com/office/drawing/2014/main" id="{2FE97CF9-F045-4A93-87A2-C5A0667AF2EF}"/>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Oval 16">
                <a:extLst>
                  <a:ext uri="{FF2B5EF4-FFF2-40B4-BE49-F238E27FC236}">
                    <a16:creationId xmlns:a16="http://schemas.microsoft.com/office/drawing/2014/main" id="{FCE04440-C0AD-45B2-8594-DD7DC856A1C1}"/>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3" name="Group 22">
            <a:extLst>
              <a:ext uri="{FF2B5EF4-FFF2-40B4-BE49-F238E27FC236}">
                <a16:creationId xmlns:a16="http://schemas.microsoft.com/office/drawing/2014/main" id="{E6ECB3B3-B01C-4426-9A07-F45E2B6077EE}"/>
              </a:ext>
            </a:extLst>
          </p:cNvPr>
          <p:cNvGrpSpPr/>
          <p:nvPr/>
        </p:nvGrpSpPr>
        <p:grpSpPr>
          <a:xfrm>
            <a:off x="4230923" y="3889629"/>
            <a:ext cx="1610139" cy="363773"/>
            <a:chOff x="3609229" y="4043171"/>
            <a:chExt cx="2146852" cy="485030"/>
          </a:xfrm>
        </p:grpSpPr>
        <p:sp>
          <p:nvSpPr>
            <p:cNvPr id="18" name="Oval 17">
              <a:extLst>
                <a:ext uri="{FF2B5EF4-FFF2-40B4-BE49-F238E27FC236}">
                  <a16:creationId xmlns:a16="http://schemas.microsoft.com/office/drawing/2014/main" id="{3D659D6B-29E5-4FA4-AF43-A0C816294FD9}"/>
                </a:ext>
              </a:extLst>
            </p:cNvPr>
            <p:cNvSpPr/>
            <p:nvPr/>
          </p:nvSpPr>
          <p:spPr>
            <a:xfrm>
              <a:off x="3609229"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9" name="Group 18">
              <a:extLst>
                <a:ext uri="{FF2B5EF4-FFF2-40B4-BE49-F238E27FC236}">
                  <a16:creationId xmlns:a16="http://schemas.microsoft.com/office/drawing/2014/main" id="{CC61C77C-831E-4985-9CF2-1759F5C7283F}"/>
                </a:ext>
              </a:extLst>
            </p:cNvPr>
            <p:cNvGrpSpPr/>
            <p:nvPr/>
          </p:nvGrpSpPr>
          <p:grpSpPr>
            <a:xfrm>
              <a:off x="4161182" y="4116185"/>
              <a:ext cx="1042947" cy="325457"/>
              <a:chOff x="1810263" y="4116185"/>
              <a:chExt cx="1042947" cy="325457"/>
            </a:xfrm>
          </p:grpSpPr>
          <p:sp>
            <p:nvSpPr>
              <p:cNvPr id="20" name="Oval 19">
                <a:extLst>
                  <a:ext uri="{FF2B5EF4-FFF2-40B4-BE49-F238E27FC236}">
                    <a16:creationId xmlns:a16="http://schemas.microsoft.com/office/drawing/2014/main" id="{E0ED1C8C-5DE7-492F-84FF-40E510ACE92A}"/>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Oval 20">
                <a:extLst>
                  <a:ext uri="{FF2B5EF4-FFF2-40B4-BE49-F238E27FC236}">
                    <a16:creationId xmlns:a16="http://schemas.microsoft.com/office/drawing/2014/main" id="{034897BF-FE42-4124-A6C6-2E3DCD7CDE2B}"/>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
        <p:nvSpPr>
          <p:cNvPr id="25" name="Oval 24">
            <a:extLst>
              <a:ext uri="{FF2B5EF4-FFF2-40B4-BE49-F238E27FC236}">
                <a16:creationId xmlns:a16="http://schemas.microsoft.com/office/drawing/2014/main" id="{86307108-E3B6-48C8-B3C0-7F9F3D667F76}"/>
              </a:ext>
            </a:extLst>
          </p:cNvPr>
          <p:cNvSpPr/>
          <p:nvPr/>
        </p:nvSpPr>
        <p:spPr>
          <a:xfrm>
            <a:off x="7736207"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a:extLst>
              <a:ext uri="{FF2B5EF4-FFF2-40B4-BE49-F238E27FC236}">
                <a16:creationId xmlns:a16="http://schemas.microsoft.com/office/drawing/2014/main" id="{850C1838-6985-4962-BE8B-E3B1214B9C44}"/>
              </a:ext>
            </a:extLst>
          </p:cNvPr>
          <p:cNvSpPr/>
          <p:nvPr/>
        </p:nvSpPr>
        <p:spPr>
          <a:xfrm>
            <a:off x="7940952" y="3999742"/>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a:extLst>
              <a:ext uri="{FF2B5EF4-FFF2-40B4-BE49-F238E27FC236}">
                <a16:creationId xmlns:a16="http://schemas.microsoft.com/office/drawing/2014/main" id="{A1234C42-E06A-4BEF-8D52-DB5D930D6E78}"/>
              </a:ext>
            </a:extLst>
          </p:cNvPr>
          <p:cNvSpPr/>
          <p:nvPr/>
        </p:nvSpPr>
        <p:spPr>
          <a:xfrm>
            <a:off x="8131412"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 name="Freeform: Shape 27">
            <a:extLst>
              <a:ext uri="{FF2B5EF4-FFF2-40B4-BE49-F238E27FC236}">
                <a16:creationId xmlns:a16="http://schemas.microsoft.com/office/drawing/2014/main" id="{EC5DEE64-F379-4CC4-AA4D-323894BCF3F3}"/>
              </a:ext>
            </a:extLst>
          </p:cNvPr>
          <p:cNvSpPr/>
          <p:nvPr/>
        </p:nvSpPr>
        <p:spPr>
          <a:xfrm>
            <a:off x="2919444" y="23242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 name="Freeform: Shape 28">
            <a:extLst>
              <a:ext uri="{FF2B5EF4-FFF2-40B4-BE49-F238E27FC236}">
                <a16:creationId xmlns:a16="http://schemas.microsoft.com/office/drawing/2014/main" id="{D6C08AB2-EA39-497E-A5D8-D34A008ADBD5}"/>
              </a:ext>
            </a:extLst>
          </p:cNvPr>
          <p:cNvSpPr/>
          <p:nvPr/>
        </p:nvSpPr>
        <p:spPr>
          <a:xfrm>
            <a:off x="344341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Freeform: Shape 29">
            <a:extLst>
              <a:ext uri="{FF2B5EF4-FFF2-40B4-BE49-F238E27FC236}">
                <a16:creationId xmlns:a16="http://schemas.microsoft.com/office/drawing/2014/main" id="{8754A7F5-0182-4ABD-AD39-59320E781749}"/>
              </a:ext>
            </a:extLst>
          </p:cNvPr>
          <p:cNvSpPr/>
          <p:nvPr/>
        </p:nvSpPr>
        <p:spPr>
          <a:xfrm>
            <a:off x="3895413" y="24536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 name="Freeform: Shape 31">
            <a:extLst>
              <a:ext uri="{FF2B5EF4-FFF2-40B4-BE49-F238E27FC236}">
                <a16:creationId xmlns:a16="http://schemas.microsoft.com/office/drawing/2014/main" id="{674850FC-1777-4CA7-A578-C0766C21C839}"/>
              </a:ext>
            </a:extLst>
          </p:cNvPr>
          <p:cNvSpPr/>
          <p:nvPr/>
        </p:nvSpPr>
        <p:spPr>
          <a:xfrm>
            <a:off x="435295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Freeform: Shape 32">
            <a:extLst>
              <a:ext uri="{FF2B5EF4-FFF2-40B4-BE49-F238E27FC236}">
                <a16:creationId xmlns:a16="http://schemas.microsoft.com/office/drawing/2014/main" id="{541179D0-26CD-4585-81B8-D1597218CF25}"/>
              </a:ext>
            </a:extLst>
          </p:cNvPr>
          <p:cNvSpPr/>
          <p:nvPr/>
        </p:nvSpPr>
        <p:spPr>
          <a:xfrm>
            <a:off x="4745311" y="23078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Freeform: Shape 33">
            <a:extLst>
              <a:ext uri="{FF2B5EF4-FFF2-40B4-BE49-F238E27FC236}">
                <a16:creationId xmlns:a16="http://schemas.microsoft.com/office/drawing/2014/main" id="{02556074-F07F-40E7-B99C-A8FF434AA61B}"/>
              </a:ext>
            </a:extLst>
          </p:cNvPr>
          <p:cNvSpPr/>
          <p:nvPr/>
        </p:nvSpPr>
        <p:spPr>
          <a:xfrm>
            <a:off x="5476877" y="2356395"/>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Freeform: Shape 34">
            <a:extLst>
              <a:ext uri="{FF2B5EF4-FFF2-40B4-BE49-F238E27FC236}">
                <a16:creationId xmlns:a16="http://schemas.microsoft.com/office/drawing/2014/main" id="{34655428-4912-4506-B0A9-460920E710A5}"/>
              </a:ext>
            </a:extLst>
          </p:cNvPr>
          <p:cNvSpPr/>
          <p:nvPr/>
        </p:nvSpPr>
        <p:spPr>
          <a:xfrm>
            <a:off x="6000849" y="2259340"/>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6" name="Freeform: Shape 35">
            <a:extLst>
              <a:ext uri="{FF2B5EF4-FFF2-40B4-BE49-F238E27FC236}">
                <a16:creationId xmlns:a16="http://schemas.microsoft.com/office/drawing/2014/main" id="{747F0E35-43E6-4D84-9A58-6E226C29CE14}"/>
              </a:ext>
            </a:extLst>
          </p:cNvPr>
          <p:cNvSpPr/>
          <p:nvPr/>
        </p:nvSpPr>
        <p:spPr>
          <a:xfrm>
            <a:off x="6452846" y="248580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7" name="Freeform: Shape 36">
            <a:extLst>
              <a:ext uri="{FF2B5EF4-FFF2-40B4-BE49-F238E27FC236}">
                <a16:creationId xmlns:a16="http://schemas.microsoft.com/office/drawing/2014/main" id="{B4D4DD14-98AE-4E30-9CE2-4150BA945136}"/>
              </a:ext>
            </a:extLst>
          </p:cNvPr>
          <p:cNvSpPr/>
          <p:nvPr/>
        </p:nvSpPr>
        <p:spPr>
          <a:xfrm>
            <a:off x="6910389" y="2259340"/>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8" name="Freeform: Shape 37">
            <a:extLst>
              <a:ext uri="{FF2B5EF4-FFF2-40B4-BE49-F238E27FC236}">
                <a16:creationId xmlns:a16="http://schemas.microsoft.com/office/drawing/2014/main" id="{16F480DC-AD3A-4E6C-B118-E91F2AAB5D53}"/>
              </a:ext>
            </a:extLst>
          </p:cNvPr>
          <p:cNvSpPr/>
          <p:nvPr/>
        </p:nvSpPr>
        <p:spPr>
          <a:xfrm>
            <a:off x="7302744" y="2339996"/>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44" name="Straight Arrow Connector 43">
            <a:extLst>
              <a:ext uri="{FF2B5EF4-FFF2-40B4-BE49-F238E27FC236}">
                <a16:creationId xmlns:a16="http://schemas.microsoft.com/office/drawing/2014/main" id="{822A7F11-9408-4FA7-8E86-231F833B116A}"/>
              </a:ext>
            </a:extLst>
          </p:cNvPr>
          <p:cNvCxnSpPr>
            <a:cxnSpLocks/>
          </p:cNvCxnSpPr>
          <p:nvPr/>
        </p:nvCxnSpPr>
        <p:spPr>
          <a:xfrm>
            <a:off x="2977472" y="2887008"/>
            <a:ext cx="148963" cy="1071419"/>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7F86E60-6868-4A36-818D-75768C0BE2E1}"/>
              </a:ext>
            </a:extLst>
          </p:cNvPr>
          <p:cNvCxnSpPr>
            <a:cxnSpLocks/>
          </p:cNvCxnSpPr>
          <p:nvPr/>
        </p:nvCxnSpPr>
        <p:spPr>
          <a:xfrm flipH="1">
            <a:off x="3691866" y="2894096"/>
            <a:ext cx="2712251" cy="995198"/>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BAE9B6A-E355-43F2-ACD0-478CEDDD2530}"/>
              </a:ext>
            </a:extLst>
          </p:cNvPr>
          <p:cNvCxnSpPr>
            <a:cxnSpLocks/>
          </p:cNvCxnSpPr>
          <p:nvPr/>
        </p:nvCxnSpPr>
        <p:spPr>
          <a:xfrm>
            <a:off x="3040299" y="2882760"/>
            <a:ext cx="1695033" cy="1021601"/>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3D80309-C4BD-4A63-9851-30D2525D20B1}"/>
              </a:ext>
            </a:extLst>
          </p:cNvPr>
          <p:cNvCxnSpPr>
            <a:cxnSpLocks/>
          </p:cNvCxnSpPr>
          <p:nvPr/>
        </p:nvCxnSpPr>
        <p:spPr>
          <a:xfrm flipH="1">
            <a:off x="4839833" y="2936598"/>
            <a:ext cx="1560578" cy="946306"/>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7915CC0-D3A5-4F55-B184-1D92FEBC8A2F}"/>
              </a:ext>
            </a:extLst>
          </p:cNvPr>
          <p:cNvCxnSpPr>
            <a:cxnSpLocks/>
          </p:cNvCxnSpPr>
          <p:nvPr/>
        </p:nvCxnSpPr>
        <p:spPr>
          <a:xfrm>
            <a:off x="4836128" y="2656731"/>
            <a:ext cx="1549598" cy="1232899"/>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53B0774C-D855-4B79-A196-6117687CB7F2}"/>
              </a:ext>
            </a:extLst>
          </p:cNvPr>
          <p:cNvCxnSpPr>
            <a:cxnSpLocks/>
          </p:cNvCxnSpPr>
          <p:nvPr/>
        </p:nvCxnSpPr>
        <p:spPr>
          <a:xfrm>
            <a:off x="6315228" y="2998641"/>
            <a:ext cx="615905" cy="763001"/>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Speech Bubble: Rectangle 56">
            <a:extLst>
              <a:ext uri="{FF2B5EF4-FFF2-40B4-BE49-F238E27FC236}">
                <a16:creationId xmlns:a16="http://schemas.microsoft.com/office/drawing/2014/main" id="{20B137C1-966D-4FE6-B10D-320E69E907C6}"/>
              </a:ext>
            </a:extLst>
          </p:cNvPr>
          <p:cNvSpPr/>
          <p:nvPr/>
        </p:nvSpPr>
        <p:spPr>
          <a:xfrm>
            <a:off x="8489343" y="2777490"/>
            <a:ext cx="2099145" cy="626464"/>
          </a:xfrm>
          <a:prstGeom prst="wedgeRectCallout">
            <a:avLst>
              <a:gd name="adj1" fmla="val -222563"/>
              <a:gd name="adj2" fmla="val 133357"/>
            </a:avLst>
          </a:prstGeom>
          <a:solidFill>
            <a:srgbClr val="B4DE8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a:solidFill>
                  <a:schemeClr val="tx1"/>
                </a:solidFill>
              </a:rPr>
              <a:t>These transactions read and write multiple shards and need atomicity.</a:t>
            </a:r>
          </a:p>
        </p:txBody>
      </p:sp>
    </p:spTree>
    <p:extLst>
      <p:ext uri="{BB962C8B-B14F-4D97-AF65-F5344CB8AC3E}">
        <p14:creationId xmlns:p14="http://schemas.microsoft.com/office/powerpoint/2010/main" val="429208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randombar(horizontal)">
                                      <p:cBhvr>
                                        <p:cTn id="7" dur="500"/>
                                        <p:tgtEl>
                                          <p:spTgt spid="44"/>
                                        </p:tgtEl>
                                      </p:cBhvr>
                                    </p:animEffect>
                                  </p:childTnLst>
                                </p:cTn>
                              </p:par>
                              <p:par>
                                <p:cTn id="8" presetID="14" presetClass="entr" presetSubtype="1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randombar(horizontal)">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randombar(horizontal)">
                                      <p:cBhvr>
                                        <p:cTn id="15" dur="500"/>
                                        <p:tgtEl>
                                          <p:spTgt spid="53"/>
                                        </p:tgtEl>
                                      </p:cBhvr>
                                    </p:animEffect>
                                  </p:childTnLst>
                                </p:cTn>
                              </p:par>
                              <p:par>
                                <p:cTn id="16" presetID="14" presetClass="entr" presetSubtype="10" fill="hold"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randombar(horizontal)">
                                      <p:cBhvr>
                                        <p:cTn id="18" dur="500"/>
                                        <p:tgtEl>
                                          <p:spTgt spid="51"/>
                                        </p:tgtEl>
                                      </p:cBhvr>
                                    </p:animEffect>
                                  </p:childTnLst>
                                </p:cTn>
                              </p:par>
                              <p:par>
                                <p:cTn id="19" presetID="14" presetClass="entr" presetSubtype="1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randombar(horizontal)">
                                      <p:cBhvr>
                                        <p:cTn id="21" dur="500"/>
                                        <p:tgtEl>
                                          <p:spTgt spid="45"/>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randombar(horizontal)">
                                      <p:cBhvr>
                                        <p:cTn id="24" dur="500"/>
                                        <p:tgtEl>
                                          <p:spTgt spid="57"/>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randombar(horizontal)">
                                      <p:cBhvr>
                                        <p:cTn id="2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Virtual </a:t>
            </a:r>
            <a:r>
              <a:rPr lang="es-ES" sz="3600" err="1">
                <a:solidFill>
                  <a:srgbClr val="0070C0"/>
                </a:solidFill>
              </a:rPr>
              <a:t>Synchrony</a:t>
            </a:r>
            <a:endParaRPr lang="es-ES" sz="3600">
              <a:solidFill>
                <a:srgbClr val="0070C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118</a:t>
            </a:fld>
            <a:endParaRPr lang="es-ES"/>
          </a:p>
        </p:txBody>
      </p:sp>
      <p:sp>
        <p:nvSpPr>
          <p:cNvPr id="5" name="4 Marcador de contenido"/>
          <p:cNvSpPr>
            <a:spLocks noGrp="1"/>
          </p:cNvSpPr>
          <p:nvPr>
            <p:ph idx="1"/>
          </p:nvPr>
        </p:nvSpPr>
        <p:spPr>
          <a:xfrm>
            <a:off x="1991544" y="1628801"/>
            <a:ext cx="8229600" cy="4525963"/>
          </a:xfrm>
        </p:spPr>
        <p:txBody>
          <a:bodyPr>
            <a:normAutofit lnSpcReduction="10000"/>
          </a:bodyPr>
          <a:lstStyle/>
          <a:p>
            <a:r>
              <a:rPr lang="es-ES" sz="2400" err="1"/>
              <a:t>There</a:t>
            </a:r>
            <a:r>
              <a:rPr lang="es-ES" sz="2400"/>
              <a:t> are </a:t>
            </a:r>
            <a:r>
              <a:rPr lang="es-ES" sz="2400" err="1"/>
              <a:t>three</a:t>
            </a:r>
            <a:r>
              <a:rPr lang="es-ES" sz="2400"/>
              <a:t> </a:t>
            </a:r>
            <a:r>
              <a:rPr lang="es-ES" sz="2400" err="1"/>
              <a:t>clients</a:t>
            </a:r>
            <a:r>
              <a:rPr lang="es-ES" sz="2400"/>
              <a:t> in </a:t>
            </a:r>
            <a:r>
              <a:rPr lang="es-ES" sz="2400" err="1"/>
              <a:t>the</a:t>
            </a:r>
            <a:r>
              <a:rPr lang="es-ES" sz="2400"/>
              <a:t> </a:t>
            </a:r>
            <a:r>
              <a:rPr lang="es-ES" sz="2400" err="1"/>
              <a:t>example</a:t>
            </a:r>
            <a:r>
              <a:rPr lang="es-ES" sz="2400"/>
              <a:t>. </a:t>
            </a:r>
            <a:r>
              <a:rPr lang="es-ES" sz="2400" err="1"/>
              <a:t>Let</a:t>
            </a:r>
            <a:r>
              <a:rPr lang="es-ES" sz="2400"/>
              <a:t> </a:t>
            </a:r>
            <a:r>
              <a:rPr lang="es-ES" sz="2400" err="1"/>
              <a:t>us</a:t>
            </a:r>
            <a:r>
              <a:rPr lang="es-ES" sz="2400"/>
              <a:t> </a:t>
            </a:r>
            <a:r>
              <a:rPr lang="es-ES" sz="2400" err="1"/>
              <a:t>suposse</a:t>
            </a:r>
            <a:r>
              <a:rPr lang="es-ES" sz="2400"/>
              <a:t> </a:t>
            </a:r>
            <a:r>
              <a:rPr lang="es-ES" sz="2400" err="1"/>
              <a:t>the</a:t>
            </a:r>
            <a:r>
              <a:rPr lang="es-ES" sz="2400"/>
              <a:t> </a:t>
            </a:r>
            <a:r>
              <a:rPr lang="es-ES" sz="2400" err="1"/>
              <a:t>following</a:t>
            </a:r>
            <a:r>
              <a:rPr lang="es-ES" sz="2400"/>
              <a:t> </a:t>
            </a:r>
            <a:r>
              <a:rPr lang="es-ES" sz="2400" err="1"/>
              <a:t>scenario</a:t>
            </a:r>
            <a:r>
              <a:rPr lang="es-ES" sz="2400"/>
              <a:t>:</a:t>
            </a:r>
          </a:p>
          <a:p>
            <a:pPr lvl="1"/>
            <a:r>
              <a:rPr lang="es-ES" sz="1800" err="1">
                <a:solidFill>
                  <a:srgbClr val="FF0000"/>
                </a:solidFill>
              </a:rPr>
              <a:t>Client</a:t>
            </a:r>
            <a:r>
              <a:rPr lang="es-ES" sz="1800">
                <a:solidFill>
                  <a:srgbClr val="FF0000"/>
                </a:solidFill>
              </a:rPr>
              <a:t> 1 </a:t>
            </a:r>
            <a:r>
              <a:rPr lang="es-ES" sz="1800"/>
              <a:t>and </a:t>
            </a:r>
            <a:r>
              <a:rPr lang="es-ES" sz="1800">
                <a:solidFill>
                  <a:srgbClr val="FF0000"/>
                </a:solidFill>
              </a:rPr>
              <a:t>Client3</a:t>
            </a:r>
            <a:r>
              <a:rPr lang="es-ES" sz="1800"/>
              <a:t> </a:t>
            </a:r>
            <a:r>
              <a:rPr lang="en-US" sz="1800"/>
              <a:t>send in a request to what they believe is a single server, at more or less </a:t>
            </a:r>
            <a:r>
              <a:rPr lang="es-ES" sz="1800" err="1"/>
              <a:t>the</a:t>
            </a:r>
            <a:r>
              <a:rPr lang="es-ES" sz="1800"/>
              <a:t> </a:t>
            </a:r>
            <a:r>
              <a:rPr lang="es-ES" sz="1800" err="1"/>
              <a:t>same</a:t>
            </a:r>
            <a:r>
              <a:rPr lang="es-ES" sz="1800"/>
              <a:t> time</a:t>
            </a:r>
          </a:p>
          <a:p>
            <a:pPr lvl="1"/>
            <a:r>
              <a:rPr lang="en-US" sz="1800"/>
              <a:t>The virtual synchrony middleware, of which more later, replicates and orders the incoming requests and ensures that each of the four server instances receives the requests in the same order</a:t>
            </a:r>
          </a:p>
          <a:p>
            <a:pPr lvl="1"/>
            <a:r>
              <a:rPr lang="en-US" sz="1800"/>
              <a:t>Each server believes that it is alone and so performs whatever computation is required and replies with an answer</a:t>
            </a:r>
            <a:endParaRPr lang="es-ES" sz="1800"/>
          </a:p>
          <a:p>
            <a:pPr lvl="1"/>
            <a:r>
              <a:rPr lang="es-ES" sz="1800" err="1"/>
              <a:t>The</a:t>
            </a:r>
            <a:r>
              <a:rPr lang="es-ES" sz="1800"/>
              <a:t> virtual </a:t>
            </a:r>
            <a:r>
              <a:rPr lang="es-ES" sz="1800" err="1"/>
              <a:t>synchrony</a:t>
            </a:r>
            <a:r>
              <a:rPr lang="es-ES" sz="1800"/>
              <a:t> </a:t>
            </a:r>
            <a:r>
              <a:rPr lang="en-US" sz="1800"/>
              <a:t>middleware accepts these answers, which arrive at different times, and </a:t>
            </a:r>
            <a:r>
              <a:rPr lang="es-ES" sz="1800" err="1"/>
              <a:t>takes</a:t>
            </a:r>
            <a:r>
              <a:rPr lang="es-ES" sz="1800"/>
              <a:t> a </a:t>
            </a:r>
            <a:r>
              <a:rPr lang="es-ES" sz="1800" err="1"/>
              <a:t>predefined</a:t>
            </a:r>
            <a:r>
              <a:rPr lang="es-ES" sz="1800"/>
              <a:t> </a:t>
            </a:r>
            <a:r>
              <a:rPr lang="es-ES" sz="1800" err="1"/>
              <a:t>action</a:t>
            </a:r>
            <a:endParaRPr lang="es-ES" sz="1800"/>
          </a:p>
          <a:p>
            <a:pPr lvl="2"/>
            <a:r>
              <a:rPr lang="en-US" sz="1600"/>
              <a:t>In general, the action would be to send the </a:t>
            </a:r>
            <a:r>
              <a:rPr lang="en-US" sz="1600">
                <a:solidFill>
                  <a:srgbClr val="FF0000"/>
                </a:solidFill>
              </a:rPr>
              <a:t>first answer </a:t>
            </a:r>
            <a:r>
              <a:rPr lang="en-US" sz="1600"/>
              <a:t>back to the client (or on to actuators) and discard the others</a:t>
            </a:r>
          </a:p>
          <a:p>
            <a:pPr lvl="2"/>
            <a:r>
              <a:rPr lang="en-US" sz="1600"/>
              <a:t>However, it could be configured to </a:t>
            </a:r>
            <a:r>
              <a:rPr lang="en-US" sz="1600">
                <a:solidFill>
                  <a:srgbClr val="FF0000"/>
                </a:solidFill>
              </a:rPr>
              <a:t>wait for a majority </a:t>
            </a:r>
            <a:r>
              <a:rPr lang="en-US" sz="1600"/>
              <a:t>of server responses, compare them, and send the agreed value to the client</a:t>
            </a:r>
            <a:endParaRPr lang="es-ES" sz="1600" err="1"/>
          </a:p>
        </p:txBody>
      </p:sp>
    </p:spTree>
    <p:extLst>
      <p:ext uri="{BB962C8B-B14F-4D97-AF65-F5344CB8AC3E}">
        <p14:creationId xmlns:p14="http://schemas.microsoft.com/office/powerpoint/2010/main" val="10082638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Active </a:t>
            </a:r>
            <a:r>
              <a:rPr lang="es-ES" sz="3600" err="1">
                <a:solidFill>
                  <a:srgbClr val="0070C0"/>
                </a:solidFill>
              </a:rPr>
              <a:t>Replication</a:t>
            </a:r>
            <a:endParaRPr lang="es-ES" sz="3600">
              <a:solidFill>
                <a:srgbClr val="0070C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119</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s-ES_tradnl" sz="2000" err="1"/>
              <a:t>Advantages</a:t>
            </a:r>
            <a:r>
              <a:rPr lang="es-ES_tradnl" sz="2000"/>
              <a:t> </a:t>
            </a:r>
            <a:r>
              <a:rPr lang="es-ES_tradnl" sz="2000" err="1"/>
              <a:t>over</a:t>
            </a:r>
            <a:r>
              <a:rPr lang="es-ES_tradnl" sz="2000"/>
              <a:t> </a:t>
            </a:r>
            <a:r>
              <a:rPr lang="es-ES_tradnl" sz="2000" err="1"/>
              <a:t>other</a:t>
            </a:r>
            <a:r>
              <a:rPr lang="es-ES_tradnl" sz="2000"/>
              <a:t> </a:t>
            </a:r>
            <a:r>
              <a:rPr lang="es-ES_tradnl" sz="2000" err="1"/>
              <a:t>replication</a:t>
            </a:r>
            <a:r>
              <a:rPr lang="es-ES_tradnl" sz="2000"/>
              <a:t> </a:t>
            </a:r>
            <a:r>
              <a:rPr lang="es-ES_tradnl" sz="2000" err="1"/>
              <a:t>schemes</a:t>
            </a:r>
            <a:r>
              <a:rPr lang="es-ES_tradnl" sz="2000"/>
              <a:t>:</a:t>
            </a:r>
          </a:p>
          <a:p>
            <a:pPr lvl="1"/>
            <a:r>
              <a:rPr lang="en-US" sz="1600"/>
              <a:t>It is tolerant to </a:t>
            </a:r>
            <a:r>
              <a:rPr lang="en-US" sz="1600" err="1"/>
              <a:t>Heisenbugs</a:t>
            </a:r>
            <a:r>
              <a:rPr lang="en-US" sz="1600"/>
              <a:t>. </a:t>
            </a:r>
            <a:r>
              <a:rPr lang="es-ES" sz="1600" err="1"/>
              <a:t>It</a:t>
            </a:r>
            <a:r>
              <a:rPr lang="es-ES" sz="1600"/>
              <a:t> </a:t>
            </a:r>
            <a:r>
              <a:rPr lang="es-ES" sz="1600" err="1"/>
              <a:t>is</a:t>
            </a:r>
            <a:r>
              <a:rPr lang="es-ES" sz="1600"/>
              <a:t> </a:t>
            </a:r>
            <a:r>
              <a:rPr lang="es-ES" sz="1600" err="1"/>
              <a:t>unlikely</a:t>
            </a:r>
            <a:r>
              <a:rPr lang="es-ES" sz="1600"/>
              <a:t> </a:t>
            </a:r>
            <a:r>
              <a:rPr lang="es-ES" sz="1600" err="1"/>
              <a:t>that</a:t>
            </a:r>
            <a:r>
              <a:rPr lang="es-ES" sz="1600"/>
              <a:t> more </a:t>
            </a:r>
            <a:r>
              <a:rPr lang="es-ES" sz="1600" err="1"/>
              <a:t>than</a:t>
            </a:r>
            <a:r>
              <a:rPr lang="es-ES" sz="1600"/>
              <a:t> </a:t>
            </a:r>
            <a:r>
              <a:rPr lang="es-ES" sz="1600" err="1"/>
              <a:t>one</a:t>
            </a:r>
            <a:r>
              <a:rPr lang="es-ES" sz="1600"/>
              <a:t> </a:t>
            </a:r>
            <a:r>
              <a:rPr lang="es-ES" sz="1600" err="1"/>
              <a:t>instance</a:t>
            </a:r>
            <a:r>
              <a:rPr lang="es-ES" sz="1600"/>
              <a:t> </a:t>
            </a:r>
            <a:r>
              <a:rPr lang="es-ES" sz="1600" err="1"/>
              <a:t>have</a:t>
            </a:r>
            <a:r>
              <a:rPr lang="es-ES" sz="1600"/>
              <a:t> </a:t>
            </a:r>
            <a:r>
              <a:rPr lang="es-ES" sz="1600" err="1"/>
              <a:t>the</a:t>
            </a:r>
            <a:r>
              <a:rPr lang="es-ES" sz="1600"/>
              <a:t> </a:t>
            </a:r>
            <a:r>
              <a:rPr lang="es-ES" sz="1600" err="1"/>
              <a:t>same</a:t>
            </a:r>
            <a:r>
              <a:rPr lang="es-ES" sz="1600"/>
              <a:t> </a:t>
            </a:r>
            <a:r>
              <a:rPr lang="es-ES" sz="1600" err="1"/>
              <a:t>Heinsenbug</a:t>
            </a:r>
            <a:r>
              <a:rPr lang="es-ES" sz="1600"/>
              <a:t> at </a:t>
            </a:r>
            <a:r>
              <a:rPr lang="es-ES" sz="1600" err="1"/>
              <a:t>the</a:t>
            </a:r>
            <a:r>
              <a:rPr lang="es-ES" sz="1600"/>
              <a:t> </a:t>
            </a:r>
            <a:r>
              <a:rPr lang="es-ES" sz="1600" err="1"/>
              <a:t>same</a:t>
            </a:r>
            <a:r>
              <a:rPr lang="es-ES" sz="1600"/>
              <a:t> time. </a:t>
            </a:r>
            <a:r>
              <a:rPr lang="es-ES" sz="1600" err="1"/>
              <a:t>If</a:t>
            </a:r>
            <a:r>
              <a:rPr lang="es-ES" sz="1600"/>
              <a:t> a server </a:t>
            </a:r>
            <a:r>
              <a:rPr lang="es-ES" sz="1600" err="1"/>
              <a:t>crashes</a:t>
            </a:r>
            <a:r>
              <a:rPr lang="es-ES" sz="1600"/>
              <a:t>, </a:t>
            </a:r>
            <a:r>
              <a:rPr lang="es-ES" sz="1600" err="1"/>
              <a:t>it</a:t>
            </a:r>
            <a:r>
              <a:rPr lang="es-ES" sz="1600"/>
              <a:t> </a:t>
            </a:r>
            <a:r>
              <a:rPr lang="en-US" sz="1600"/>
              <a:t>will disappear from the group, and a response from one of the other server instances will be returned to the </a:t>
            </a:r>
            <a:r>
              <a:rPr lang="es-ES" sz="1600" err="1"/>
              <a:t>client</a:t>
            </a:r>
            <a:endParaRPr lang="en-US" sz="1600"/>
          </a:p>
          <a:p>
            <a:pPr lvl="1"/>
            <a:r>
              <a:rPr lang="en-US" sz="1600"/>
              <a:t>It scales well (linearly) in the number of server instances. However, the time required to handle a transaction increases as </a:t>
            </a:r>
            <a:r>
              <a:rPr lang="en-US" sz="1400">
                <a:solidFill>
                  <a:srgbClr val="FF0000"/>
                </a:solidFill>
              </a:rPr>
              <a:t>N</a:t>
            </a:r>
            <a:r>
              <a:rPr lang="en-US" sz="1600" baseline="30000">
                <a:solidFill>
                  <a:srgbClr val="FF0000"/>
                </a:solidFill>
              </a:rPr>
              <a:t>3</a:t>
            </a:r>
            <a:r>
              <a:rPr lang="en-US" sz="1600"/>
              <a:t> as in other replication techniques</a:t>
            </a:r>
          </a:p>
          <a:p>
            <a:pPr lvl="1"/>
            <a:r>
              <a:rPr lang="en-US" sz="1600"/>
              <a:t>It can be tuned to provide reliability or availability</a:t>
            </a:r>
          </a:p>
          <a:p>
            <a:pPr lvl="1"/>
            <a:r>
              <a:rPr lang="es-ES" sz="1600" err="1">
                <a:solidFill>
                  <a:srgbClr val="FF0000"/>
                </a:solidFill>
              </a:rPr>
              <a:t>Silent</a:t>
            </a:r>
            <a:r>
              <a:rPr lang="es-ES" sz="1600">
                <a:solidFill>
                  <a:srgbClr val="FF0000"/>
                </a:solidFill>
              </a:rPr>
              <a:t> </a:t>
            </a:r>
            <a:r>
              <a:rPr lang="es-ES" sz="1600" err="1">
                <a:solidFill>
                  <a:srgbClr val="FF0000"/>
                </a:solidFill>
              </a:rPr>
              <a:t>failure</a:t>
            </a:r>
            <a:r>
              <a:rPr lang="es-ES" sz="1600">
                <a:solidFill>
                  <a:srgbClr val="FF0000"/>
                </a:solidFill>
              </a:rPr>
              <a:t> </a:t>
            </a:r>
            <a:r>
              <a:rPr lang="es-ES" sz="1600"/>
              <a:t>(</a:t>
            </a:r>
            <a:r>
              <a:rPr lang="es-ES" sz="1600" err="1"/>
              <a:t>the</a:t>
            </a:r>
            <a:r>
              <a:rPr lang="es-ES" sz="1600"/>
              <a:t> </a:t>
            </a:r>
            <a:r>
              <a:rPr lang="es-ES" sz="1600" err="1"/>
              <a:t>main</a:t>
            </a:r>
            <a:r>
              <a:rPr lang="es-ES" sz="1600"/>
              <a:t> </a:t>
            </a:r>
            <a:r>
              <a:rPr lang="es-ES" sz="1600" err="1"/>
              <a:t>disadvantage</a:t>
            </a:r>
            <a:r>
              <a:rPr lang="es-ES" sz="1600"/>
              <a:t> of </a:t>
            </a:r>
            <a:r>
              <a:rPr lang="es-ES" sz="1600" err="1"/>
              <a:t>cold-standby</a:t>
            </a:r>
            <a:r>
              <a:rPr lang="es-ES" sz="1600"/>
              <a:t>) </a:t>
            </a:r>
            <a:r>
              <a:rPr lang="es-ES" sz="1600" err="1">
                <a:solidFill>
                  <a:srgbClr val="FF0000"/>
                </a:solidFill>
              </a:rPr>
              <a:t>is</a:t>
            </a:r>
            <a:r>
              <a:rPr lang="es-ES" sz="1600">
                <a:solidFill>
                  <a:srgbClr val="FF0000"/>
                </a:solidFill>
              </a:rPr>
              <a:t> </a:t>
            </a:r>
            <a:r>
              <a:rPr lang="es-ES" sz="1600" err="1">
                <a:solidFill>
                  <a:srgbClr val="FF0000"/>
                </a:solidFill>
              </a:rPr>
              <a:t>avoided</a:t>
            </a:r>
            <a:r>
              <a:rPr lang="es-ES" sz="1600"/>
              <a:t>. </a:t>
            </a:r>
            <a:r>
              <a:rPr lang="en-US" sz="1600"/>
              <a:t>All instances of the server are active all the time</a:t>
            </a:r>
          </a:p>
          <a:p>
            <a:pPr lvl="1"/>
            <a:r>
              <a:rPr lang="es-ES" sz="1600" err="1">
                <a:solidFill>
                  <a:srgbClr val="FF0000"/>
                </a:solidFill>
              </a:rPr>
              <a:t>The</a:t>
            </a:r>
            <a:r>
              <a:rPr lang="es-ES" sz="1600">
                <a:solidFill>
                  <a:srgbClr val="FF0000"/>
                </a:solidFill>
              </a:rPr>
              <a:t> selector </a:t>
            </a:r>
            <a:r>
              <a:rPr lang="es-ES" sz="1600" err="1">
                <a:solidFill>
                  <a:srgbClr val="FF0000"/>
                </a:solidFill>
              </a:rPr>
              <a:t>or</a:t>
            </a:r>
            <a:r>
              <a:rPr lang="es-ES" sz="1600">
                <a:solidFill>
                  <a:srgbClr val="FF0000"/>
                </a:solidFill>
              </a:rPr>
              <a:t> </a:t>
            </a:r>
            <a:r>
              <a:rPr lang="es-ES" sz="1600" err="1">
                <a:solidFill>
                  <a:srgbClr val="FF0000"/>
                </a:solidFill>
              </a:rPr>
              <a:t>switch</a:t>
            </a:r>
            <a:r>
              <a:rPr lang="es-ES" sz="1600">
                <a:solidFill>
                  <a:srgbClr val="FF0000"/>
                </a:solidFill>
              </a:rPr>
              <a:t> </a:t>
            </a:r>
            <a:r>
              <a:rPr lang="es-ES" sz="1600" err="1">
                <a:solidFill>
                  <a:srgbClr val="FF0000"/>
                </a:solidFill>
              </a:rPr>
              <a:t>is</a:t>
            </a:r>
            <a:r>
              <a:rPr lang="es-ES" sz="1600">
                <a:solidFill>
                  <a:srgbClr val="FF0000"/>
                </a:solidFill>
              </a:rPr>
              <a:t> removed</a:t>
            </a:r>
          </a:p>
          <a:p>
            <a:pPr lvl="1"/>
            <a:r>
              <a:rPr lang="es-ES" sz="1600" err="1"/>
              <a:t>State</a:t>
            </a:r>
            <a:r>
              <a:rPr lang="es-ES" sz="1600"/>
              <a:t> transfer </a:t>
            </a:r>
            <a:r>
              <a:rPr lang="es-ES" sz="1600" err="1"/>
              <a:t>is</a:t>
            </a:r>
            <a:r>
              <a:rPr lang="es-ES" sz="1600"/>
              <a:t> </a:t>
            </a:r>
            <a:r>
              <a:rPr lang="es-ES" sz="1600" err="1"/>
              <a:t>avoided</a:t>
            </a:r>
            <a:r>
              <a:rPr lang="es-ES" sz="1600"/>
              <a:t>. </a:t>
            </a:r>
            <a:r>
              <a:rPr lang="en-US" sz="1600"/>
              <a:t>Except when a new member joins a group, there is no need to copy state from an “active" to a “passive" server as there is with </a:t>
            </a:r>
            <a:r>
              <a:rPr lang="es-ES" sz="1600"/>
              <a:t>a </a:t>
            </a:r>
            <a:r>
              <a:rPr lang="es-ES" sz="1600" err="1"/>
              <a:t>cold-standby</a:t>
            </a:r>
            <a:r>
              <a:rPr lang="es-ES" sz="1600"/>
              <a:t> </a:t>
            </a:r>
            <a:r>
              <a:rPr lang="es-ES" sz="1600" err="1"/>
              <a:t>architecture</a:t>
            </a:r>
            <a:endParaRPr lang="es-ES" sz="1600"/>
          </a:p>
          <a:p>
            <a:pPr lvl="1"/>
            <a:r>
              <a:rPr lang="en-US" sz="1600"/>
              <a:t>Generally, no significant change is needed to either the client or the server to introduce virtual synchrony</a:t>
            </a:r>
          </a:p>
          <a:p>
            <a:pPr lvl="1"/>
            <a:r>
              <a:rPr lang="en-US" sz="1600"/>
              <a:t>It is a standardized technique</a:t>
            </a:r>
            <a:endParaRPr lang="es-ES" sz="1600"/>
          </a:p>
          <a:p>
            <a:pPr lvl="1"/>
            <a:endParaRPr lang="es-ES" sz="1400" err="1"/>
          </a:p>
        </p:txBody>
      </p:sp>
    </p:spTree>
    <p:extLst>
      <p:ext uri="{BB962C8B-B14F-4D97-AF65-F5344CB8AC3E}">
        <p14:creationId xmlns:p14="http://schemas.microsoft.com/office/powerpoint/2010/main" val="10082638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Active </a:t>
            </a:r>
            <a:r>
              <a:rPr lang="es-ES" sz="3600" err="1">
                <a:solidFill>
                  <a:srgbClr val="0070C0"/>
                </a:solidFill>
              </a:rPr>
              <a:t>Replication</a:t>
            </a:r>
            <a:endParaRPr lang="es-ES" sz="3600">
              <a:solidFill>
                <a:srgbClr val="0070C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120</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s-ES_tradnl" sz="2400" err="1"/>
              <a:t>Disadvantages</a:t>
            </a:r>
            <a:r>
              <a:rPr lang="es-ES_tradnl" sz="2400"/>
              <a:t>:</a:t>
            </a:r>
          </a:p>
          <a:p>
            <a:pPr lvl="1"/>
            <a:r>
              <a:rPr lang="en-US" sz="2000"/>
              <a:t>All state changes in the server must take place as a result of received messages to ensure that the server states do not diverge. For example, a server instance may not generate a random number locally if that could alter its final state</a:t>
            </a:r>
          </a:p>
          <a:p>
            <a:pPr lvl="1"/>
            <a:r>
              <a:rPr lang="en-US" sz="2000"/>
              <a:t>It wastes processor time</a:t>
            </a:r>
          </a:p>
          <a:p>
            <a:pPr lvl="1"/>
            <a:r>
              <a:rPr lang="en-US" sz="2000">
                <a:solidFill>
                  <a:srgbClr val="FF0000"/>
                </a:solidFill>
              </a:rPr>
              <a:t>The whole concept of group membership is technically very complex</a:t>
            </a:r>
            <a:endParaRPr lang="es-ES" sz="2000">
              <a:solidFill>
                <a:srgbClr val="FF0000"/>
              </a:solidFill>
            </a:endParaRPr>
          </a:p>
          <a:p>
            <a:pPr lvl="2"/>
            <a:r>
              <a:rPr lang="es-ES" sz="1800" b="1">
                <a:solidFill>
                  <a:srgbClr val="FF0000"/>
                </a:solidFill>
              </a:rPr>
              <a:t>CAP </a:t>
            </a:r>
            <a:r>
              <a:rPr lang="es-ES" sz="1800" b="1" err="1">
                <a:solidFill>
                  <a:srgbClr val="FF0000"/>
                </a:solidFill>
              </a:rPr>
              <a:t>theorem</a:t>
            </a:r>
            <a:r>
              <a:rPr lang="es-ES" sz="1800" b="1">
                <a:solidFill>
                  <a:srgbClr val="FF0000"/>
                </a:solidFill>
              </a:rPr>
              <a:t> and FLP </a:t>
            </a:r>
            <a:r>
              <a:rPr lang="es-ES" sz="1800" b="1" err="1">
                <a:solidFill>
                  <a:srgbClr val="FF0000"/>
                </a:solidFill>
              </a:rPr>
              <a:t>impossibility</a:t>
            </a:r>
            <a:r>
              <a:rPr lang="es-ES" sz="1800" b="1">
                <a:solidFill>
                  <a:srgbClr val="FF0000"/>
                </a:solidFill>
              </a:rPr>
              <a:t> </a:t>
            </a:r>
            <a:r>
              <a:rPr lang="es-ES" sz="1800" b="1" err="1">
                <a:solidFill>
                  <a:srgbClr val="FF0000"/>
                </a:solidFill>
              </a:rPr>
              <a:t>result</a:t>
            </a:r>
            <a:endParaRPr lang="es-ES" sz="1800" b="1">
              <a:solidFill>
                <a:srgbClr val="FF0000"/>
              </a:solidFill>
            </a:endParaRPr>
          </a:p>
          <a:p>
            <a:pPr lvl="2"/>
            <a:r>
              <a:rPr lang="es-ES_tradnl" sz="1800" err="1"/>
              <a:t>If</a:t>
            </a:r>
            <a:r>
              <a:rPr lang="es-ES_tradnl" sz="1800"/>
              <a:t> a server loses </a:t>
            </a:r>
            <a:r>
              <a:rPr lang="es-ES_tradnl" sz="1800" err="1"/>
              <a:t>contact</a:t>
            </a:r>
            <a:r>
              <a:rPr lang="es-ES_tradnl" sz="1800"/>
              <a:t>, </a:t>
            </a:r>
            <a:r>
              <a:rPr lang="en-US" sz="1800"/>
              <a:t>with the other instances, it is impossible for those other instances to determine whether this is because the instance </a:t>
            </a:r>
            <a:r>
              <a:rPr lang="es-ES" sz="1800"/>
              <a:t>has </a:t>
            </a:r>
            <a:r>
              <a:rPr lang="es-ES" sz="1800" err="1"/>
              <a:t>crashed</a:t>
            </a:r>
            <a:r>
              <a:rPr lang="es-ES" sz="1800"/>
              <a:t> </a:t>
            </a:r>
            <a:r>
              <a:rPr lang="es-ES" sz="1800" err="1"/>
              <a:t>or</a:t>
            </a:r>
            <a:r>
              <a:rPr lang="es-ES" sz="1800"/>
              <a:t> </a:t>
            </a:r>
            <a:r>
              <a:rPr lang="es-ES" sz="1800" err="1"/>
              <a:t>because</a:t>
            </a:r>
            <a:r>
              <a:rPr lang="es-ES" sz="1800"/>
              <a:t> </a:t>
            </a:r>
            <a:r>
              <a:rPr lang="es-ES" sz="1800" err="1"/>
              <a:t>it</a:t>
            </a:r>
            <a:r>
              <a:rPr lang="es-ES" sz="1800"/>
              <a:t> </a:t>
            </a:r>
            <a:r>
              <a:rPr lang="en-US" sz="1800"/>
              <a:t>is still running, communications have been broken</a:t>
            </a:r>
          </a:p>
          <a:p>
            <a:pPr lvl="2"/>
            <a:r>
              <a:rPr lang="en-US" sz="1800"/>
              <a:t>There are pragmatic ways of avoiding the problem</a:t>
            </a:r>
          </a:p>
          <a:p>
            <a:pPr lvl="1"/>
            <a:endParaRPr lang="en-US" sz="2000"/>
          </a:p>
          <a:p>
            <a:pPr lvl="1"/>
            <a:endParaRPr lang="es-ES_tradnl" sz="1800"/>
          </a:p>
        </p:txBody>
      </p:sp>
    </p:spTree>
    <p:extLst>
      <p:ext uri="{BB962C8B-B14F-4D97-AF65-F5344CB8AC3E}">
        <p14:creationId xmlns:p14="http://schemas.microsoft.com/office/powerpoint/2010/main" val="10082638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Locked</a:t>
            </a:r>
            <a:r>
              <a:rPr lang="es-ES" sz="3600">
                <a:solidFill>
                  <a:srgbClr val="0070C0"/>
                </a:solidFill>
              </a:rPr>
              <a:t> </a:t>
            </a:r>
            <a:r>
              <a:rPr lang="es-ES" sz="3600" err="1">
                <a:solidFill>
                  <a:srgbClr val="0070C0"/>
                </a:solidFill>
              </a:rPr>
              <a:t>step</a:t>
            </a:r>
            <a:r>
              <a:rPr lang="es-ES" sz="3600">
                <a:solidFill>
                  <a:srgbClr val="0070C0"/>
                </a:solidFill>
              </a:rPr>
              <a:t> </a:t>
            </a:r>
            <a:r>
              <a:rPr lang="es-ES" sz="3600" err="1">
                <a:solidFill>
                  <a:srgbClr val="0070C0"/>
                </a:solidFill>
              </a:rPr>
              <a:t>processors</a:t>
            </a:r>
            <a:endParaRPr lang="es-ES" sz="3600">
              <a:solidFill>
                <a:srgbClr val="0070C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121</a:t>
            </a:fld>
            <a:endParaRPr lang="es-ES"/>
          </a:p>
        </p:txBody>
      </p:sp>
      <p:sp>
        <p:nvSpPr>
          <p:cNvPr id="5" name="4 Marcador de contenido"/>
          <p:cNvSpPr>
            <a:spLocks noGrp="1"/>
          </p:cNvSpPr>
          <p:nvPr>
            <p:ph idx="1"/>
          </p:nvPr>
        </p:nvSpPr>
        <p:spPr>
          <a:xfrm>
            <a:off x="1991544" y="1628801"/>
            <a:ext cx="8229600" cy="4525963"/>
          </a:xfrm>
        </p:spPr>
        <p:txBody>
          <a:bodyPr>
            <a:normAutofit fontScale="85000" lnSpcReduction="10000"/>
          </a:bodyPr>
          <a:lstStyle/>
          <a:p>
            <a:r>
              <a:rPr lang="en-US" sz="2400"/>
              <a:t>One surprisingly popular form of replication has two processors running the same code in locked step, each executing the same machine code instruction at the same time</a:t>
            </a:r>
          </a:p>
          <a:p>
            <a:r>
              <a:rPr lang="en-US" sz="2400"/>
              <a:t>Initially (early 80’s), software was very simple, and processor hardware very complex and error prone</a:t>
            </a:r>
          </a:p>
          <a:p>
            <a:pPr lvl="1"/>
            <a:r>
              <a:rPr lang="en-US" sz="2000"/>
              <a:t>the locked step provided a useful way of detecting a hardware fault</a:t>
            </a:r>
          </a:p>
          <a:p>
            <a:r>
              <a:rPr lang="es-ES" sz="2400"/>
              <a:t>Hardware </a:t>
            </a:r>
            <a:r>
              <a:rPr lang="es-ES" sz="2400" err="1"/>
              <a:t>became</a:t>
            </a:r>
            <a:r>
              <a:rPr lang="es-ES" sz="2400"/>
              <a:t> </a:t>
            </a:r>
            <a:r>
              <a:rPr lang="es-ES" sz="2400" err="1"/>
              <a:t>much</a:t>
            </a:r>
            <a:r>
              <a:rPr lang="es-ES" sz="2400"/>
              <a:t> more </a:t>
            </a:r>
            <a:r>
              <a:rPr lang="es-ES" sz="2400" err="1"/>
              <a:t>integrated</a:t>
            </a:r>
            <a:r>
              <a:rPr lang="es-ES" sz="2400"/>
              <a:t> and </a:t>
            </a:r>
            <a:r>
              <a:rPr lang="es-ES" sz="2400" err="1"/>
              <a:t>reliable</a:t>
            </a:r>
            <a:r>
              <a:rPr lang="es-ES" sz="2400"/>
              <a:t> and </a:t>
            </a:r>
            <a:r>
              <a:rPr lang="es-ES" sz="2400" err="1"/>
              <a:t>the</a:t>
            </a:r>
            <a:r>
              <a:rPr lang="es-ES" sz="2400"/>
              <a:t> </a:t>
            </a:r>
            <a:r>
              <a:rPr lang="es-ES" sz="2400" err="1"/>
              <a:t>technique</a:t>
            </a:r>
            <a:r>
              <a:rPr lang="es-ES" sz="2400"/>
              <a:t> </a:t>
            </a:r>
            <a:r>
              <a:rPr lang="es-ES" sz="2400" err="1"/>
              <a:t>became</a:t>
            </a:r>
            <a:r>
              <a:rPr lang="es-ES" sz="2400"/>
              <a:t> </a:t>
            </a:r>
            <a:r>
              <a:rPr lang="en-US" sz="2400"/>
              <a:t>useless because almost all faults were in software</a:t>
            </a:r>
          </a:p>
          <a:p>
            <a:r>
              <a:rPr lang="en-US" sz="2400"/>
              <a:t>In the last few years, the track widths in the integrated circuits have reduced. In 2005, track widths of 100 nm were typical; by 2010, this had reduced to 32 nm, and by 2018, tracks of 8 nm are starting to be used</a:t>
            </a:r>
          </a:p>
          <a:p>
            <a:pPr lvl="1"/>
            <a:r>
              <a:rPr lang="en-US" sz="2000"/>
              <a:t>Processors and memory chips have become more susceptible to cross-talk between tracks, thermal aging, electromagnetic interference, and cosmic ray effects</a:t>
            </a:r>
          </a:p>
          <a:p>
            <a:pPr lvl="1"/>
            <a:r>
              <a:rPr lang="es-ES" sz="2000" err="1">
                <a:solidFill>
                  <a:srgbClr val="FF0000"/>
                </a:solidFill>
              </a:rPr>
              <a:t>Locked</a:t>
            </a:r>
            <a:r>
              <a:rPr lang="es-ES" sz="2000">
                <a:solidFill>
                  <a:srgbClr val="FF0000"/>
                </a:solidFill>
              </a:rPr>
              <a:t> </a:t>
            </a:r>
            <a:r>
              <a:rPr lang="es-ES" sz="2000" err="1">
                <a:solidFill>
                  <a:srgbClr val="FF0000"/>
                </a:solidFill>
              </a:rPr>
              <a:t>step</a:t>
            </a:r>
            <a:r>
              <a:rPr lang="es-ES" sz="2000">
                <a:solidFill>
                  <a:srgbClr val="FF0000"/>
                </a:solidFill>
              </a:rPr>
              <a:t> </a:t>
            </a:r>
            <a:r>
              <a:rPr lang="es-ES" sz="2000" err="1">
                <a:solidFill>
                  <a:srgbClr val="FF0000"/>
                </a:solidFill>
              </a:rPr>
              <a:t>processing</a:t>
            </a:r>
            <a:r>
              <a:rPr lang="es-ES" sz="2000">
                <a:solidFill>
                  <a:srgbClr val="FF0000"/>
                </a:solidFill>
              </a:rPr>
              <a:t> </a:t>
            </a:r>
            <a:r>
              <a:rPr lang="es-ES" sz="2000" err="1">
                <a:solidFill>
                  <a:srgbClr val="FF0000"/>
                </a:solidFill>
              </a:rPr>
              <a:t>may</a:t>
            </a:r>
            <a:r>
              <a:rPr lang="es-ES" sz="2000">
                <a:solidFill>
                  <a:srgbClr val="FF0000"/>
                </a:solidFill>
              </a:rPr>
              <a:t> </a:t>
            </a:r>
            <a:r>
              <a:rPr lang="es-ES" sz="2000" err="1">
                <a:solidFill>
                  <a:srgbClr val="FF0000"/>
                </a:solidFill>
              </a:rPr>
              <a:t>again</a:t>
            </a:r>
            <a:r>
              <a:rPr lang="es-ES" sz="2000">
                <a:solidFill>
                  <a:srgbClr val="FF0000"/>
                </a:solidFill>
              </a:rPr>
              <a:t> </a:t>
            </a:r>
            <a:r>
              <a:rPr lang="es-ES" sz="2000" err="1">
                <a:solidFill>
                  <a:srgbClr val="FF0000"/>
                </a:solidFill>
              </a:rPr>
              <a:t>become</a:t>
            </a:r>
            <a:r>
              <a:rPr lang="es-ES" sz="2000">
                <a:solidFill>
                  <a:srgbClr val="FF0000"/>
                </a:solidFill>
              </a:rPr>
              <a:t> </a:t>
            </a:r>
            <a:r>
              <a:rPr lang="es-ES" sz="2000" err="1">
                <a:solidFill>
                  <a:srgbClr val="FF0000"/>
                </a:solidFill>
              </a:rPr>
              <a:t>useful</a:t>
            </a:r>
            <a:endParaRPr lang="es-ES" sz="2000">
              <a:solidFill>
                <a:srgbClr val="FF0000"/>
              </a:solidFill>
            </a:endParaRPr>
          </a:p>
        </p:txBody>
      </p:sp>
    </p:spTree>
    <p:extLst>
      <p:ext uri="{BB962C8B-B14F-4D97-AF65-F5344CB8AC3E}">
        <p14:creationId xmlns:p14="http://schemas.microsoft.com/office/powerpoint/2010/main" val="1008263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Diverse</a:t>
            </a:r>
            <a:r>
              <a:rPr lang="es-ES" sz="3600">
                <a:solidFill>
                  <a:srgbClr val="0070C0"/>
                </a:solidFill>
              </a:rPr>
              <a:t> Monitor</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122</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n-US" sz="1800"/>
              <a:t>The main system performs its function of reading input values and transforming these into output values</a:t>
            </a:r>
          </a:p>
          <a:p>
            <a:r>
              <a:rPr lang="en-US" sz="1800"/>
              <a:t>The monitor observes the inputs and outputs, and may also observe internal states of the main system</a:t>
            </a:r>
          </a:p>
          <a:p>
            <a:r>
              <a:rPr lang="en-US" sz="1800"/>
              <a:t>The difference between the main system and the monitor is that the </a:t>
            </a:r>
            <a:r>
              <a:rPr lang="en-US" sz="1800">
                <a:solidFill>
                  <a:srgbClr val="FF0000"/>
                </a:solidFill>
              </a:rPr>
              <a:t>main system is much more complex</a:t>
            </a:r>
          </a:p>
          <a:p>
            <a:endParaRPr lang="en-US" sz="1800"/>
          </a:p>
        </p:txBody>
      </p:sp>
      <p:pic>
        <p:nvPicPr>
          <p:cNvPr id="2050" name="Picture 2"/>
          <p:cNvPicPr>
            <a:picLocks noChangeAspect="1" noChangeArrowheads="1"/>
          </p:cNvPicPr>
          <p:nvPr/>
        </p:nvPicPr>
        <p:blipFill>
          <a:blip r:embed="rId2" cstate="print"/>
          <a:srcRect/>
          <a:stretch>
            <a:fillRect/>
          </a:stretch>
        </p:blipFill>
        <p:spPr bwMode="auto">
          <a:xfrm>
            <a:off x="4223792" y="3540311"/>
            <a:ext cx="4104456" cy="3172369"/>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Diverse</a:t>
            </a:r>
            <a:r>
              <a:rPr lang="es-ES" sz="3600">
                <a:solidFill>
                  <a:srgbClr val="0070C0"/>
                </a:solidFill>
              </a:rPr>
              <a:t> Monitor</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123</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n-US" sz="2000"/>
              <a:t>When designing a high reliability system, for example an ASIL C, sometime is permitted to decompose a system </a:t>
            </a:r>
            <a:r>
              <a:rPr lang="es-ES" sz="2000" err="1"/>
              <a:t>into</a:t>
            </a:r>
            <a:r>
              <a:rPr lang="es-ES" sz="2000"/>
              <a:t> </a:t>
            </a:r>
            <a:r>
              <a:rPr lang="es-ES" sz="2000" err="1"/>
              <a:t>an</a:t>
            </a:r>
            <a:r>
              <a:rPr lang="es-ES" sz="2000"/>
              <a:t> ASIL C </a:t>
            </a:r>
            <a:r>
              <a:rPr lang="en-US" sz="2000"/>
              <a:t>component and a “quality management" (QM) component to which ISO 26262 does not apply</a:t>
            </a:r>
          </a:p>
          <a:p>
            <a:r>
              <a:rPr lang="en-US" sz="2000"/>
              <a:t>The main system could be governed by the QM processes and the monitor (easier to certify) by the ASIL C </a:t>
            </a:r>
            <a:endParaRPr lang="en-US" sz="2400">
              <a:solidFill>
                <a:srgbClr val="FF0000"/>
              </a:solidFill>
            </a:endParaRPr>
          </a:p>
          <a:p>
            <a:r>
              <a:rPr lang="en-US" sz="1800"/>
              <a:t>There are other diverse monitor architectures, in the figure a drug flow medical device</a:t>
            </a:r>
          </a:p>
        </p:txBody>
      </p:sp>
      <p:pic>
        <p:nvPicPr>
          <p:cNvPr id="3074" name="Picture 2"/>
          <p:cNvPicPr>
            <a:picLocks noChangeAspect="1" noChangeArrowheads="1"/>
          </p:cNvPicPr>
          <p:nvPr/>
        </p:nvPicPr>
        <p:blipFill>
          <a:blip r:embed="rId2" cstate="print"/>
          <a:srcRect/>
          <a:stretch>
            <a:fillRect/>
          </a:stretch>
        </p:blipFill>
        <p:spPr bwMode="auto">
          <a:xfrm>
            <a:off x="2999656" y="4293096"/>
            <a:ext cx="6408712" cy="2364712"/>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dirty="0" err="1">
                <a:solidFill>
                  <a:srgbClr val="0070C0"/>
                </a:solidFill>
              </a:rPr>
              <a:t>Watchdog</a:t>
            </a:r>
            <a:r>
              <a:rPr lang="es-ES" sz="3600" dirty="0">
                <a:solidFill>
                  <a:srgbClr val="0070C0"/>
                </a:solidFill>
              </a:rPr>
              <a:t> Diverse Monitor</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124</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n-US" sz="2400" dirty="0"/>
              <a:t>One very common diverse monitor is the watchdog</a:t>
            </a:r>
          </a:p>
          <a:p>
            <a:r>
              <a:rPr lang="en-US" sz="2400" dirty="0"/>
              <a:t>The main system is required to “kick“ the watchdog (the monitor) periodically by sending it a message or by </a:t>
            </a:r>
            <a:r>
              <a:rPr lang="es-ES" sz="2400" dirty="0" err="1"/>
              <a:t>changing</a:t>
            </a:r>
            <a:r>
              <a:rPr lang="es-ES" sz="2400" dirty="0"/>
              <a:t> a </a:t>
            </a:r>
            <a:r>
              <a:rPr lang="es-ES" sz="2400" dirty="0" err="1"/>
              <a:t>memory</a:t>
            </a:r>
            <a:r>
              <a:rPr lang="es-ES" sz="2400" dirty="0"/>
              <a:t> </a:t>
            </a:r>
            <a:r>
              <a:rPr lang="es-ES" sz="2400" dirty="0" err="1"/>
              <a:t>value</a:t>
            </a:r>
            <a:endParaRPr lang="es-ES" sz="2400" dirty="0"/>
          </a:p>
          <a:p>
            <a:r>
              <a:rPr lang="en-US" sz="2400" dirty="0"/>
              <a:t>If the watchdog notices that it hasn't been kicked for a pre-determined time, then it “barks“, typically forcing the system into its design safe state</a:t>
            </a:r>
          </a:p>
          <a:p>
            <a:r>
              <a:rPr lang="en-US" sz="2400" dirty="0"/>
              <a:t>The difficulties with the watchdog approach are determining:</a:t>
            </a:r>
          </a:p>
          <a:p>
            <a:pPr lvl="1"/>
            <a:r>
              <a:rPr lang="en-US" sz="2000" dirty="0"/>
              <a:t>The place within the main system's code to kick the watchdog</a:t>
            </a:r>
          </a:p>
          <a:p>
            <a:pPr lvl="2"/>
            <a:r>
              <a:rPr lang="es-ES" sz="1600" dirty="0" err="1"/>
              <a:t>The</a:t>
            </a:r>
            <a:r>
              <a:rPr lang="es-ES" sz="1600" dirty="0"/>
              <a:t> </a:t>
            </a:r>
            <a:r>
              <a:rPr lang="es-ES" sz="1600" dirty="0" err="1"/>
              <a:t>process</a:t>
            </a:r>
            <a:r>
              <a:rPr lang="es-ES" sz="1600" dirty="0"/>
              <a:t> </a:t>
            </a:r>
            <a:r>
              <a:rPr lang="es-ES" sz="1600" dirty="0" err="1"/>
              <a:t>kicking</a:t>
            </a:r>
            <a:r>
              <a:rPr lang="es-ES" sz="1600" dirty="0"/>
              <a:t> </a:t>
            </a:r>
            <a:r>
              <a:rPr lang="en-US" sz="1600" dirty="0"/>
              <a:t>the watchdog must be sophisticated enough to be able to determine whether the system is working correctly or not</a:t>
            </a:r>
          </a:p>
          <a:p>
            <a:pPr lvl="1"/>
            <a:r>
              <a:rPr lang="en-US" sz="2000" dirty="0"/>
              <a:t>The time within which the watchdog must be kicked</a:t>
            </a:r>
          </a:p>
        </p:txBody>
      </p:sp>
    </p:spTree>
    <p:extLst>
      <p:ext uri="{BB962C8B-B14F-4D97-AF65-F5344CB8AC3E}">
        <p14:creationId xmlns:p14="http://schemas.microsoft.com/office/powerpoint/2010/main" val="10082638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Replication</a:t>
            </a:r>
            <a:r>
              <a:rPr lang="es-ES" sz="3600">
                <a:solidFill>
                  <a:srgbClr val="0070C0"/>
                </a:solidFill>
              </a:rPr>
              <a:t> and </a:t>
            </a:r>
            <a:r>
              <a:rPr lang="es-ES" sz="3600" err="1">
                <a:solidFill>
                  <a:srgbClr val="0070C0"/>
                </a:solidFill>
              </a:rPr>
              <a:t>Diversification</a:t>
            </a:r>
            <a:br>
              <a:rPr lang="es-ES" sz="3600">
                <a:solidFill>
                  <a:srgbClr val="0070C0"/>
                </a:solidFill>
              </a:rPr>
            </a:br>
            <a:r>
              <a:rPr lang="es-ES" sz="3600" err="1">
                <a:solidFill>
                  <a:srgbClr val="0070C0"/>
                </a:solidFill>
              </a:rPr>
              <a:t>Summary</a:t>
            </a:r>
            <a:endParaRPr lang="es-ES" sz="3600">
              <a:solidFill>
                <a:srgbClr val="0070C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125</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n-US" sz="2400"/>
              <a:t>Replication and diversification are powerful techniques for improving the availability or reliability of a system</a:t>
            </a:r>
          </a:p>
          <a:p>
            <a:r>
              <a:rPr lang="en-US" sz="2400"/>
              <a:t>However, their use is not free:  they add extra components and complexity to the system, and an unthinking application of replication may actually result in a decrease </a:t>
            </a:r>
            <a:r>
              <a:rPr lang="es-ES" sz="2400"/>
              <a:t>in </a:t>
            </a:r>
            <a:r>
              <a:rPr lang="es-ES" sz="2400" err="1"/>
              <a:t>dependability</a:t>
            </a:r>
            <a:endParaRPr lang="es-ES" sz="2400"/>
          </a:p>
          <a:p>
            <a:r>
              <a:rPr lang="en-US" sz="2400"/>
              <a:t>Silent failure of a component that is in cold standby </a:t>
            </a:r>
            <a:r>
              <a:rPr lang="es-ES" sz="2400" err="1"/>
              <a:t>mode</a:t>
            </a:r>
            <a:r>
              <a:rPr lang="es-ES" sz="2400"/>
              <a:t> </a:t>
            </a:r>
            <a:r>
              <a:rPr lang="es-ES" sz="2400" err="1"/>
              <a:t>is</a:t>
            </a:r>
            <a:r>
              <a:rPr lang="es-ES" sz="2400"/>
              <a:t> </a:t>
            </a:r>
            <a:r>
              <a:rPr lang="es-ES" sz="2400" err="1"/>
              <a:t>particularly</a:t>
            </a:r>
            <a:r>
              <a:rPr lang="es-ES" sz="2400"/>
              <a:t> </a:t>
            </a:r>
            <a:r>
              <a:rPr lang="es-ES" sz="2400" err="1"/>
              <a:t>pernicious</a:t>
            </a:r>
            <a:endParaRPr lang="en-US" sz="2400"/>
          </a:p>
        </p:txBody>
      </p:sp>
    </p:spTree>
    <p:extLst>
      <p:ext uri="{BB962C8B-B14F-4D97-AF65-F5344CB8AC3E}">
        <p14:creationId xmlns:p14="http://schemas.microsoft.com/office/powerpoint/2010/main" val="10082638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altLang="es-ES" sz="3600" err="1">
                <a:solidFill>
                  <a:schemeClr val="accent1"/>
                </a:solidFill>
              </a:rPr>
              <a:t>Diseño</a:t>
            </a:r>
            <a:r>
              <a:rPr lang="en-US" altLang="es-ES" sz="3600">
                <a:solidFill>
                  <a:schemeClr val="accent1"/>
                </a:solidFill>
              </a:rPr>
              <a:t> de Software </a:t>
            </a:r>
            <a:r>
              <a:rPr lang="en-US" altLang="es-ES" sz="3600" err="1">
                <a:solidFill>
                  <a:schemeClr val="accent1"/>
                </a:solidFill>
              </a:rPr>
              <a:t>Crítico</a:t>
            </a:r>
            <a:endParaRPr lang="es-ES" sz="3600">
              <a:solidFill>
                <a:schemeClr val="accent1"/>
              </a:solidFill>
            </a:endParaRPr>
          </a:p>
        </p:txBody>
      </p:sp>
      <p:sp>
        <p:nvSpPr>
          <p:cNvPr id="3" name="2 Marcador de contenido"/>
          <p:cNvSpPr>
            <a:spLocks noGrp="1"/>
          </p:cNvSpPr>
          <p:nvPr>
            <p:ph idx="1"/>
          </p:nvPr>
        </p:nvSpPr>
        <p:spPr/>
        <p:txBody>
          <a:bodyPr>
            <a:normAutofit/>
          </a:bodyPr>
          <a:lstStyle/>
          <a:p>
            <a:pPr marL="857250" lvl="1" indent="-457200">
              <a:lnSpc>
                <a:spcPct val="120000"/>
              </a:lnSpc>
            </a:pPr>
            <a:r>
              <a:rPr lang="en-US" altLang="es-ES" err="1"/>
              <a:t>Patrones</a:t>
            </a:r>
            <a:r>
              <a:rPr lang="en-US" altLang="es-ES"/>
              <a:t> </a:t>
            </a:r>
            <a:r>
              <a:rPr lang="en-US" altLang="es-ES" err="1"/>
              <a:t>para</a:t>
            </a:r>
            <a:r>
              <a:rPr lang="en-US" altLang="es-ES"/>
              <a:t> </a:t>
            </a:r>
            <a:r>
              <a:rPr lang="en-US" altLang="es-ES" err="1"/>
              <a:t>gestión</a:t>
            </a:r>
            <a:r>
              <a:rPr lang="en-US" altLang="es-ES"/>
              <a:t> de </a:t>
            </a:r>
            <a:r>
              <a:rPr lang="en-US" altLang="es-ES" err="1"/>
              <a:t>errores</a:t>
            </a:r>
            <a:endParaRPr lang="en-US" altLang="es-ES"/>
          </a:p>
          <a:p>
            <a:pPr marL="1257300" lvl="2" indent="-457200">
              <a:lnSpc>
                <a:spcPct val="120000"/>
              </a:lnSpc>
            </a:pPr>
            <a:r>
              <a:rPr lang="en-US" altLang="es-ES" err="1"/>
              <a:t>Detección</a:t>
            </a:r>
            <a:r>
              <a:rPr lang="en-US" altLang="es-ES"/>
              <a:t> de </a:t>
            </a:r>
            <a:r>
              <a:rPr lang="en-US" altLang="es-ES" err="1"/>
              <a:t>anomalías</a:t>
            </a:r>
            <a:r>
              <a:rPr lang="en-US" altLang="es-ES"/>
              <a:t>: </a:t>
            </a:r>
            <a:r>
              <a:rPr lang="en-US" altLang="es-ES" err="1"/>
              <a:t>cadenas</a:t>
            </a:r>
            <a:r>
              <a:rPr lang="en-US" altLang="es-ES"/>
              <a:t> de Markov y </a:t>
            </a:r>
            <a:r>
              <a:rPr lang="en-US" altLang="es-ES" err="1"/>
              <a:t>filtros</a:t>
            </a:r>
            <a:r>
              <a:rPr lang="en-US" altLang="es-ES"/>
              <a:t> de </a:t>
            </a:r>
            <a:r>
              <a:rPr lang="en-US" altLang="es-ES" err="1"/>
              <a:t>Kalman</a:t>
            </a:r>
            <a:endParaRPr lang="en-US" altLang="es-ES"/>
          </a:p>
          <a:p>
            <a:pPr marL="1257300" lvl="2" indent="-457200">
              <a:lnSpc>
                <a:spcPct val="120000"/>
              </a:lnSpc>
            </a:pPr>
            <a:r>
              <a:rPr lang="en-US" altLang="es-ES" err="1"/>
              <a:t>Manejo</a:t>
            </a:r>
            <a:r>
              <a:rPr lang="en-US" altLang="es-ES"/>
              <a:t> de </a:t>
            </a:r>
            <a:r>
              <a:rPr lang="en-US" altLang="es-ES" err="1"/>
              <a:t>errores</a:t>
            </a:r>
            <a:r>
              <a:rPr lang="en-US" altLang="es-ES"/>
              <a:t>: Rejuvenation y </a:t>
            </a:r>
            <a:r>
              <a:rPr lang="en-US" altLang="es-ES" err="1"/>
              <a:t>Bloques</a:t>
            </a:r>
            <a:r>
              <a:rPr lang="en-US" altLang="es-ES"/>
              <a:t> de </a:t>
            </a:r>
            <a:r>
              <a:rPr lang="en-US" altLang="es-ES" err="1"/>
              <a:t>Recuperación</a:t>
            </a:r>
            <a:endParaRPr lang="en-US" altLang="es-ES"/>
          </a:p>
          <a:p>
            <a:pPr marL="857250" lvl="1" indent="-457200">
              <a:lnSpc>
                <a:spcPct val="120000"/>
              </a:lnSpc>
            </a:pPr>
            <a:r>
              <a:rPr lang="en-US" altLang="es-ES" err="1"/>
              <a:t>Replicación</a:t>
            </a:r>
            <a:r>
              <a:rPr lang="en-US" altLang="es-ES"/>
              <a:t> y </a:t>
            </a:r>
            <a:r>
              <a:rPr lang="en-US" altLang="es-ES" err="1"/>
              <a:t>diversificación</a:t>
            </a:r>
            <a:endParaRPr lang="en-US" altLang="es-ES"/>
          </a:p>
          <a:p>
            <a:pPr marL="857250" lvl="1" indent="-457200">
              <a:lnSpc>
                <a:spcPct val="120000"/>
              </a:lnSpc>
            </a:pPr>
            <a:r>
              <a:rPr lang="en-US" altLang="es-ES">
                <a:solidFill>
                  <a:schemeClr val="accent1"/>
                </a:solidFill>
              </a:rPr>
              <a:t>Balances </a:t>
            </a:r>
            <a:r>
              <a:rPr lang="en-US" altLang="es-ES" err="1">
                <a:solidFill>
                  <a:schemeClr val="accent1"/>
                </a:solidFill>
              </a:rPr>
              <a:t>arquitectónicos</a:t>
            </a:r>
            <a:r>
              <a:rPr lang="en-US" altLang="es-ES">
                <a:solidFill>
                  <a:schemeClr val="accent1"/>
                </a:solidFill>
              </a:rPr>
              <a:t>: </a:t>
            </a:r>
            <a:r>
              <a:rPr lang="en-US" altLang="es-ES" err="1">
                <a:solidFill>
                  <a:schemeClr val="accent1"/>
                </a:solidFill>
              </a:rPr>
              <a:t>disponibilidad</a:t>
            </a:r>
            <a:r>
              <a:rPr lang="en-US" altLang="es-ES">
                <a:solidFill>
                  <a:schemeClr val="accent1"/>
                </a:solidFill>
              </a:rPr>
              <a:t>/</a:t>
            </a:r>
            <a:r>
              <a:rPr lang="en-US" altLang="es-ES" err="1">
                <a:solidFill>
                  <a:schemeClr val="accent1"/>
                </a:solidFill>
              </a:rPr>
              <a:t>fiabilidad</a:t>
            </a:r>
            <a:r>
              <a:rPr lang="en-US" altLang="es-ES">
                <a:solidFill>
                  <a:schemeClr val="accent1"/>
                </a:solidFill>
              </a:rPr>
              <a:t>, </a:t>
            </a:r>
            <a:r>
              <a:rPr lang="en-US" altLang="es-ES" err="1">
                <a:solidFill>
                  <a:schemeClr val="accent1"/>
                </a:solidFill>
              </a:rPr>
              <a:t>seguridad</a:t>
            </a:r>
            <a:r>
              <a:rPr lang="en-US" altLang="es-ES">
                <a:solidFill>
                  <a:schemeClr val="accent1"/>
                </a:solidFill>
              </a:rPr>
              <a:t>/</a:t>
            </a:r>
            <a:r>
              <a:rPr lang="en-US" altLang="es-ES" err="1">
                <a:solidFill>
                  <a:schemeClr val="accent1"/>
                </a:solidFill>
              </a:rPr>
              <a:t>prestaciones</a:t>
            </a:r>
            <a:r>
              <a:rPr lang="en-US" altLang="es-ES">
                <a:solidFill>
                  <a:schemeClr val="accent1"/>
                </a:solidFill>
              </a:rPr>
              <a:t>,…</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126</a:t>
            </a:fld>
            <a:endParaRPr lang="es-E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Architectural</a:t>
            </a:r>
            <a:r>
              <a:rPr lang="es-ES" sz="3600">
                <a:solidFill>
                  <a:srgbClr val="0070C0"/>
                </a:solidFill>
              </a:rPr>
              <a:t> </a:t>
            </a:r>
            <a:r>
              <a:rPr lang="es-ES" sz="3600" err="1">
                <a:solidFill>
                  <a:srgbClr val="0070C0"/>
                </a:solidFill>
              </a:rPr>
              <a:t>Balancing</a:t>
            </a:r>
            <a:endParaRPr lang="es-ES" sz="3600">
              <a:solidFill>
                <a:srgbClr val="0070C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127</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n-US" sz="2400"/>
              <a:t>In this chapter we have reviewed a number of architectural and design patterns:</a:t>
            </a:r>
          </a:p>
          <a:p>
            <a:pPr lvl="1"/>
            <a:r>
              <a:rPr lang="en-US" sz="2000"/>
              <a:t>Patterns for error detection, including anomaly detection</a:t>
            </a:r>
          </a:p>
          <a:p>
            <a:pPr lvl="1"/>
            <a:r>
              <a:rPr lang="en-US" sz="2000"/>
              <a:t>Patterns for handling errors when they occur</a:t>
            </a:r>
          </a:p>
          <a:p>
            <a:pPr lvl="1"/>
            <a:r>
              <a:rPr lang="en-US" sz="2000"/>
              <a:t>Patterns for replication and diversification</a:t>
            </a:r>
          </a:p>
          <a:p>
            <a:r>
              <a:rPr lang="en-US" sz="2400"/>
              <a:t>Selecting from amongst these patterns means acknowledging that many architectural balances have to be achieved</a:t>
            </a:r>
          </a:p>
        </p:txBody>
      </p:sp>
    </p:spTree>
    <p:extLst>
      <p:ext uri="{BB962C8B-B14F-4D97-AF65-F5344CB8AC3E}">
        <p14:creationId xmlns:p14="http://schemas.microsoft.com/office/powerpoint/2010/main" val="10082638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Usefulness</a:t>
            </a:r>
            <a:r>
              <a:rPr lang="es-ES" sz="3600">
                <a:solidFill>
                  <a:srgbClr val="0070C0"/>
                </a:solidFill>
              </a:rPr>
              <a:t>/Safety Balance</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128</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n-US" sz="2400"/>
              <a:t>It is trivially easy to build a very safe system: a train that never moves, traffic lights that are permanently red,…</a:t>
            </a:r>
          </a:p>
          <a:p>
            <a:r>
              <a:rPr lang="en-US" sz="2400"/>
              <a:t>The balance that has to be achieved is that between usefulness and safety</a:t>
            </a:r>
          </a:p>
          <a:p>
            <a:r>
              <a:rPr lang="en-US" sz="2400"/>
              <a:t>Sometimes a highly reliable system (e.g., 2oo2) can easily degrade</a:t>
            </a:r>
          </a:p>
          <a:p>
            <a:r>
              <a:rPr lang="en-US" sz="2400"/>
              <a:t>A device moving to its design safe state generally becomes useless, but worse, it puts stress onto the larger system and  the environment</a:t>
            </a:r>
          </a:p>
          <a:p>
            <a:pPr>
              <a:buNone/>
            </a:pPr>
            <a:endParaRPr lang="en-US" sz="2400"/>
          </a:p>
        </p:txBody>
      </p:sp>
    </p:spTree>
    <p:extLst>
      <p:ext uri="{BB962C8B-B14F-4D97-AF65-F5344CB8AC3E}">
        <p14:creationId xmlns:p14="http://schemas.microsoft.com/office/powerpoint/2010/main" val="1008263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Usefulness</a:t>
            </a:r>
            <a:r>
              <a:rPr lang="es-ES" sz="3600">
                <a:solidFill>
                  <a:srgbClr val="0070C0"/>
                </a:solidFill>
              </a:rPr>
              <a:t>/Safety Balance</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129</a:t>
            </a:fld>
            <a:endParaRPr lang="es-ES"/>
          </a:p>
        </p:txBody>
      </p:sp>
      <p:pic>
        <p:nvPicPr>
          <p:cNvPr id="4098" name="Picture 2"/>
          <p:cNvPicPr>
            <a:picLocks noChangeAspect="1" noChangeArrowheads="1"/>
          </p:cNvPicPr>
          <p:nvPr/>
        </p:nvPicPr>
        <p:blipFill>
          <a:blip r:embed="rId2" cstate="print"/>
          <a:srcRect/>
          <a:stretch>
            <a:fillRect/>
          </a:stretch>
        </p:blipFill>
        <p:spPr bwMode="auto">
          <a:xfrm>
            <a:off x="2114550" y="1747839"/>
            <a:ext cx="7962900" cy="3362325"/>
          </a:xfrm>
          <a:prstGeom prst="rect">
            <a:avLst/>
          </a:prstGeom>
          <a:noFill/>
          <a:ln w="9525">
            <a:noFill/>
            <a:miter lim="800000"/>
            <a:headEnd/>
            <a:tailEnd/>
          </a:ln>
        </p:spPr>
      </p:pic>
    </p:spTree>
    <p:extLst>
      <p:ext uri="{BB962C8B-B14F-4D97-AF65-F5344CB8AC3E}">
        <p14:creationId xmlns:p14="http://schemas.microsoft.com/office/powerpoint/2010/main" val="10082638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Security/Performance/Safety</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130</a:t>
            </a:fld>
            <a:endParaRPr lang="es-ES"/>
          </a:p>
        </p:txBody>
      </p:sp>
      <p:sp>
        <p:nvSpPr>
          <p:cNvPr id="6" name="5 Marcador de contenido"/>
          <p:cNvSpPr>
            <a:spLocks noGrp="1"/>
          </p:cNvSpPr>
          <p:nvPr>
            <p:ph idx="1"/>
          </p:nvPr>
        </p:nvSpPr>
        <p:spPr/>
        <p:txBody>
          <a:bodyPr>
            <a:normAutofit/>
          </a:bodyPr>
          <a:lstStyle/>
          <a:p>
            <a:r>
              <a:rPr lang="en-US" b="1">
                <a:solidFill>
                  <a:schemeClr val="accent6"/>
                </a:solidFill>
              </a:rPr>
              <a:t>Usability</a:t>
            </a:r>
            <a:r>
              <a:rPr lang="en-US"/>
              <a:t> is about making systems easy to use for everyone</a:t>
            </a:r>
          </a:p>
          <a:p>
            <a:r>
              <a:rPr lang="en-US" b="1">
                <a:solidFill>
                  <a:schemeClr val="accent6"/>
                </a:solidFill>
              </a:rPr>
              <a:t>Security</a:t>
            </a:r>
            <a:r>
              <a:rPr lang="en-US"/>
              <a:t> is about making systems easy to use for designated people and very hard (if not impossible) for </a:t>
            </a:r>
            <a:r>
              <a:rPr lang="es-ES" err="1"/>
              <a:t>every</a:t>
            </a:r>
            <a:r>
              <a:rPr lang="es-ES"/>
              <a:t> </a:t>
            </a:r>
            <a:r>
              <a:rPr lang="es-ES" err="1"/>
              <a:t>one</a:t>
            </a:r>
            <a:r>
              <a:rPr lang="es-ES"/>
              <a:t> </a:t>
            </a:r>
            <a:r>
              <a:rPr lang="es-ES" err="1"/>
              <a:t>else</a:t>
            </a:r>
            <a:endParaRPr lang="es-ES"/>
          </a:p>
          <a:p>
            <a:r>
              <a:rPr lang="en-US" b="1">
                <a:solidFill>
                  <a:schemeClr val="accent6"/>
                </a:solidFill>
              </a:rPr>
              <a:t>Safety</a:t>
            </a:r>
            <a:r>
              <a:rPr lang="en-US"/>
              <a:t> is about stopping the right people doing bad </a:t>
            </a:r>
            <a:r>
              <a:rPr lang="es-ES" err="1"/>
              <a:t>things</a:t>
            </a:r>
            <a:r>
              <a:rPr lang="es-ES"/>
              <a:t>. </a:t>
            </a:r>
            <a:r>
              <a:rPr lang="en-US"/>
              <a:t>Good people make slips and errors; in a safe system those errors should not escalate to untoward incidents, harm or other safety issues.</a:t>
            </a:r>
            <a:endParaRPr lang="es-ES"/>
          </a:p>
        </p:txBody>
      </p:sp>
    </p:spTree>
    <p:extLst>
      <p:ext uri="{BB962C8B-B14F-4D97-AF65-F5344CB8AC3E}">
        <p14:creationId xmlns:p14="http://schemas.microsoft.com/office/powerpoint/2010/main" val="10082638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Security/Performance/Safety</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131</a:t>
            </a:fld>
            <a:endParaRPr lang="es-ES"/>
          </a:p>
        </p:txBody>
      </p:sp>
      <p:sp>
        <p:nvSpPr>
          <p:cNvPr id="6" name="5 Marcador de contenido"/>
          <p:cNvSpPr>
            <a:spLocks noGrp="1"/>
          </p:cNvSpPr>
          <p:nvPr>
            <p:ph idx="1"/>
          </p:nvPr>
        </p:nvSpPr>
        <p:spPr>
          <a:xfrm>
            <a:off x="1981200" y="1600202"/>
            <a:ext cx="8229600" cy="3196951"/>
          </a:xfrm>
          <a:solidFill>
            <a:schemeClr val="accent6"/>
          </a:solidFill>
        </p:spPr>
        <p:txBody>
          <a:bodyPr>
            <a:normAutofit/>
          </a:bodyPr>
          <a:lstStyle/>
          <a:p>
            <a:pPr>
              <a:buNone/>
            </a:pPr>
            <a:r>
              <a:rPr lang="en-US" sz="2800">
                <a:solidFill>
                  <a:schemeClr val="bg1"/>
                </a:solidFill>
              </a:rPr>
              <a:t>	“A secure system may not be very usable. In turn this will encourage its users to find workarounds to make their daily use of the system more `user friendly’.</a:t>
            </a:r>
          </a:p>
          <a:p>
            <a:pPr>
              <a:buNone/>
            </a:pPr>
            <a:r>
              <a:rPr lang="en-US" sz="2800">
                <a:solidFill>
                  <a:schemeClr val="bg1"/>
                </a:solidFill>
              </a:rPr>
              <a:t>    Thus a hospital system may end up with everyone sharing the same password, as this is much easier than remembering individual passwords and logging </a:t>
            </a:r>
            <a:r>
              <a:rPr lang="es-ES" sz="2800">
                <a:solidFill>
                  <a:schemeClr val="bg1"/>
                </a:solidFill>
              </a:rPr>
              <a:t>in and </a:t>
            </a:r>
            <a:r>
              <a:rPr lang="es-ES" sz="2800" err="1">
                <a:solidFill>
                  <a:schemeClr val="bg1"/>
                </a:solidFill>
              </a:rPr>
              <a:t>out</a:t>
            </a:r>
            <a:r>
              <a:rPr lang="es-ES" sz="2800">
                <a:solidFill>
                  <a:schemeClr val="bg1"/>
                </a:solidFill>
              </a:rPr>
              <a:t> </a:t>
            </a:r>
            <a:r>
              <a:rPr lang="es-ES" sz="2800" err="1">
                <a:solidFill>
                  <a:schemeClr val="bg1"/>
                </a:solidFill>
              </a:rPr>
              <a:t>repeatedly</a:t>
            </a:r>
            <a:r>
              <a:rPr lang="es-ES" sz="2800">
                <a:solidFill>
                  <a:schemeClr val="bg1"/>
                </a:solidFill>
              </a:rPr>
              <a:t>”</a:t>
            </a:r>
          </a:p>
        </p:txBody>
      </p:sp>
    </p:spTree>
    <p:extLst>
      <p:ext uri="{BB962C8B-B14F-4D97-AF65-F5344CB8AC3E}">
        <p14:creationId xmlns:p14="http://schemas.microsoft.com/office/powerpoint/2010/main" val="1008263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Implementation</a:t>
            </a:r>
            <a:r>
              <a:rPr lang="es-ES" sz="3600">
                <a:solidFill>
                  <a:srgbClr val="0070C0"/>
                </a:solidFill>
              </a:rPr>
              <a:t> Balance</a:t>
            </a: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132</a:t>
            </a:fld>
            <a:endParaRPr lang="es-ES"/>
          </a:p>
        </p:txBody>
      </p:sp>
      <p:sp>
        <p:nvSpPr>
          <p:cNvPr id="5" name="4 Marcador de contenido"/>
          <p:cNvSpPr>
            <a:spLocks noGrp="1"/>
          </p:cNvSpPr>
          <p:nvPr>
            <p:ph idx="1"/>
          </p:nvPr>
        </p:nvSpPr>
        <p:spPr>
          <a:xfrm>
            <a:off x="1991544" y="1628801"/>
            <a:ext cx="8229600" cy="4525963"/>
          </a:xfrm>
        </p:spPr>
        <p:txBody>
          <a:bodyPr>
            <a:normAutofit lnSpcReduction="10000"/>
          </a:bodyPr>
          <a:lstStyle/>
          <a:p>
            <a:pPr marL="457200" indent="-457200"/>
            <a:r>
              <a:rPr lang="en-US" sz="2400" dirty="0"/>
              <a:t>As the programmers implement the system, they will need guidance on how to program</a:t>
            </a:r>
          </a:p>
          <a:p>
            <a:pPr marL="457200" indent="-457200"/>
            <a:r>
              <a:rPr lang="en-US" sz="2400" dirty="0"/>
              <a:t>It is possible to program for high performance (fast, tightly-knit code), for testability, for ease of maintenance, for efficiency of the static analysis tools, </a:t>
            </a:r>
            <a:r>
              <a:rPr lang="en-US" sz="2400"/>
              <a:t>for efficient </a:t>
            </a:r>
            <a:r>
              <a:rPr lang="en-US" sz="2400" dirty="0"/>
              <a:t>runtime error detection</a:t>
            </a:r>
          </a:p>
          <a:p>
            <a:pPr marL="457200" indent="-457200"/>
            <a:r>
              <a:rPr lang="en-US" sz="2400" dirty="0"/>
              <a:t>These demands work against each other:</a:t>
            </a:r>
          </a:p>
          <a:p>
            <a:pPr marL="857250" lvl="1" indent="-457200"/>
            <a:r>
              <a:rPr lang="es-ES" sz="2000" dirty="0"/>
              <a:t>High-performance </a:t>
            </a:r>
            <a:r>
              <a:rPr lang="es-ES" sz="2000" dirty="0" err="1"/>
              <a:t>code</a:t>
            </a:r>
            <a:r>
              <a:rPr lang="es-ES" sz="2000" dirty="0"/>
              <a:t> </a:t>
            </a:r>
            <a:r>
              <a:rPr lang="es-ES" sz="2000" dirty="0" err="1"/>
              <a:t>is</a:t>
            </a:r>
            <a:r>
              <a:rPr lang="es-ES" sz="2000" dirty="0"/>
              <a:t> </a:t>
            </a:r>
            <a:r>
              <a:rPr lang="en-US" sz="2000" dirty="0"/>
              <a:t>likely to be less readable, less easily maintained, less likely to detect runtime errors, and less amenable to deep static analysis</a:t>
            </a:r>
          </a:p>
          <a:p>
            <a:pPr marL="857250" lvl="1" indent="-457200"/>
            <a:r>
              <a:rPr lang="en-US" sz="2000" dirty="0"/>
              <a:t>Programmers need to be aware of the priorities for each module </a:t>
            </a:r>
          </a:p>
          <a:p>
            <a:pPr marL="857250" lvl="1" indent="-457200"/>
            <a:r>
              <a:rPr lang="en-US" sz="2000" dirty="0"/>
              <a:t>Once these priorities have been set for each module, the resulting characteristics can be built into the system's failure model</a:t>
            </a:r>
          </a:p>
        </p:txBody>
      </p:sp>
    </p:spTree>
    <p:extLst>
      <p:ext uri="{BB962C8B-B14F-4D97-AF65-F5344CB8AC3E}">
        <p14:creationId xmlns:p14="http://schemas.microsoft.com/office/powerpoint/2010/main" val="10082638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11187</TotalTime>
  <Words>12042</Words>
  <Application>Microsoft Macintosh PowerPoint</Application>
  <PresentationFormat>Panorámica</PresentationFormat>
  <Paragraphs>946</Paragraphs>
  <Slides>132</Slides>
  <Notes>23</Notes>
  <HiddenSlides>0</HiddenSlides>
  <MMClips>0</MMClips>
  <ScaleCrop>false</ScaleCrop>
  <HeadingPairs>
    <vt:vector size="6" baseType="variant">
      <vt:variant>
        <vt:lpstr>Fuentes usadas</vt:lpstr>
      </vt:variant>
      <vt:variant>
        <vt:i4>13</vt:i4>
      </vt:variant>
      <vt:variant>
        <vt:lpstr>Tema</vt:lpstr>
      </vt:variant>
      <vt:variant>
        <vt:i4>1</vt:i4>
      </vt:variant>
      <vt:variant>
        <vt:lpstr>Títulos de diapositiva</vt:lpstr>
      </vt:variant>
      <vt:variant>
        <vt:i4>132</vt:i4>
      </vt:variant>
    </vt:vector>
  </HeadingPairs>
  <TitlesOfParts>
    <vt:vector size="146" baseType="lpstr">
      <vt:lpstr>Arial</vt:lpstr>
      <vt:lpstr>Bookman Old Style</vt:lpstr>
      <vt:lpstr>Calibri</vt:lpstr>
      <vt:lpstr>Century Gothic</vt:lpstr>
      <vt:lpstr>CMMI10</vt:lpstr>
      <vt:lpstr>CMR10</vt:lpstr>
      <vt:lpstr>CMR7</vt:lpstr>
      <vt:lpstr>CMTI10</vt:lpstr>
      <vt:lpstr>CMTT10</vt:lpstr>
      <vt:lpstr>font000000002abd5f04</vt:lpstr>
      <vt:lpstr>Helvetica</vt:lpstr>
      <vt:lpstr>Symbol</vt:lpstr>
      <vt:lpstr>Times New Roman</vt:lpstr>
      <vt:lpstr>Tema de Office</vt:lpstr>
      <vt:lpstr>Tema 3. Diseño de Software Crítico</vt:lpstr>
      <vt:lpstr>Diseño de Software Crítico I</vt:lpstr>
      <vt:lpstr>Why Detect Errors?</vt:lpstr>
      <vt:lpstr>Error Detection and Standards</vt:lpstr>
      <vt:lpstr>Anomaly Detection</vt:lpstr>
      <vt:lpstr>Anomaly Detection. Examples</vt:lpstr>
      <vt:lpstr>Anomaly Detection. Examples</vt:lpstr>
      <vt:lpstr>Anomaly Detection. Examples</vt:lpstr>
      <vt:lpstr>Anomaly Detection</vt:lpstr>
      <vt:lpstr>Supervised Anomaly Detection</vt:lpstr>
      <vt:lpstr>Supervised Anomaly Detection</vt:lpstr>
      <vt:lpstr>Unsupervised Anomaly Detection</vt:lpstr>
      <vt:lpstr>Unsupervised Anomaly Detection</vt:lpstr>
      <vt:lpstr>Evaluation of Anomaly Detection Techniques</vt:lpstr>
      <vt:lpstr>Evaluation Anomaly Detection Techniques</vt:lpstr>
      <vt:lpstr>Evaluation Anomaly Detection Techniques</vt:lpstr>
      <vt:lpstr>Clustering</vt:lpstr>
      <vt:lpstr>K-means Clustering</vt:lpstr>
      <vt:lpstr>Clustering fo Anomaly Detection</vt:lpstr>
      <vt:lpstr>Clustering for Anomaly Detection</vt:lpstr>
      <vt:lpstr>On-line Clustering fo Anomaly Detection</vt:lpstr>
      <vt:lpstr>On-line Clustering for Anomaly Detection</vt:lpstr>
      <vt:lpstr>Isolation Tree</vt:lpstr>
      <vt:lpstr>Isolation Tree – No anomaly</vt:lpstr>
      <vt:lpstr>Isolation Tree</vt:lpstr>
      <vt:lpstr>Isolation Tree</vt:lpstr>
      <vt:lpstr>Isolation Tree - Multivariate</vt:lpstr>
      <vt:lpstr>Isolation Forest</vt:lpstr>
      <vt:lpstr>Machine Learning in Anomaly Detection </vt:lpstr>
      <vt:lpstr>Autoencoders</vt:lpstr>
      <vt:lpstr>Autoencoders</vt:lpstr>
      <vt:lpstr>Autoencoders</vt:lpstr>
      <vt:lpstr>LSTMs</vt:lpstr>
      <vt:lpstr>Discrete – Time Markov Chains</vt:lpstr>
      <vt:lpstr>Components of Stochastic Processes</vt:lpstr>
      <vt:lpstr>Gambler’s Ruin</vt:lpstr>
      <vt:lpstr>Markov Chain Definition</vt:lpstr>
      <vt:lpstr>Stationary Transition Probabilities</vt:lpstr>
      <vt:lpstr>Presentación de PowerPoint</vt:lpstr>
      <vt:lpstr>System States</vt:lpstr>
      <vt:lpstr>System States</vt:lpstr>
      <vt:lpstr>System States</vt:lpstr>
      <vt:lpstr>Learning the Transition Probabilities</vt:lpstr>
      <vt:lpstr>Learning the Transition Probabilities</vt:lpstr>
      <vt:lpstr>Looking for an Anomaly</vt:lpstr>
      <vt:lpstr>Looking for an Anomaly</vt:lpstr>
      <vt:lpstr>Kalman Filters</vt:lpstr>
      <vt:lpstr>Kalman Filter</vt:lpstr>
      <vt:lpstr>Kalman Filter</vt:lpstr>
      <vt:lpstr>Kalman Filter</vt:lpstr>
      <vt:lpstr>Kalman Filter</vt:lpstr>
      <vt:lpstr>Kalman Filter</vt:lpstr>
      <vt:lpstr>Kalman Filter: Prediction</vt:lpstr>
      <vt:lpstr>Kalman Filter:Correction</vt:lpstr>
      <vt:lpstr>Kalman Filter Code</vt:lpstr>
      <vt:lpstr>Train Example</vt:lpstr>
      <vt:lpstr>Looking for an Anomaly</vt:lpstr>
      <vt:lpstr>Diseño de Software Crítico</vt:lpstr>
      <vt:lpstr>Error Handling: Rejuvenation</vt:lpstr>
      <vt:lpstr>Rejuvenation: When</vt:lpstr>
      <vt:lpstr>Rejuvenation: What</vt:lpstr>
      <vt:lpstr>Rejuvenation</vt:lpstr>
      <vt:lpstr>Rejuvenation</vt:lpstr>
      <vt:lpstr>Rejuvenation in Replicated Systems</vt:lpstr>
      <vt:lpstr>Rejuvenation in Replicated Systems</vt:lpstr>
      <vt:lpstr>Recovery Blocks</vt:lpstr>
      <vt:lpstr>Recovery Blocks</vt:lpstr>
      <vt:lpstr>Recovery Blocks</vt:lpstr>
      <vt:lpstr>Recovery Blocks</vt:lpstr>
      <vt:lpstr>Diseño de Software Crítico</vt:lpstr>
      <vt:lpstr>Expecting the Unexpected Design Safe State</vt:lpstr>
      <vt:lpstr>Expecting the Unexpected Design Safe State</vt:lpstr>
      <vt:lpstr>Expecting the Unexpected Design Safe State</vt:lpstr>
      <vt:lpstr>Design Safe State</vt:lpstr>
      <vt:lpstr>Design Safe State</vt:lpstr>
      <vt:lpstr>Design Safe State Standards</vt:lpstr>
      <vt:lpstr>Design Safe State and Dangereous Failure</vt:lpstr>
      <vt:lpstr>Design Safe State and Dangereous Failure</vt:lpstr>
      <vt:lpstr>Recovery</vt:lpstr>
      <vt:lpstr>Do you want to recover?</vt:lpstr>
      <vt:lpstr>Crash only model</vt:lpstr>
      <vt:lpstr>Replication and Diversification</vt:lpstr>
      <vt:lpstr>Component or System Replication</vt:lpstr>
      <vt:lpstr>Component or System Replication</vt:lpstr>
      <vt:lpstr>The Structure Function</vt:lpstr>
      <vt:lpstr>Components in Parallel and Series</vt:lpstr>
      <vt:lpstr>Components in Parallel and Series</vt:lpstr>
      <vt:lpstr>2-out-of-3 structure</vt:lpstr>
      <vt:lpstr>2-out-of-3 structure</vt:lpstr>
      <vt:lpstr>Examples</vt:lpstr>
      <vt:lpstr>System Replication</vt:lpstr>
      <vt:lpstr>System Replication</vt:lpstr>
      <vt:lpstr>Cold Stand By</vt:lpstr>
      <vt:lpstr>Time Replication</vt:lpstr>
      <vt:lpstr>Diversification: Hardware Diversity</vt:lpstr>
      <vt:lpstr>Diversification: Hardware Diversity</vt:lpstr>
      <vt:lpstr>Software Diversity</vt:lpstr>
      <vt:lpstr>N-Version Programming</vt:lpstr>
      <vt:lpstr>N-Version Programming</vt:lpstr>
      <vt:lpstr>Data Diversity</vt:lpstr>
      <vt:lpstr>Active Replication</vt:lpstr>
      <vt:lpstr>Active Replication</vt:lpstr>
      <vt:lpstr>Active Replication</vt:lpstr>
      <vt:lpstr>Active Replication</vt:lpstr>
      <vt:lpstr> But, What do we replicate? Single big service performs poorly… why? </vt:lpstr>
      <vt:lpstr>Jim Gray’s Famous Paper</vt:lpstr>
      <vt:lpstr>How their paper approached it</vt:lpstr>
      <vt:lpstr>The core issue</vt:lpstr>
      <vt:lpstr>Their setup, as a picture</vt:lpstr>
      <vt:lpstr>Their Basic setup, as a picture</vt:lpstr>
      <vt:lpstr>What should be The goals?</vt:lpstr>
      <vt:lpstr>Why do services slow down at scale?</vt:lpstr>
      <vt:lpstr>What Was that one good option?</vt:lpstr>
      <vt:lpstr>Sharding: This works… but carefully</vt:lpstr>
      <vt:lpstr>Sharding: This works… but carefully</vt:lpstr>
      <vt:lpstr>DefN: State Machine Replication</vt:lpstr>
      <vt:lpstr>Sharding fails for arbitrary transactions</vt:lpstr>
      <vt:lpstr>Virtual Synchrony</vt:lpstr>
      <vt:lpstr>Active Replication</vt:lpstr>
      <vt:lpstr>Active Replication</vt:lpstr>
      <vt:lpstr>Locked step processors</vt:lpstr>
      <vt:lpstr>Diverse Monitor</vt:lpstr>
      <vt:lpstr>Diverse Monitor</vt:lpstr>
      <vt:lpstr>Watchdog Diverse Monitor</vt:lpstr>
      <vt:lpstr>Replication and Diversification Summary</vt:lpstr>
      <vt:lpstr>Diseño de Software Crítico</vt:lpstr>
      <vt:lpstr>Architectural Balancing</vt:lpstr>
      <vt:lpstr>Usefulness/Safety Balance</vt:lpstr>
      <vt:lpstr>Usefulness/Safety Balance</vt:lpstr>
      <vt:lpstr>Security/Performance/Safety</vt:lpstr>
      <vt:lpstr>Security/Performance/Safety</vt:lpstr>
      <vt:lpstr>Implementation Balance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 safety: avoiding overturns and farmland monitoring using WSANs and the USEME framework</dc:title>
  <dc:creator>MDR</dc:creator>
  <cp:lastModifiedBy>Juan Carlos Alcausa Luque</cp:lastModifiedBy>
  <cp:revision>5</cp:revision>
  <cp:lastPrinted>2013-09-03T09:57:40Z</cp:lastPrinted>
  <dcterms:modified xsi:type="dcterms:W3CDTF">2025-11-09T16:30:25Z</dcterms:modified>
</cp:coreProperties>
</file>